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3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2" r:id="rId2"/>
    <p:sldMasterId id="2147483751" r:id="rId3"/>
    <p:sldMasterId id="2147483757" r:id="rId4"/>
    <p:sldMasterId id="2147483766" r:id="rId5"/>
  </p:sldMasterIdLst>
  <p:notesMasterIdLst>
    <p:notesMasterId r:id="rId13"/>
  </p:notesMasterIdLst>
  <p:sldIdLst>
    <p:sldId id="269" r:id="rId6"/>
    <p:sldId id="1708" r:id="rId7"/>
    <p:sldId id="4333" r:id="rId8"/>
    <p:sldId id="554" r:id="rId9"/>
    <p:sldId id="1189" r:id="rId10"/>
    <p:sldId id="4389" r:id="rId11"/>
    <p:sldId id="43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673"/>
  </p:normalViewPr>
  <p:slideViewPr>
    <p:cSldViewPr snapToGrid="0">
      <p:cViewPr varScale="1">
        <p:scale>
          <a:sx n="137" d="100"/>
          <a:sy n="137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A8327-D84E-6F47-97F1-5BC6D83D1B2F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6A98A-AFF5-6F4E-BE5F-65053510F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70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Arial Unicode MS" charset="0"/>
              </a:defRPr>
            </a:lvl9pPr>
          </a:lstStyle>
          <a:p>
            <a:pPr marL="0" marR="0" lvl="0" indent="0" algn="r" defTabSz="1828434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B10E75A7-B0F9-5642-96AB-06237E68FE0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Arial Unicode MS" charset="0"/>
                <a:cs typeface="+mn-cs"/>
              </a:rPr>
              <a:pPr marL="0" marR="0" lvl="0" indent="0" algn="r" defTabSz="1828434" rtl="0" eaLnBrk="1" fontAlgn="auto" latinLnBrk="0" hangingPunct="1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Arial Unicode MS" charset="0"/>
              <a:cs typeface="+mn-cs"/>
            </a:endParaRPr>
          </a:p>
        </p:txBody>
      </p:sp>
      <p:sp>
        <p:nvSpPr>
          <p:cNvPr id="4099" name="Text Box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805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A98A-AFF5-6F4E-BE5F-65053510F1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75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clearly show that laundering risk increases sharply with cash usage, cross-border movement, and FX transactions, which is why a </a:t>
            </a:r>
            <a:r>
              <a:rPr lang="en-US" dirty="0" err="1"/>
              <a:t>behavioural</a:t>
            </a:r>
            <a:r>
              <a:rPr lang="en-US" dirty="0"/>
              <a:t>, multi-feature AML model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A98A-AFF5-6F4E-BE5F-65053510F1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22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92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sung Galaxy S6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98611" y="1756307"/>
            <a:ext cx="2319082" cy="410328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43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-Compa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46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_3_iPhones_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203461" y="2504349"/>
            <a:ext cx="1381751" cy="2452906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834346" y="2504349"/>
            <a:ext cx="1381751" cy="2452906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520947" y="2504349"/>
            <a:ext cx="1381751" cy="2452906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9C80BB-755C-41E8-A5C8-729D3E5C1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53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_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3" y="0"/>
            <a:ext cx="12192003" cy="3230219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1535889" y="1233378"/>
            <a:ext cx="2360859" cy="4225173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672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_vs_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3998930" y="2028992"/>
            <a:ext cx="1405499" cy="248266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6818152" y="2051272"/>
            <a:ext cx="1405499" cy="248266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F11896-319C-4396-82CB-B9EC2EC0D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559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 Vs Galax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3998930" y="2028992"/>
            <a:ext cx="1405499" cy="248266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6807009" y="1860363"/>
            <a:ext cx="1594928" cy="28295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E13886-A8DD-4F4A-891E-7736B4ED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334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laceholder to tabl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3499716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6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sz="quarter" idx="12"/>
          </p:nvPr>
        </p:nvSpPr>
        <p:spPr>
          <a:xfrm>
            <a:off x="5294137" y="1549660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6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6890925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6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sz="quarter" idx="14"/>
          </p:nvPr>
        </p:nvSpPr>
        <p:spPr>
          <a:xfrm>
            <a:off x="8446508" y="1549660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6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sz="quarter" idx="15"/>
          </p:nvPr>
        </p:nvSpPr>
        <p:spPr>
          <a:xfrm>
            <a:off x="9899557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600">
                <a:latin typeface="Lato Light"/>
                <a:cs typeface="Lato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49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1148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44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273643" y="1836951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0" name="Picture Placeholder 13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467617" y="1836951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1" name="Picture Placeholder 13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7641759" y="1836951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2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848103" y="1836951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3" name="Picture Placeholder 13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78443" y="1836951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4" name="Picture Placeholder 13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273643" y="3875553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5" name="Picture Placeholder 13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467617" y="3875553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6" name="Picture Placeholder 13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641759" y="3875553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7" name="Picture Placeholder 13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848103" y="3875553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28" name="Picture Placeholder 13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78443" y="3875553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84121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12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hone_06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64496" y="2172281"/>
            <a:ext cx="1900262" cy="33642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41FF3B-3818-485D-8893-B04EA878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05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cbook_Air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133219" y="2217407"/>
            <a:ext cx="3956709" cy="2439072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035743-E364-4644-AC8C-BA694F7D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160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ad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509177" y="1789727"/>
            <a:ext cx="2670197" cy="359932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9EF314-3225-49D4-BB2E-FFA2DE58B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749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pad_mocku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203277" y="2174168"/>
            <a:ext cx="3791521" cy="281698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BA7E14-1BC8-4BCC-B9A5-2295A234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89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w_macbook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946985" y="2196448"/>
            <a:ext cx="4254375" cy="2649409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4E9085-1E4D-472A-88C0-EBAF884F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190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c_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805606" y="1589781"/>
            <a:ext cx="2938031" cy="166939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66848" y="1593087"/>
            <a:ext cx="2938031" cy="166939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144C01-3053-49C1-B290-37BDF8BB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517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0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g_Picture_place-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203143" cy="6858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ato Light"/>
                <a:cs typeface="Lato Light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6546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ig_Picture_team-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203143" cy="68580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ato Light"/>
                <a:cs typeface="Lato Light"/>
              </a:defRPr>
            </a:lvl1pPr>
          </a:lstStyle>
          <a:p>
            <a:endParaRPr lang="id-ID" dirty="0"/>
          </a:p>
        </p:txBody>
      </p:sp>
      <p:sp>
        <p:nvSpPr>
          <p:cNvPr id="5" name="Picture Placeholder 22"/>
          <p:cNvSpPr>
            <a:spLocks noGrp="1"/>
          </p:cNvSpPr>
          <p:nvPr>
            <p:ph type="pic" sz="quarter" idx="14"/>
          </p:nvPr>
        </p:nvSpPr>
        <p:spPr>
          <a:xfrm>
            <a:off x="1573819" y="2261400"/>
            <a:ext cx="1641347" cy="177511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2989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eb Data Traff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 noChangeAspect="1"/>
          </p:cNvSpPr>
          <p:nvPr>
            <p:ph type="pic" sz="quarter" idx="11"/>
          </p:nvPr>
        </p:nvSpPr>
        <p:spPr>
          <a:xfrm>
            <a:off x="5036096" y="2284665"/>
            <a:ext cx="6297038" cy="352594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2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1406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ividual of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935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1012500" y="1876778"/>
            <a:ext cx="914281" cy="9144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6"/>
          <p:cNvSpPr>
            <a:spLocks noGrp="1" noChangeAspect="1"/>
          </p:cNvSpPr>
          <p:nvPr>
            <p:ph type="pic" sz="quarter" idx="11"/>
          </p:nvPr>
        </p:nvSpPr>
        <p:spPr>
          <a:xfrm>
            <a:off x="4311214" y="1876778"/>
            <a:ext cx="914281" cy="9144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Picture Placeholder 6"/>
          <p:cNvSpPr>
            <a:spLocks noGrp="1" noChangeAspect="1"/>
          </p:cNvSpPr>
          <p:nvPr>
            <p:ph type="pic" sz="quarter" idx="12"/>
          </p:nvPr>
        </p:nvSpPr>
        <p:spPr>
          <a:xfrm>
            <a:off x="7499864" y="1876778"/>
            <a:ext cx="914281" cy="9144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9748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Dr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587" y="1810375"/>
            <a:ext cx="12192000" cy="26749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8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397692" y="1369492"/>
            <a:ext cx="2317411" cy="470114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3785656" y="1369495"/>
            <a:ext cx="4691264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8547474" y="1379757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3785657" y="3755341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6159510" y="3755341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8547474" y="3755341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6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3785656" y="1369492"/>
            <a:ext cx="4691264" cy="470114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8547474" y="1379757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8547474" y="3755341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1398783" y="1379757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398783" y="3755341"/>
            <a:ext cx="2317411" cy="231529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5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28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1512925" y="1610168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797564" y="1610168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6082204" y="1610168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8366843" y="1610168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512925" y="3647471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8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3797564" y="3647471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6082204" y="3647471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8366843" y="3647471"/>
            <a:ext cx="2284639" cy="203730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3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 noChangeAspect="1"/>
          </p:cNvSpPr>
          <p:nvPr>
            <p:ph type="pic" sz="quarter" idx="11"/>
          </p:nvPr>
        </p:nvSpPr>
        <p:spPr>
          <a:xfrm>
            <a:off x="3785657" y="1358040"/>
            <a:ext cx="2317411" cy="2315293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7" name="Picture Placeholder 13"/>
          <p:cNvSpPr>
            <a:spLocks noGrp="1" noChangeAspect="1"/>
          </p:cNvSpPr>
          <p:nvPr>
            <p:ph type="pic" sz="quarter" idx="13"/>
          </p:nvPr>
        </p:nvSpPr>
        <p:spPr>
          <a:xfrm>
            <a:off x="6114004" y="1357163"/>
            <a:ext cx="4695167" cy="469087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3" name="Picture Placeholder 13"/>
          <p:cNvSpPr>
            <a:spLocks noGrp="1" noChangeAspect="1"/>
          </p:cNvSpPr>
          <p:nvPr>
            <p:ph type="pic" sz="quarter" idx="16"/>
          </p:nvPr>
        </p:nvSpPr>
        <p:spPr>
          <a:xfrm>
            <a:off x="1464550" y="3688187"/>
            <a:ext cx="2317411" cy="2315295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727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 noChangeAspect="1"/>
          </p:cNvSpPr>
          <p:nvPr>
            <p:ph type="pic" sz="quarter" idx="13"/>
          </p:nvPr>
        </p:nvSpPr>
        <p:spPr>
          <a:xfrm>
            <a:off x="676606" y="173496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  <p:sp>
        <p:nvSpPr>
          <p:cNvPr id="26" name="Picture Placeholder 24"/>
          <p:cNvSpPr>
            <a:spLocks noGrp="1" noChangeAspect="1"/>
          </p:cNvSpPr>
          <p:nvPr>
            <p:ph type="pic" sz="quarter" idx="14"/>
          </p:nvPr>
        </p:nvSpPr>
        <p:spPr>
          <a:xfrm>
            <a:off x="2481915" y="354471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15"/>
          </p:nvPr>
        </p:nvSpPr>
        <p:spPr>
          <a:xfrm>
            <a:off x="4296542" y="173496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16"/>
          </p:nvPr>
        </p:nvSpPr>
        <p:spPr>
          <a:xfrm>
            <a:off x="6101851" y="354471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  <p:sp>
        <p:nvSpPr>
          <p:cNvPr id="41" name="Picture Placeholder 24"/>
          <p:cNvSpPr>
            <a:spLocks noGrp="1" noChangeAspect="1"/>
          </p:cNvSpPr>
          <p:nvPr>
            <p:ph type="pic" sz="quarter" idx="17"/>
          </p:nvPr>
        </p:nvSpPr>
        <p:spPr>
          <a:xfrm>
            <a:off x="7909352" y="173496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  <p:sp>
        <p:nvSpPr>
          <p:cNvPr id="42" name="Picture Placeholder 24"/>
          <p:cNvSpPr>
            <a:spLocks noGrp="1" noChangeAspect="1"/>
          </p:cNvSpPr>
          <p:nvPr>
            <p:ph type="pic" sz="quarter" idx="18"/>
          </p:nvPr>
        </p:nvSpPr>
        <p:spPr>
          <a:xfrm>
            <a:off x="9721013" y="3544713"/>
            <a:ext cx="1800001" cy="1800000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Lato Light"/>
                <a:cs typeface="Lato Light"/>
              </a:defRPr>
            </a:lvl1pPr>
          </a:lstStyle>
          <a:p>
            <a:pPr lvl="0"/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66686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602692" y="1760703"/>
            <a:ext cx="3048001" cy="304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155622" y="1778034"/>
            <a:ext cx="3048001" cy="304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8054876" y="1778034"/>
            <a:ext cx="3048001" cy="304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5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6987947" y="1893450"/>
            <a:ext cx="2147420" cy="35791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748167" y="1893450"/>
            <a:ext cx="2147420" cy="35791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9227727" y="1893450"/>
            <a:ext cx="2147420" cy="35791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5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729742" y="2139914"/>
            <a:ext cx="4288963" cy="38246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8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5037521" y="4052234"/>
            <a:ext cx="2144482" cy="19123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7207089" y="4052234"/>
            <a:ext cx="2144482" cy="19123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370384" y="4052234"/>
            <a:ext cx="2144482" cy="19123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0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/>
          <p:cNvSpPr>
            <a:spLocks noGrp="1" noChangeAspect="1"/>
          </p:cNvSpPr>
          <p:nvPr>
            <p:ph type="pic" sz="quarter" idx="11"/>
          </p:nvPr>
        </p:nvSpPr>
        <p:spPr>
          <a:xfrm>
            <a:off x="-40639" y="1973422"/>
            <a:ext cx="2445174" cy="24451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1" name="Picture Placeholder 12"/>
          <p:cNvSpPr>
            <a:spLocks noGrp="1" noChangeAspect="1"/>
          </p:cNvSpPr>
          <p:nvPr>
            <p:ph type="pic" sz="quarter" idx="12"/>
          </p:nvPr>
        </p:nvSpPr>
        <p:spPr>
          <a:xfrm>
            <a:off x="2414495" y="4418596"/>
            <a:ext cx="2445174" cy="24451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12"/>
          <p:cNvSpPr>
            <a:spLocks noGrp="1" noChangeAspect="1"/>
          </p:cNvSpPr>
          <p:nvPr>
            <p:ph type="pic" sz="quarter" idx="13"/>
          </p:nvPr>
        </p:nvSpPr>
        <p:spPr>
          <a:xfrm>
            <a:off x="4869630" y="1973422"/>
            <a:ext cx="2445174" cy="24451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7324765" y="4418596"/>
            <a:ext cx="2445174" cy="24451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12"/>
          <p:cNvSpPr>
            <a:spLocks noGrp="1" noChangeAspect="1"/>
          </p:cNvSpPr>
          <p:nvPr>
            <p:ph type="pic" sz="quarter" idx="15"/>
          </p:nvPr>
        </p:nvSpPr>
        <p:spPr>
          <a:xfrm>
            <a:off x="9779899" y="1973422"/>
            <a:ext cx="2445174" cy="24451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rtfolio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165038" y="0"/>
            <a:ext cx="4026963" cy="68580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4026963" cy="68580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082519" y="0"/>
            <a:ext cx="4026963" cy="34290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082519" y="3488436"/>
            <a:ext cx="4026963" cy="336956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3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53441" y="1497146"/>
            <a:ext cx="2560321" cy="1739900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853441" y="3786282"/>
            <a:ext cx="2560321" cy="1739900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1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3657600" y="1497146"/>
            <a:ext cx="2560321" cy="1739900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4" name="Picture Placeholder 7"/>
          <p:cNvSpPr>
            <a:spLocks noGrp="1"/>
          </p:cNvSpPr>
          <p:nvPr>
            <p:ph type="pic" sz="quarter" idx="23" hasCustomPrompt="1"/>
          </p:nvPr>
        </p:nvSpPr>
        <p:spPr>
          <a:xfrm>
            <a:off x="3657600" y="3786282"/>
            <a:ext cx="2560321" cy="1739900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b"/>
          <a:lstStyle>
            <a:lvl1pPr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348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13"/>
          <p:cNvSpPr>
            <a:spLocks noGrp="1" noChangeAspect="1"/>
          </p:cNvSpPr>
          <p:nvPr>
            <p:ph type="pic" sz="quarter" idx="15"/>
          </p:nvPr>
        </p:nvSpPr>
        <p:spPr>
          <a:xfrm>
            <a:off x="1403896" y="146830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8" name="Picture Placeholder 13"/>
          <p:cNvSpPr>
            <a:spLocks noGrp="1" noChangeAspect="1"/>
          </p:cNvSpPr>
          <p:nvPr>
            <p:ph type="pic" sz="quarter" idx="16"/>
          </p:nvPr>
        </p:nvSpPr>
        <p:spPr>
          <a:xfrm>
            <a:off x="2566176" y="146830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0" name="Picture Placeholder 13"/>
          <p:cNvSpPr>
            <a:spLocks noGrp="1" noChangeAspect="1"/>
          </p:cNvSpPr>
          <p:nvPr>
            <p:ph type="pic" sz="quarter" idx="18"/>
          </p:nvPr>
        </p:nvSpPr>
        <p:spPr>
          <a:xfrm>
            <a:off x="1403896" y="262953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1" name="Picture Placeholder 13"/>
          <p:cNvSpPr>
            <a:spLocks noGrp="1" noChangeAspect="1"/>
          </p:cNvSpPr>
          <p:nvPr>
            <p:ph type="pic" sz="quarter" idx="19"/>
          </p:nvPr>
        </p:nvSpPr>
        <p:spPr>
          <a:xfrm>
            <a:off x="2566176" y="262953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2" name="Picture Placeholder 13"/>
          <p:cNvSpPr>
            <a:spLocks noGrp="1" noChangeAspect="1"/>
          </p:cNvSpPr>
          <p:nvPr>
            <p:ph type="pic" sz="quarter" idx="20"/>
          </p:nvPr>
        </p:nvSpPr>
        <p:spPr>
          <a:xfrm>
            <a:off x="7218037" y="146518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3" name="Picture Placeholder 13"/>
          <p:cNvSpPr>
            <a:spLocks noGrp="1" noChangeAspect="1"/>
          </p:cNvSpPr>
          <p:nvPr>
            <p:ph type="pic" sz="quarter" idx="21"/>
          </p:nvPr>
        </p:nvSpPr>
        <p:spPr>
          <a:xfrm>
            <a:off x="8384673" y="146518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4" name="Picture Placeholder 13"/>
          <p:cNvSpPr>
            <a:spLocks noGrp="1" noChangeAspect="1"/>
          </p:cNvSpPr>
          <p:nvPr>
            <p:ph type="pic" sz="quarter" idx="22"/>
          </p:nvPr>
        </p:nvSpPr>
        <p:spPr>
          <a:xfrm>
            <a:off x="9546953" y="146518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5" name="Picture Placeholder 13"/>
          <p:cNvSpPr>
            <a:spLocks noGrp="1" noChangeAspect="1"/>
          </p:cNvSpPr>
          <p:nvPr>
            <p:ph type="pic" sz="quarter" idx="23"/>
          </p:nvPr>
        </p:nvSpPr>
        <p:spPr>
          <a:xfrm>
            <a:off x="7218037" y="262641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6" name="Picture Placeholder 13"/>
          <p:cNvSpPr>
            <a:spLocks noGrp="1" noChangeAspect="1"/>
          </p:cNvSpPr>
          <p:nvPr>
            <p:ph type="pic" sz="quarter" idx="24"/>
          </p:nvPr>
        </p:nvSpPr>
        <p:spPr>
          <a:xfrm>
            <a:off x="8384673" y="262641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7" name="Picture Placeholder 13"/>
          <p:cNvSpPr>
            <a:spLocks noGrp="1" noChangeAspect="1"/>
          </p:cNvSpPr>
          <p:nvPr>
            <p:ph type="pic" sz="quarter" idx="25"/>
          </p:nvPr>
        </p:nvSpPr>
        <p:spPr>
          <a:xfrm>
            <a:off x="9546953" y="262641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8" name="Picture Placeholder 13"/>
          <p:cNvSpPr>
            <a:spLocks noGrp="1" noChangeAspect="1"/>
          </p:cNvSpPr>
          <p:nvPr>
            <p:ph type="pic" sz="quarter" idx="26"/>
          </p:nvPr>
        </p:nvSpPr>
        <p:spPr>
          <a:xfrm>
            <a:off x="3726844" y="146830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9" name="Picture Placeholder 13"/>
          <p:cNvSpPr>
            <a:spLocks noGrp="1" noChangeAspect="1"/>
          </p:cNvSpPr>
          <p:nvPr>
            <p:ph type="pic" sz="quarter" idx="27"/>
          </p:nvPr>
        </p:nvSpPr>
        <p:spPr>
          <a:xfrm>
            <a:off x="4893478" y="146830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0" name="Picture Placeholder 13"/>
          <p:cNvSpPr>
            <a:spLocks noGrp="1" noChangeAspect="1"/>
          </p:cNvSpPr>
          <p:nvPr>
            <p:ph type="pic" sz="quarter" idx="28"/>
          </p:nvPr>
        </p:nvSpPr>
        <p:spPr>
          <a:xfrm>
            <a:off x="6055758" y="1468302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1" name="Picture Placeholder 13"/>
          <p:cNvSpPr>
            <a:spLocks noGrp="1" noChangeAspect="1"/>
          </p:cNvSpPr>
          <p:nvPr>
            <p:ph type="pic" sz="quarter" idx="29"/>
          </p:nvPr>
        </p:nvSpPr>
        <p:spPr>
          <a:xfrm>
            <a:off x="3726844" y="262953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2" name="Picture Placeholder 13"/>
          <p:cNvSpPr>
            <a:spLocks noGrp="1" noChangeAspect="1"/>
          </p:cNvSpPr>
          <p:nvPr>
            <p:ph type="pic" sz="quarter" idx="30"/>
          </p:nvPr>
        </p:nvSpPr>
        <p:spPr>
          <a:xfrm>
            <a:off x="4893478" y="262953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3" name="Picture Placeholder 13"/>
          <p:cNvSpPr>
            <a:spLocks noGrp="1" noChangeAspect="1"/>
          </p:cNvSpPr>
          <p:nvPr>
            <p:ph type="pic" sz="quarter" idx="31"/>
          </p:nvPr>
        </p:nvSpPr>
        <p:spPr>
          <a:xfrm>
            <a:off x="6055758" y="2629536"/>
            <a:ext cx="1146154" cy="114510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7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076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folio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372216" y="1724025"/>
            <a:ext cx="3076968" cy="17843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562820" y="1724025"/>
            <a:ext cx="3076968" cy="17843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42653" y="1724025"/>
            <a:ext cx="3076968" cy="17843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9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321727" y="1371608"/>
            <a:ext cx="2317411" cy="23152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6097654" y="1376776"/>
            <a:ext cx="2317411" cy="23152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1321727" y="3781827"/>
            <a:ext cx="2317411" cy="23152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6097654" y="3771564"/>
            <a:ext cx="2317411" cy="2315294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421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vidual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61107" y="1595445"/>
            <a:ext cx="4741885" cy="34290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A738129-D897-42F7-84AF-F771CA521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749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169941" y="1652908"/>
            <a:ext cx="2940891" cy="37472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8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rtfolio 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68481" y="2404419"/>
            <a:ext cx="1658787" cy="21845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222027" y="2363002"/>
            <a:ext cx="1658787" cy="21845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875574" y="2349197"/>
            <a:ext cx="1658787" cy="21845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6F9422-880D-4972-B7A9-B9E5BBCB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3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3315062" y="2529491"/>
            <a:ext cx="5551552" cy="30995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lang="en-US" dirty="0"/>
              <a:t>Drag your picture here and Send to back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048330-4639-4035-BE31-2DFF98AA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094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hind the Sc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3713561" y="2773684"/>
            <a:ext cx="4702295" cy="296248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2128020-23C6-42B3-AEC9-536BD898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07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ata Dr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26231"/>
            <a:ext cx="12192000" cy="405213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256360" y="3281370"/>
            <a:ext cx="1617961" cy="285513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7772" y="2041094"/>
            <a:ext cx="3032081" cy="405213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938329" y="5365597"/>
            <a:ext cx="633061" cy="80432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0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e W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284964" y="2792125"/>
            <a:ext cx="1501184" cy="187663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473148" y="2792125"/>
            <a:ext cx="1501184" cy="187663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597866" y="2792125"/>
            <a:ext cx="1501184" cy="187663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2965963" y="2792125"/>
            <a:ext cx="1501184" cy="187663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090681" y="2792125"/>
            <a:ext cx="1501184" cy="187663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421ECA-4A73-4D44-AB34-2E779599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90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pple W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713175" y="2400064"/>
            <a:ext cx="3654543" cy="2262727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9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640469" y="2028825"/>
            <a:ext cx="2007132" cy="250586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4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ree Lapto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941250" y="2435328"/>
            <a:ext cx="1370898" cy="171154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848771" y="2435328"/>
            <a:ext cx="1370898" cy="171154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A5D8F3-320E-4CA9-B1E2-91C9E584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438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Lapto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079339" y="2633664"/>
            <a:ext cx="2007133" cy="26082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CE7FE6-9B50-46C9-957A-57DBA6C7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67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iss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993246"/>
            <a:ext cx="4058337" cy="2635316"/>
          </a:xfrm>
        </p:spPr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8116673" y="1993246"/>
            <a:ext cx="4059266" cy="2635316"/>
          </a:xfrm>
        </p:spPr>
      </p:sp>
    </p:spTree>
    <p:extLst>
      <p:ext uri="{BB962C8B-B14F-4D97-AF65-F5344CB8AC3E}">
        <p14:creationId xmlns:p14="http://schemas.microsoft.com/office/powerpoint/2010/main" val="13838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1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1265434" y="1925955"/>
            <a:ext cx="2133600" cy="2133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8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3813606" y="1925955"/>
            <a:ext cx="2133600" cy="2133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9" name="Picture Placeholder 22"/>
          <p:cNvSpPr>
            <a:spLocks noGrp="1"/>
          </p:cNvSpPr>
          <p:nvPr>
            <p:ph type="pic" sz="quarter" idx="17"/>
          </p:nvPr>
        </p:nvSpPr>
        <p:spPr>
          <a:xfrm>
            <a:off x="6252005" y="1925955"/>
            <a:ext cx="2133600" cy="2133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0" name="Picture Placeholder 22"/>
          <p:cNvSpPr>
            <a:spLocks noGrp="1"/>
          </p:cNvSpPr>
          <p:nvPr>
            <p:ph type="pic" sz="quarter" idx="18"/>
          </p:nvPr>
        </p:nvSpPr>
        <p:spPr>
          <a:xfrm>
            <a:off x="8690406" y="1925955"/>
            <a:ext cx="2133600" cy="2133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9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1109428" y="1591735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8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3657601" y="1591735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19" name="Picture Placeholder 22"/>
          <p:cNvSpPr>
            <a:spLocks noGrp="1"/>
          </p:cNvSpPr>
          <p:nvPr>
            <p:ph type="pic" sz="quarter" idx="17"/>
          </p:nvPr>
        </p:nvSpPr>
        <p:spPr>
          <a:xfrm>
            <a:off x="6096001" y="1591735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20" name="Picture Placeholder 22"/>
          <p:cNvSpPr>
            <a:spLocks noGrp="1"/>
          </p:cNvSpPr>
          <p:nvPr>
            <p:ph type="pic" sz="quarter" idx="18"/>
          </p:nvPr>
        </p:nvSpPr>
        <p:spPr>
          <a:xfrm>
            <a:off x="8534401" y="1591735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3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 noChangeAspect="1"/>
          </p:cNvSpPr>
          <p:nvPr>
            <p:ph type="pic" sz="quarter" idx="15"/>
          </p:nvPr>
        </p:nvSpPr>
        <p:spPr>
          <a:xfrm>
            <a:off x="5029201" y="1260656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6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4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 Desig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16"/>
          <p:cNvSpPr>
            <a:spLocks noGrp="1" noChangeAspect="1"/>
          </p:cNvSpPr>
          <p:nvPr userDrawn="1">
            <p:ph type="pic" sz="quarter" idx="13"/>
          </p:nvPr>
        </p:nvSpPr>
        <p:spPr>
          <a:xfrm>
            <a:off x="4303919" y="2278700"/>
            <a:ext cx="944871" cy="2572187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16"/>
          <p:cNvSpPr>
            <a:spLocks noGrp="1" noChangeAspect="1"/>
          </p:cNvSpPr>
          <p:nvPr userDrawn="1">
            <p:ph type="pic" sz="quarter" idx="14"/>
          </p:nvPr>
        </p:nvSpPr>
        <p:spPr>
          <a:xfrm>
            <a:off x="1165167" y="2271644"/>
            <a:ext cx="896020" cy="2572188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5" name="Picture Placeholder 16"/>
          <p:cNvSpPr>
            <a:spLocks noGrp="1" noChangeAspect="1"/>
          </p:cNvSpPr>
          <p:nvPr>
            <p:ph type="pic" sz="quarter" idx="10"/>
          </p:nvPr>
        </p:nvSpPr>
        <p:spPr>
          <a:xfrm>
            <a:off x="2252869" y="1989422"/>
            <a:ext cx="1889744" cy="3369467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9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axy S6 - 3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16"/>
          <p:cNvSpPr>
            <a:spLocks noGrp="1" noChangeAspect="1"/>
          </p:cNvSpPr>
          <p:nvPr userDrawn="1">
            <p:ph type="pic" sz="quarter" idx="13"/>
          </p:nvPr>
        </p:nvSpPr>
        <p:spPr>
          <a:xfrm>
            <a:off x="4327594" y="2122742"/>
            <a:ext cx="1310841" cy="2945913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16"/>
          <p:cNvSpPr>
            <a:spLocks noGrp="1" noChangeAspect="1"/>
          </p:cNvSpPr>
          <p:nvPr userDrawn="1">
            <p:ph type="pic" sz="quarter" idx="14"/>
          </p:nvPr>
        </p:nvSpPr>
        <p:spPr>
          <a:xfrm>
            <a:off x="1097416" y="2122742"/>
            <a:ext cx="918176" cy="2945913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5" name="Picture Placeholder 16"/>
          <p:cNvSpPr>
            <a:spLocks noGrp="1" noChangeAspect="1"/>
          </p:cNvSpPr>
          <p:nvPr>
            <p:ph type="pic" sz="quarter" idx="10"/>
          </p:nvPr>
        </p:nvSpPr>
        <p:spPr>
          <a:xfrm>
            <a:off x="2121436" y="1800044"/>
            <a:ext cx="2124106" cy="3758324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60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 Desig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9"/>
          <p:cNvSpPr>
            <a:spLocks noGrp="1" noChangeAspect="1"/>
          </p:cNvSpPr>
          <p:nvPr>
            <p:ph type="pic" sz="quarter" idx="10"/>
          </p:nvPr>
        </p:nvSpPr>
        <p:spPr>
          <a:xfrm>
            <a:off x="2116468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5401831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9"/>
          <p:cNvSpPr>
            <a:spLocks noGrp="1" noChangeAspect="1"/>
          </p:cNvSpPr>
          <p:nvPr>
            <p:ph type="pic" sz="quarter" idx="12"/>
          </p:nvPr>
        </p:nvSpPr>
        <p:spPr>
          <a:xfrm>
            <a:off x="8732070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F869A7-C291-4174-9E23-73135BCF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354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sung - 3 Galaxy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9"/>
          <p:cNvSpPr>
            <a:spLocks noGrp="1" noChangeAspect="1"/>
          </p:cNvSpPr>
          <p:nvPr>
            <p:ph type="pic" sz="quarter" idx="10"/>
          </p:nvPr>
        </p:nvSpPr>
        <p:spPr>
          <a:xfrm>
            <a:off x="1915892" y="1824814"/>
            <a:ext cx="1872780" cy="333295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5156682" y="1824814"/>
            <a:ext cx="1874647" cy="333295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9"/>
          <p:cNvSpPr>
            <a:spLocks noGrp="1" noChangeAspect="1"/>
          </p:cNvSpPr>
          <p:nvPr>
            <p:ph type="pic" sz="quarter" idx="12"/>
          </p:nvPr>
        </p:nvSpPr>
        <p:spPr>
          <a:xfrm>
            <a:off x="8464634" y="1824814"/>
            <a:ext cx="1898497" cy="333295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5744C9-174B-462B-9C72-9B136433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897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-de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16"/>
          <p:cNvSpPr>
            <a:spLocks noGrp="1" noChangeAspect="1"/>
          </p:cNvSpPr>
          <p:nvPr>
            <p:ph type="pic" sz="quarter" idx="13"/>
          </p:nvPr>
        </p:nvSpPr>
        <p:spPr>
          <a:xfrm>
            <a:off x="7036984" y="2394392"/>
            <a:ext cx="1006768" cy="238505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endParaRPr lang="en-US" dirty="0"/>
          </a:p>
        </p:txBody>
      </p:sp>
      <p:sp>
        <p:nvSpPr>
          <p:cNvPr id="39" name="Picture Placeholder 16"/>
          <p:cNvSpPr>
            <a:spLocks noGrp="1" noChangeAspect="1"/>
          </p:cNvSpPr>
          <p:nvPr>
            <p:ph type="pic" sz="quarter" idx="14"/>
          </p:nvPr>
        </p:nvSpPr>
        <p:spPr>
          <a:xfrm>
            <a:off x="4047874" y="2393726"/>
            <a:ext cx="920404" cy="238505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endParaRPr lang="en-US" dirty="0"/>
          </a:p>
        </p:txBody>
      </p:sp>
      <p:sp>
        <p:nvSpPr>
          <p:cNvPr id="25" name="Picture Placeholder 16"/>
          <p:cNvSpPr>
            <a:spLocks noGrp="1" noChangeAspect="1"/>
          </p:cNvSpPr>
          <p:nvPr>
            <p:ph type="pic" sz="quarter" idx="10"/>
          </p:nvPr>
        </p:nvSpPr>
        <p:spPr>
          <a:xfrm>
            <a:off x="5140484" y="2174790"/>
            <a:ext cx="1747046" cy="311454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573281-3727-4D0A-A275-1AED4D66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570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1687360" y="2163534"/>
            <a:ext cx="4422647" cy="276921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0C5E94-D9B9-4059-9BD5-B69E1AF6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77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6711772" y="1876518"/>
            <a:ext cx="4339462" cy="2491082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FCB823-FE4D-42E3-9E04-FCE614F1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48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709863"/>
            <a:ext cx="12192000" cy="3158274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1520482"/>
            <a:ext cx="12192000" cy="2838449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4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5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-1588" y="0"/>
            <a:ext cx="12192001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_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2" y="1758950"/>
            <a:ext cx="11429011" cy="334010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Calibri Light"/>
                <a:cs typeface="Calibri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414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s for Breaks">
    <p:bg>
      <p:bgPr>
        <a:solidFill>
          <a:srgbClr val="1923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231661" y="6231958"/>
            <a:ext cx="1306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solidFill>
                  <a:schemeClr val="bg1"/>
                </a:solidFill>
                <a:latin typeface="Lato Regular"/>
                <a:cs typeface="Lato Regular"/>
              </a:rPr>
              <a:t>Stampede</a:t>
            </a:r>
            <a:r>
              <a:rPr lang="id-ID" sz="1200" b="1" baseline="0" dirty="0">
                <a:solidFill>
                  <a:schemeClr val="bg1"/>
                </a:solidFill>
                <a:latin typeface="Lato Regular"/>
                <a:cs typeface="Lato Regular"/>
              </a:rPr>
              <a:t> Slides</a:t>
            </a:r>
            <a:endParaRPr lang="id-ID" sz="1200" b="1" dirty="0">
              <a:solidFill>
                <a:schemeClr val="bg1"/>
              </a:solidFill>
              <a:latin typeface="Lato Regular"/>
              <a:cs typeface="La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2272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 noChangeAspect="1"/>
          </p:cNvSpPr>
          <p:nvPr>
            <p:ph type="pic" sz="quarter" idx="25"/>
          </p:nvPr>
        </p:nvSpPr>
        <p:spPr>
          <a:xfrm>
            <a:off x="4429903" y="1720093"/>
            <a:ext cx="3340603" cy="1892739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sz="quarter" idx="22"/>
          </p:nvPr>
        </p:nvSpPr>
        <p:spPr>
          <a:xfrm>
            <a:off x="2896051" y="3595992"/>
            <a:ext cx="458889" cy="818462"/>
          </a:xfrm>
        </p:spPr>
        <p:txBody>
          <a:bodyPr anchor="t">
            <a:normAutofit/>
          </a:bodyPr>
          <a:lstStyle>
            <a:lvl1pPr marL="0" indent="0" algn="ctr">
              <a:lnSpc>
                <a:spcPct val="50000"/>
              </a:lnSpc>
              <a:buNone/>
              <a:defRPr sz="525"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7292637" y="3021894"/>
            <a:ext cx="2132571" cy="13562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00"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2"/>
          <p:cNvSpPr>
            <a:spLocks noGrp="1" noChangeAspect="1"/>
          </p:cNvSpPr>
          <p:nvPr>
            <p:ph type="pic" sz="quarter" idx="24"/>
          </p:nvPr>
        </p:nvSpPr>
        <p:spPr>
          <a:xfrm>
            <a:off x="3533632" y="2944891"/>
            <a:ext cx="1127325" cy="1451271"/>
          </a:xfrm>
        </p:spPr>
        <p:txBody>
          <a:bodyPr anchor="t">
            <a:normAutofit/>
          </a:bodyPr>
          <a:lstStyle>
            <a:lvl1pPr marL="0" indent="0" algn="ctr">
              <a:buNone/>
              <a:defRPr sz="1000"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0063E2-23F4-4B3D-918C-6D613F88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20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-wit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864159" y="1689540"/>
            <a:ext cx="5050819" cy="360951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Calibri Light"/>
                <a:cs typeface="Calibri Light"/>
              </a:defRPr>
            </a:lvl1pPr>
          </a:lstStyle>
          <a:p>
            <a:endParaRPr lang="id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9B20B7-D302-4C1F-A206-0DF85351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11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ffe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9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0A675-67D5-5B4B-B226-52403A1E3B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59075" y="2790826"/>
            <a:ext cx="6673850" cy="4067175"/>
          </a:xfrm>
          <a:custGeom>
            <a:avLst/>
            <a:gdLst>
              <a:gd name="connsiteX0" fmla="*/ 0 w 6311900"/>
              <a:gd name="connsiteY0" fmla="*/ 0 h 3564467"/>
              <a:gd name="connsiteX1" fmla="*/ 6311900 w 6311900"/>
              <a:gd name="connsiteY1" fmla="*/ 0 h 3564467"/>
              <a:gd name="connsiteX2" fmla="*/ 6311900 w 6311900"/>
              <a:gd name="connsiteY2" fmla="*/ 3564467 h 3564467"/>
              <a:gd name="connsiteX3" fmla="*/ 0 w 6311900"/>
              <a:gd name="connsiteY3" fmla="*/ 3564467 h 356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900" h="3564467">
                <a:moveTo>
                  <a:pt x="0" y="0"/>
                </a:moveTo>
                <a:lnTo>
                  <a:pt x="6311900" y="0"/>
                </a:lnTo>
                <a:lnTo>
                  <a:pt x="6311900" y="3564467"/>
                </a:lnTo>
                <a:lnTo>
                  <a:pt x="0" y="356446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229202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</p:bldLst>
      </p:timing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EC2E50-0318-BF46-9BED-BE790C2484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19450" y="2374901"/>
            <a:ext cx="5756275" cy="3254375"/>
          </a:xfr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1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</p:bldLst>
      </p:timing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69D147-AED6-AB4F-B2D8-85046CB8B5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3601" y="3872754"/>
            <a:ext cx="10496549" cy="1875118"/>
          </a:xfrm>
          <a:custGeom>
            <a:avLst/>
            <a:gdLst>
              <a:gd name="connsiteX0" fmla="*/ 278048 w 10527957"/>
              <a:gd name="connsiteY0" fmla="*/ 0 h 2261287"/>
              <a:gd name="connsiteX1" fmla="*/ 10249909 w 10527957"/>
              <a:gd name="connsiteY1" fmla="*/ 0 h 2261287"/>
              <a:gd name="connsiteX2" fmla="*/ 10527957 w 10527957"/>
              <a:gd name="connsiteY2" fmla="*/ 278048 h 2261287"/>
              <a:gd name="connsiteX3" fmla="*/ 10527957 w 10527957"/>
              <a:gd name="connsiteY3" fmla="*/ 1983239 h 2261287"/>
              <a:gd name="connsiteX4" fmla="*/ 10249909 w 10527957"/>
              <a:gd name="connsiteY4" fmla="*/ 2261287 h 2261287"/>
              <a:gd name="connsiteX5" fmla="*/ 278048 w 10527957"/>
              <a:gd name="connsiteY5" fmla="*/ 2261287 h 2261287"/>
              <a:gd name="connsiteX6" fmla="*/ 0 w 10527957"/>
              <a:gd name="connsiteY6" fmla="*/ 1983239 h 2261287"/>
              <a:gd name="connsiteX7" fmla="*/ 0 w 10527957"/>
              <a:gd name="connsiteY7" fmla="*/ 278048 h 2261287"/>
              <a:gd name="connsiteX8" fmla="*/ 278048 w 10527957"/>
              <a:gd name="connsiteY8" fmla="*/ 0 h 226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27957" h="2261287">
                <a:moveTo>
                  <a:pt x="278048" y="0"/>
                </a:moveTo>
                <a:lnTo>
                  <a:pt x="10249909" y="0"/>
                </a:lnTo>
                <a:cubicBezTo>
                  <a:pt x="10403471" y="0"/>
                  <a:pt x="10527957" y="124486"/>
                  <a:pt x="10527957" y="278048"/>
                </a:cubicBezTo>
                <a:lnTo>
                  <a:pt x="10527957" y="1983239"/>
                </a:lnTo>
                <a:cubicBezTo>
                  <a:pt x="10527957" y="2136801"/>
                  <a:pt x="10403471" y="2261287"/>
                  <a:pt x="10249909" y="2261287"/>
                </a:cubicBezTo>
                <a:lnTo>
                  <a:pt x="278048" y="2261287"/>
                </a:lnTo>
                <a:cubicBezTo>
                  <a:pt x="124486" y="2261287"/>
                  <a:pt x="0" y="2136801"/>
                  <a:pt x="0" y="1983239"/>
                </a:cubicBezTo>
                <a:lnTo>
                  <a:pt x="0" y="278048"/>
                </a:lnTo>
                <a:cubicBezTo>
                  <a:pt x="0" y="124486"/>
                  <a:pt x="124486" y="0"/>
                  <a:pt x="278048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Front" fov="7200000">
              <a:rot lat="21000000" lon="0" rev="0"/>
            </a:camera>
            <a:lightRig rig="threePt" dir="t"/>
          </a:scene3d>
          <a:sp3d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93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7602DABA-9566-0C4F-BB26-C7291666B3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150262" y="596013"/>
            <a:ext cx="2358571" cy="5624286"/>
          </a:xfrm>
          <a:custGeom>
            <a:avLst/>
            <a:gdLst>
              <a:gd name="connsiteX0" fmla="*/ 270043 w 2894967"/>
              <a:gd name="connsiteY0" fmla="*/ 0 h 6256621"/>
              <a:gd name="connsiteX1" fmla="*/ 2624924 w 2894967"/>
              <a:gd name="connsiteY1" fmla="*/ 0 h 6256621"/>
              <a:gd name="connsiteX2" fmla="*/ 2894967 w 2894967"/>
              <a:gd name="connsiteY2" fmla="*/ 270043 h 6256621"/>
              <a:gd name="connsiteX3" fmla="*/ 2894967 w 2894967"/>
              <a:gd name="connsiteY3" fmla="*/ 5986578 h 6256621"/>
              <a:gd name="connsiteX4" fmla="*/ 2624924 w 2894967"/>
              <a:gd name="connsiteY4" fmla="*/ 6256621 h 6256621"/>
              <a:gd name="connsiteX5" fmla="*/ 270043 w 2894967"/>
              <a:gd name="connsiteY5" fmla="*/ 6256621 h 6256621"/>
              <a:gd name="connsiteX6" fmla="*/ 0 w 2894967"/>
              <a:gd name="connsiteY6" fmla="*/ 5986578 h 6256621"/>
              <a:gd name="connsiteX7" fmla="*/ 0 w 2894967"/>
              <a:gd name="connsiteY7" fmla="*/ 270043 h 6256621"/>
              <a:gd name="connsiteX8" fmla="*/ 270043 w 2894967"/>
              <a:gd name="connsiteY8" fmla="*/ 0 h 625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94967" h="6256621">
                <a:moveTo>
                  <a:pt x="270043" y="0"/>
                </a:moveTo>
                <a:lnTo>
                  <a:pt x="2624924" y="0"/>
                </a:lnTo>
                <a:cubicBezTo>
                  <a:pt x="2774065" y="0"/>
                  <a:pt x="2894967" y="120902"/>
                  <a:pt x="2894967" y="270043"/>
                </a:cubicBezTo>
                <a:lnTo>
                  <a:pt x="2894967" y="5986578"/>
                </a:lnTo>
                <a:cubicBezTo>
                  <a:pt x="2894967" y="6135719"/>
                  <a:pt x="2774065" y="6256621"/>
                  <a:pt x="2624924" y="6256621"/>
                </a:cubicBezTo>
                <a:lnTo>
                  <a:pt x="270043" y="6256621"/>
                </a:lnTo>
                <a:cubicBezTo>
                  <a:pt x="120902" y="6256621"/>
                  <a:pt x="0" y="6135719"/>
                  <a:pt x="0" y="5986578"/>
                </a:cubicBezTo>
                <a:lnTo>
                  <a:pt x="0" y="270043"/>
                </a:lnTo>
                <a:cubicBezTo>
                  <a:pt x="0" y="120902"/>
                  <a:pt x="120902" y="0"/>
                  <a:pt x="27004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Front" fov="1200000">
              <a:rot lat="20340000" lon="19680000" rev="20160000"/>
            </a:camera>
            <a:lightRig rig="threePt" dir="t"/>
          </a:scene3d>
        </p:spPr>
        <p:txBody>
          <a:bodyPr wrap="square">
            <a:no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20849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 p14:presetBounceEnd="50000">
                                      <p:stCondLst>
                                        <p:cond delay="6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>
                                      <p:stCondLst>
                                        <p:cond delay="6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</p:bldLst>
      </p:timing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924420-4C8F-0043-8083-0F755119CE8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76156" y="-430039"/>
            <a:ext cx="3162234" cy="7106478"/>
          </a:xfrm>
          <a:custGeom>
            <a:avLst/>
            <a:gdLst>
              <a:gd name="connsiteX0" fmla="*/ 267588 w 3162234"/>
              <a:gd name="connsiteY0" fmla="*/ 0 h 7106478"/>
              <a:gd name="connsiteX1" fmla="*/ 2894646 w 3162234"/>
              <a:gd name="connsiteY1" fmla="*/ 0 h 7106478"/>
              <a:gd name="connsiteX2" fmla="*/ 3162234 w 3162234"/>
              <a:gd name="connsiteY2" fmla="*/ 267588 h 7106478"/>
              <a:gd name="connsiteX3" fmla="*/ 3162234 w 3162234"/>
              <a:gd name="connsiteY3" fmla="*/ 6838890 h 7106478"/>
              <a:gd name="connsiteX4" fmla="*/ 2894646 w 3162234"/>
              <a:gd name="connsiteY4" fmla="*/ 7106478 h 7106478"/>
              <a:gd name="connsiteX5" fmla="*/ 267588 w 3162234"/>
              <a:gd name="connsiteY5" fmla="*/ 7106478 h 7106478"/>
              <a:gd name="connsiteX6" fmla="*/ 0 w 3162234"/>
              <a:gd name="connsiteY6" fmla="*/ 6838890 h 7106478"/>
              <a:gd name="connsiteX7" fmla="*/ 0 w 3162234"/>
              <a:gd name="connsiteY7" fmla="*/ 267588 h 7106478"/>
              <a:gd name="connsiteX8" fmla="*/ 267588 w 3162234"/>
              <a:gd name="connsiteY8" fmla="*/ 0 h 7106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234" h="7106478">
                <a:moveTo>
                  <a:pt x="267588" y="0"/>
                </a:moveTo>
                <a:lnTo>
                  <a:pt x="2894646" y="0"/>
                </a:lnTo>
                <a:cubicBezTo>
                  <a:pt x="3042431" y="0"/>
                  <a:pt x="3162234" y="119803"/>
                  <a:pt x="3162234" y="267588"/>
                </a:cubicBezTo>
                <a:lnTo>
                  <a:pt x="3162234" y="6838890"/>
                </a:lnTo>
                <a:cubicBezTo>
                  <a:pt x="3162234" y="6986675"/>
                  <a:pt x="3042431" y="7106478"/>
                  <a:pt x="2894646" y="7106478"/>
                </a:cubicBezTo>
                <a:lnTo>
                  <a:pt x="267588" y="7106478"/>
                </a:lnTo>
                <a:cubicBezTo>
                  <a:pt x="119803" y="7106478"/>
                  <a:pt x="0" y="6986675"/>
                  <a:pt x="0" y="6838890"/>
                </a:cubicBezTo>
                <a:lnTo>
                  <a:pt x="0" y="267588"/>
                </a:lnTo>
                <a:cubicBezTo>
                  <a:pt x="0" y="119803"/>
                  <a:pt x="119803" y="0"/>
                  <a:pt x="267588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Front" fov="900000">
              <a:rot lat="19860000" lon="19500000" rev="2640000"/>
            </a:camera>
            <a:lightRig rig="threePt" dir="t"/>
          </a:scene3d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5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</p:bldLst>
      </p:timing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F97F950-2540-B042-8016-404F3AC4C49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61951" y="1162444"/>
            <a:ext cx="5547976" cy="4340904"/>
          </a:xfrm>
          <a:custGeom>
            <a:avLst/>
            <a:gdLst>
              <a:gd name="connsiteX0" fmla="*/ 61517 w 4872446"/>
              <a:gd name="connsiteY0" fmla="*/ 0 h 3174275"/>
              <a:gd name="connsiteX1" fmla="*/ 4810929 w 4872446"/>
              <a:gd name="connsiteY1" fmla="*/ 0 h 3174275"/>
              <a:gd name="connsiteX2" fmla="*/ 4872446 w 4872446"/>
              <a:gd name="connsiteY2" fmla="*/ 61517 h 3174275"/>
              <a:gd name="connsiteX3" fmla="*/ 4872446 w 4872446"/>
              <a:gd name="connsiteY3" fmla="*/ 3112758 h 3174275"/>
              <a:gd name="connsiteX4" fmla="*/ 4810929 w 4872446"/>
              <a:gd name="connsiteY4" fmla="*/ 3174275 h 3174275"/>
              <a:gd name="connsiteX5" fmla="*/ 61517 w 4872446"/>
              <a:gd name="connsiteY5" fmla="*/ 3174275 h 3174275"/>
              <a:gd name="connsiteX6" fmla="*/ 0 w 4872446"/>
              <a:gd name="connsiteY6" fmla="*/ 3112758 h 3174275"/>
              <a:gd name="connsiteX7" fmla="*/ 0 w 4872446"/>
              <a:gd name="connsiteY7" fmla="*/ 61517 h 3174275"/>
              <a:gd name="connsiteX8" fmla="*/ 61517 w 4872446"/>
              <a:gd name="connsiteY8" fmla="*/ 0 h 317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72446" h="3174275">
                <a:moveTo>
                  <a:pt x="61517" y="0"/>
                </a:moveTo>
                <a:lnTo>
                  <a:pt x="4810929" y="0"/>
                </a:lnTo>
                <a:cubicBezTo>
                  <a:pt x="4844904" y="0"/>
                  <a:pt x="4872446" y="27542"/>
                  <a:pt x="4872446" y="61517"/>
                </a:cubicBezTo>
                <a:lnTo>
                  <a:pt x="4872446" y="3112758"/>
                </a:lnTo>
                <a:cubicBezTo>
                  <a:pt x="4872446" y="3146733"/>
                  <a:pt x="4844904" y="3174275"/>
                  <a:pt x="4810929" y="3174275"/>
                </a:cubicBezTo>
                <a:lnTo>
                  <a:pt x="61517" y="3174275"/>
                </a:lnTo>
                <a:cubicBezTo>
                  <a:pt x="27542" y="3174275"/>
                  <a:pt x="0" y="3146733"/>
                  <a:pt x="0" y="3112758"/>
                </a:cubicBezTo>
                <a:lnTo>
                  <a:pt x="0" y="61517"/>
                </a:lnTo>
                <a:cubicBezTo>
                  <a:pt x="0" y="27542"/>
                  <a:pt x="27542" y="0"/>
                  <a:pt x="61517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Left" fov="1080000">
              <a:rot lat="19440000" lon="18720000" rev="3660000"/>
            </a:camera>
            <a:lightRig rig="threePt" dir="t"/>
          </a:scene3d>
          <a:sp3d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31903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</p:bldLst>
      </p:timing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75E2BB-0ECB-1043-A641-F08E64B27E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54495" y="1161738"/>
            <a:ext cx="3626981" cy="3439672"/>
          </a:xfrm>
          <a:solidFill>
            <a:schemeClr val="tx1">
              <a:lumMod val="50000"/>
              <a:lumOff val="50000"/>
            </a:schemeClr>
          </a:solidFill>
          <a:ln>
            <a:noFill/>
          </a:ln>
          <a:scene3d>
            <a:camera prst="perspectiveRelaxed" fov="2100000">
              <a:rot lat="20160000" lon="2400000" rev="20280000"/>
            </a:camera>
            <a:lightRig rig="threePt" dir="t"/>
          </a:scene3d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20921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4FE7AF-7E07-2142-9481-3260588F9C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37021" y="296563"/>
            <a:ext cx="2910015" cy="4985950"/>
          </a:xfrm>
          <a:custGeom>
            <a:avLst/>
            <a:gdLst>
              <a:gd name="connsiteX0" fmla="*/ 80560 w 2834640"/>
              <a:gd name="connsiteY0" fmla="*/ 0 h 4872446"/>
              <a:gd name="connsiteX1" fmla="*/ 2754080 w 2834640"/>
              <a:gd name="connsiteY1" fmla="*/ 0 h 4872446"/>
              <a:gd name="connsiteX2" fmla="*/ 2834640 w 2834640"/>
              <a:gd name="connsiteY2" fmla="*/ 80560 h 4872446"/>
              <a:gd name="connsiteX3" fmla="*/ 2834640 w 2834640"/>
              <a:gd name="connsiteY3" fmla="*/ 4791886 h 4872446"/>
              <a:gd name="connsiteX4" fmla="*/ 2754080 w 2834640"/>
              <a:gd name="connsiteY4" fmla="*/ 4872446 h 4872446"/>
              <a:gd name="connsiteX5" fmla="*/ 80560 w 2834640"/>
              <a:gd name="connsiteY5" fmla="*/ 4872446 h 4872446"/>
              <a:gd name="connsiteX6" fmla="*/ 0 w 2834640"/>
              <a:gd name="connsiteY6" fmla="*/ 4791886 h 4872446"/>
              <a:gd name="connsiteX7" fmla="*/ 0 w 2834640"/>
              <a:gd name="connsiteY7" fmla="*/ 80560 h 4872446"/>
              <a:gd name="connsiteX8" fmla="*/ 80560 w 2834640"/>
              <a:gd name="connsiteY8" fmla="*/ 0 h 487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4640" h="4872446">
                <a:moveTo>
                  <a:pt x="80560" y="0"/>
                </a:moveTo>
                <a:lnTo>
                  <a:pt x="2754080" y="0"/>
                </a:lnTo>
                <a:cubicBezTo>
                  <a:pt x="2798572" y="0"/>
                  <a:pt x="2834640" y="36068"/>
                  <a:pt x="2834640" y="80560"/>
                </a:cubicBezTo>
                <a:lnTo>
                  <a:pt x="2834640" y="4791886"/>
                </a:lnTo>
                <a:cubicBezTo>
                  <a:pt x="2834640" y="4836378"/>
                  <a:pt x="2798572" y="4872446"/>
                  <a:pt x="2754080" y="4872446"/>
                </a:cubicBezTo>
                <a:lnTo>
                  <a:pt x="80560" y="4872446"/>
                </a:lnTo>
                <a:cubicBezTo>
                  <a:pt x="36068" y="4872446"/>
                  <a:pt x="0" y="4836378"/>
                  <a:pt x="0" y="4791886"/>
                </a:cubicBezTo>
                <a:lnTo>
                  <a:pt x="0" y="80560"/>
                </a:lnTo>
                <a:cubicBezTo>
                  <a:pt x="0" y="36068"/>
                  <a:pt x="36068" y="0"/>
                  <a:pt x="8056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Right" fov="2100000">
              <a:rot lat="21120000" lon="18600000" rev="2220000"/>
            </a:camera>
            <a:lightRig rig="threePt" dir="t"/>
          </a:scene3d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4084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F0C4B02-72E8-0341-AEDE-3117F99DE1E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379913" y="2959332"/>
            <a:ext cx="9429002" cy="2260971"/>
          </a:xfrm>
          <a:custGeom>
            <a:avLst/>
            <a:gdLst>
              <a:gd name="connsiteX0" fmla="*/ 36987 w 2930525"/>
              <a:gd name="connsiteY0" fmla="*/ 0 h 2200276"/>
              <a:gd name="connsiteX1" fmla="*/ 2893538 w 2930525"/>
              <a:gd name="connsiteY1" fmla="*/ 0 h 2200276"/>
              <a:gd name="connsiteX2" fmla="*/ 2930525 w 2930525"/>
              <a:gd name="connsiteY2" fmla="*/ 36987 h 2200276"/>
              <a:gd name="connsiteX3" fmla="*/ 2930525 w 2930525"/>
              <a:gd name="connsiteY3" fmla="*/ 2163289 h 2200276"/>
              <a:gd name="connsiteX4" fmla="*/ 2893538 w 2930525"/>
              <a:gd name="connsiteY4" fmla="*/ 2200276 h 2200276"/>
              <a:gd name="connsiteX5" fmla="*/ 36987 w 2930525"/>
              <a:gd name="connsiteY5" fmla="*/ 2200276 h 2200276"/>
              <a:gd name="connsiteX6" fmla="*/ 0 w 2930525"/>
              <a:gd name="connsiteY6" fmla="*/ 2163289 h 2200276"/>
              <a:gd name="connsiteX7" fmla="*/ 0 w 2930525"/>
              <a:gd name="connsiteY7" fmla="*/ 36987 h 2200276"/>
              <a:gd name="connsiteX8" fmla="*/ 36987 w 2930525"/>
              <a:gd name="connsiteY8" fmla="*/ 0 h 220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0525" h="2200276">
                <a:moveTo>
                  <a:pt x="36987" y="0"/>
                </a:moveTo>
                <a:lnTo>
                  <a:pt x="2893538" y="0"/>
                </a:lnTo>
                <a:cubicBezTo>
                  <a:pt x="2913965" y="0"/>
                  <a:pt x="2930525" y="16560"/>
                  <a:pt x="2930525" y="36987"/>
                </a:cubicBezTo>
                <a:lnTo>
                  <a:pt x="2930525" y="2163289"/>
                </a:lnTo>
                <a:cubicBezTo>
                  <a:pt x="2930525" y="2183716"/>
                  <a:pt x="2913965" y="2200276"/>
                  <a:pt x="2893538" y="2200276"/>
                </a:cubicBezTo>
                <a:lnTo>
                  <a:pt x="36987" y="2200276"/>
                </a:lnTo>
                <a:cubicBezTo>
                  <a:pt x="16560" y="2200276"/>
                  <a:pt x="0" y="2183716"/>
                  <a:pt x="0" y="2163289"/>
                </a:cubicBezTo>
                <a:lnTo>
                  <a:pt x="0" y="36987"/>
                </a:lnTo>
                <a:cubicBezTo>
                  <a:pt x="0" y="16560"/>
                  <a:pt x="16560" y="0"/>
                  <a:pt x="36987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Front" fov="7080000">
              <a:rot lat="20700000" lon="0" rev="0"/>
            </a:camera>
            <a:lightRig rig="threePt" dir="t"/>
          </a:scene3d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here to add your picture, then Right click – Send to Back</a:t>
            </a:r>
          </a:p>
        </p:txBody>
      </p:sp>
    </p:spTree>
    <p:extLst>
      <p:ext uri="{BB962C8B-B14F-4D97-AF65-F5344CB8AC3E}">
        <p14:creationId xmlns:p14="http://schemas.microsoft.com/office/powerpoint/2010/main" val="304964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</p:bldLst>
      </p:timing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E75B452-C0CD-A541-8755-037D46A2D4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7850" y="1104901"/>
            <a:ext cx="3530599" cy="4708525"/>
          </a:xfrm>
          <a:custGeom>
            <a:avLst/>
            <a:gdLst>
              <a:gd name="connsiteX0" fmla="*/ 69398 w 3796392"/>
              <a:gd name="connsiteY0" fmla="*/ 0 h 5059309"/>
              <a:gd name="connsiteX1" fmla="*/ 3726994 w 3796392"/>
              <a:gd name="connsiteY1" fmla="*/ 0 h 5059309"/>
              <a:gd name="connsiteX2" fmla="*/ 3796392 w 3796392"/>
              <a:gd name="connsiteY2" fmla="*/ 69398 h 5059309"/>
              <a:gd name="connsiteX3" fmla="*/ 3796392 w 3796392"/>
              <a:gd name="connsiteY3" fmla="*/ 4989911 h 5059309"/>
              <a:gd name="connsiteX4" fmla="*/ 3726994 w 3796392"/>
              <a:gd name="connsiteY4" fmla="*/ 5059309 h 5059309"/>
              <a:gd name="connsiteX5" fmla="*/ 69398 w 3796392"/>
              <a:gd name="connsiteY5" fmla="*/ 5059309 h 5059309"/>
              <a:gd name="connsiteX6" fmla="*/ 0 w 3796392"/>
              <a:gd name="connsiteY6" fmla="*/ 4989911 h 5059309"/>
              <a:gd name="connsiteX7" fmla="*/ 0 w 3796392"/>
              <a:gd name="connsiteY7" fmla="*/ 69398 h 5059309"/>
              <a:gd name="connsiteX8" fmla="*/ 69398 w 3796392"/>
              <a:gd name="connsiteY8" fmla="*/ 0 h 5059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6392" h="5059309">
                <a:moveTo>
                  <a:pt x="69398" y="0"/>
                </a:moveTo>
                <a:lnTo>
                  <a:pt x="3726994" y="0"/>
                </a:lnTo>
                <a:cubicBezTo>
                  <a:pt x="3765321" y="0"/>
                  <a:pt x="3796392" y="31071"/>
                  <a:pt x="3796392" y="69398"/>
                </a:cubicBezTo>
                <a:lnTo>
                  <a:pt x="3796392" y="4989911"/>
                </a:lnTo>
                <a:cubicBezTo>
                  <a:pt x="3796392" y="5028238"/>
                  <a:pt x="3765321" y="5059309"/>
                  <a:pt x="3726994" y="5059309"/>
                </a:cubicBezTo>
                <a:lnTo>
                  <a:pt x="69398" y="5059309"/>
                </a:lnTo>
                <a:cubicBezTo>
                  <a:pt x="31071" y="5059309"/>
                  <a:pt x="0" y="5028238"/>
                  <a:pt x="0" y="4989911"/>
                </a:cubicBezTo>
                <a:lnTo>
                  <a:pt x="0" y="69398"/>
                </a:lnTo>
                <a:cubicBezTo>
                  <a:pt x="0" y="31071"/>
                  <a:pt x="31071" y="0"/>
                  <a:pt x="69398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5725F749-76FE-D643-BB71-6B498556A2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26981" y="243282"/>
            <a:ext cx="5736266" cy="2072079"/>
          </a:xfrm>
          <a:custGeom>
            <a:avLst/>
            <a:gdLst>
              <a:gd name="connsiteX0" fmla="*/ 0 w 4815068"/>
              <a:gd name="connsiteY0" fmla="*/ 0 h 3009418"/>
              <a:gd name="connsiteX1" fmla="*/ 4815068 w 4815068"/>
              <a:gd name="connsiteY1" fmla="*/ 0 h 3009418"/>
              <a:gd name="connsiteX2" fmla="*/ 4815068 w 4815068"/>
              <a:gd name="connsiteY2" fmla="*/ 3009418 h 3009418"/>
              <a:gd name="connsiteX3" fmla="*/ 0 w 4815068"/>
              <a:gd name="connsiteY3" fmla="*/ 3009418 h 300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068" h="3009418">
                <a:moveTo>
                  <a:pt x="0" y="0"/>
                </a:moveTo>
                <a:lnTo>
                  <a:pt x="4815068" y="0"/>
                </a:lnTo>
                <a:lnTo>
                  <a:pt x="4815068" y="3009418"/>
                </a:lnTo>
                <a:lnTo>
                  <a:pt x="0" y="30094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scene3d>
            <a:camera prst="perspectiveBelow" fov="6900000">
              <a:rot lat="420000" lon="0" rev="0"/>
            </a:camera>
            <a:lightRig rig="threePt" dir="t"/>
          </a:scene3d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8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8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8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8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5874DBA-FAD4-AE46-86F8-A408C8C628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8318" y="1870076"/>
            <a:ext cx="6068332" cy="3422650"/>
          </a:xfrm>
          <a:custGeom>
            <a:avLst/>
            <a:gdLst>
              <a:gd name="connsiteX0" fmla="*/ 0 w 6311900"/>
              <a:gd name="connsiteY0" fmla="*/ 0 h 3564467"/>
              <a:gd name="connsiteX1" fmla="*/ 6311900 w 6311900"/>
              <a:gd name="connsiteY1" fmla="*/ 0 h 3564467"/>
              <a:gd name="connsiteX2" fmla="*/ 6311900 w 6311900"/>
              <a:gd name="connsiteY2" fmla="*/ 3564467 h 3564467"/>
              <a:gd name="connsiteX3" fmla="*/ 0 w 6311900"/>
              <a:gd name="connsiteY3" fmla="*/ 3564467 h 356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900" h="3564467">
                <a:moveTo>
                  <a:pt x="0" y="0"/>
                </a:moveTo>
                <a:lnTo>
                  <a:pt x="6311900" y="0"/>
                </a:lnTo>
                <a:lnTo>
                  <a:pt x="6311900" y="3564467"/>
                </a:lnTo>
                <a:lnTo>
                  <a:pt x="0" y="356446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19947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</p:bldLst>
      </p:timing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Layout: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latin typeface="Leto"/>
                <a:cs typeface="Mongolian Baiti" panose="03000500000000000000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49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: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02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Content Layout: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284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Layout: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96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0097" y="3249001"/>
            <a:ext cx="3815927" cy="259198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3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70B5-2641-4048-A5B7-426327B0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084"/>
            <a:ext cx="10515819" cy="831928"/>
          </a:xfrm>
          <a:prstGeom prst="rect">
            <a:avLst/>
          </a:prstGeom>
        </p:spPr>
        <p:txBody>
          <a:bodyPr anchor="ctr"/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77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0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61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008486-9D45-43C8-BA76-43F6E77460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7150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091" y="365084"/>
            <a:ext cx="10514231" cy="132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091" y="1825413"/>
            <a:ext cx="10514231" cy="4350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77" indent="-228577" algn="l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5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2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091" y="6355615"/>
            <a:ext cx="2742843" cy="365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2285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57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55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32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09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2886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463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040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61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1A2E9-0A58-4CD8-B9CB-2A5E9A0BC469}" type="datetimeFigureOut">
              <a:rPr lang="en-US" smtClean="0"/>
              <a:pPr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074" y="6355615"/>
            <a:ext cx="4114265" cy="365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2285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57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55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32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09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2886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463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040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61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9479" y="6355615"/>
            <a:ext cx="2742843" cy="365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2285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57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155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32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309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2886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463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040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617" algn="l" defTabSz="228577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9F497E-EEEB-4D0F-8C2E-A2AA7485E8AD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485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091" y="365084"/>
            <a:ext cx="10514231" cy="132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752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00439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0097" y="3249001"/>
            <a:ext cx="3815927" cy="259198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NAME OF YOUR TOP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63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099" y="549014"/>
            <a:ext cx="10331803" cy="71999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NAME OF YOUR TOP SLIDE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0AB005FD-6530-3E4A-9093-8B2C9615AE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099" y="1737008"/>
            <a:ext cx="10331803" cy="2951986"/>
          </a:xfrm>
          <a:prstGeom prst="rect">
            <a:avLst/>
          </a:prstGeom>
        </p:spPr>
        <p:txBody>
          <a:bodyPr/>
          <a:lstStyle>
            <a:lvl1pPr algn="ctr">
              <a:lnSpc>
                <a:spcPct val="120000"/>
              </a:lnSpc>
              <a:spcBef>
                <a:spcPts val="636"/>
              </a:spcBef>
              <a:defRPr lang="en-US" sz="1400" b="0" i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F8176027-EFD5-1A4C-B3F3-DE92C312D23C}"/>
              </a:ext>
            </a:extLst>
          </p:cNvPr>
          <p:cNvSpPr txBox="1">
            <a:spLocks/>
          </p:cNvSpPr>
          <p:nvPr userDrawn="1"/>
        </p:nvSpPr>
        <p:spPr>
          <a:xfrm>
            <a:off x="10955907" y="6325901"/>
            <a:ext cx="1246072" cy="409215"/>
          </a:xfrm>
          <a:prstGeom prst="rect">
            <a:avLst/>
          </a:prstGeom>
        </p:spPr>
        <p:txBody>
          <a:bodyPr rIns="215972" anchor="ctr"/>
          <a:lstStyle>
            <a:defPPr>
              <a:defRPr lang="ru-RU"/>
            </a:defPPr>
            <a:lvl1pPr marL="0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61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22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783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77044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96305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15566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534827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754088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201">
              <a:lnSpc>
                <a:spcPct val="150000"/>
              </a:lnSpc>
              <a:spcBef>
                <a:spcPts val="432"/>
              </a:spcBef>
            </a:pPr>
            <a:fld id="{E8BBD06A-759F-43F0-9FDD-30D8801384DF}" type="slidenum">
              <a:rPr lang="ru-RU" sz="1600" smtClean="0">
                <a:solidFill>
                  <a:schemeClr val="tx2">
                    <a:lumMod val="50000"/>
                    <a:lumOff val="50000"/>
                  </a:schemeClr>
                </a:solidFill>
                <a:latin typeface="Tahoma" charset="0"/>
                <a:ea typeface="Tahoma" charset="0"/>
                <a:cs typeface="Tahoma" charset="0"/>
              </a:rPr>
              <a:pPr algn="r" defTabSz="1219201">
                <a:lnSpc>
                  <a:spcPct val="150000"/>
                </a:lnSpc>
                <a:spcBef>
                  <a:spcPts val="432"/>
                </a:spcBef>
              </a:pPr>
              <a:t>‹#›</a:t>
            </a:fld>
            <a:endParaRPr lang="ru-RU" sz="1600" dirty="0">
              <a:solidFill>
                <a:schemeClr val="tx2">
                  <a:lumMod val="50000"/>
                  <a:lumOff val="50000"/>
                </a:schemeClr>
              </a:solidFill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37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8737" y="837013"/>
            <a:ext cx="4215165" cy="133199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r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NAME OF YOUR TOP SLIDE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0AB005FD-6530-3E4A-9093-8B2C9615AE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28737" y="2601004"/>
            <a:ext cx="4215165" cy="2951986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spcBef>
                <a:spcPts val="636"/>
              </a:spcBef>
              <a:defRPr lang="en-US" sz="1400" b="0" i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8EC6443F-727B-6046-90AE-727CC4A21A82}"/>
              </a:ext>
            </a:extLst>
          </p:cNvPr>
          <p:cNvSpPr txBox="1">
            <a:spLocks/>
          </p:cNvSpPr>
          <p:nvPr userDrawn="1"/>
        </p:nvSpPr>
        <p:spPr>
          <a:xfrm>
            <a:off x="10955907" y="6325901"/>
            <a:ext cx="1246072" cy="409215"/>
          </a:xfrm>
          <a:prstGeom prst="rect">
            <a:avLst/>
          </a:prstGeom>
        </p:spPr>
        <p:txBody>
          <a:bodyPr rIns="215972" anchor="ctr"/>
          <a:lstStyle>
            <a:defPPr>
              <a:defRPr lang="ru-RU"/>
            </a:defPPr>
            <a:lvl1pPr marL="0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61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22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783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77044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96305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15566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534827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754088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201">
              <a:lnSpc>
                <a:spcPct val="150000"/>
              </a:lnSpc>
              <a:spcBef>
                <a:spcPts val="432"/>
              </a:spcBef>
            </a:pPr>
            <a:fld id="{E8BBD06A-759F-43F0-9FDD-30D8801384DF}" type="slidenum">
              <a:rPr lang="ru-RU" sz="1600" smtClean="0">
                <a:solidFill>
                  <a:schemeClr val="tx2">
                    <a:lumMod val="50000"/>
                    <a:lumOff val="50000"/>
                  </a:schemeClr>
                </a:solidFill>
                <a:latin typeface="Tahoma" charset="0"/>
                <a:ea typeface="Tahoma" charset="0"/>
                <a:cs typeface="Tahoma" charset="0"/>
              </a:rPr>
              <a:pPr algn="r" defTabSz="1219201">
                <a:lnSpc>
                  <a:spcPct val="150000"/>
                </a:lnSpc>
                <a:spcBef>
                  <a:spcPts val="432"/>
                </a:spcBef>
              </a:pPr>
              <a:t>‹#›</a:t>
            </a:fld>
            <a:endParaRPr lang="ru-RU" sz="1600" dirty="0">
              <a:solidFill>
                <a:schemeClr val="tx2">
                  <a:lumMod val="50000"/>
                  <a:lumOff val="50000"/>
                </a:schemeClr>
              </a:solidFill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77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856" y="837013"/>
            <a:ext cx="4215165" cy="133199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NAME OF YOUR TOP SLIDE</a:t>
            </a:r>
            <a:endParaRPr lang="ru-RU" dirty="0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0AB005FD-6530-3E4A-9093-8B2C9615AE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856" y="2601004"/>
            <a:ext cx="4215165" cy="2951986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spcBef>
                <a:spcPts val="636"/>
              </a:spcBef>
              <a:defRPr lang="en-US" sz="1400" b="0" i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963ADF24-BE00-C549-BC1B-816B7DDDD612}"/>
              </a:ext>
            </a:extLst>
          </p:cNvPr>
          <p:cNvSpPr txBox="1">
            <a:spLocks/>
          </p:cNvSpPr>
          <p:nvPr userDrawn="1"/>
        </p:nvSpPr>
        <p:spPr>
          <a:xfrm>
            <a:off x="10955907" y="6325901"/>
            <a:ext cx="1246072" cy="409215"/>
          </a:xfrm>
          <a:prstGeom prst="rect">
            <a:avLst/>
          </a:prstGeom>
        </p:spPr>
        <p:txBody>
          <a:bodyPr rIns="215972" anchor="ctr"/>
          <a:lstStyle>
            <a:defPPr>
              <a:defRPr lang="ru-RU"/>
            </a:defPPr>
            <a:lvl1pPr marL="0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61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22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783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77044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96305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15566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534827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754088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201">
              <a:lnSpc>
                <a:spcPct val="150000"/>
              </a:lnSpc>
              <a:spcBef>
                <a:spcPts val="432"/>
              </a:spcBef>
            </a:pPr>
            <a:fld id="{E8BBD06A-759F-43F0-9FDD-30D8801384DF}" type="slidenum">
              <a:rPr lang="ru-RU" sz="1600" smtClean="0">
                <a:solidFill>
                  <a:schemeClr val="tx2">
                    <a:lumMod val="50000"/>
                    <a:lumOff val="50000"/>
                  </a:schemeClr>
                </a:solidFill>
                <a:latin typeface="Tahoma" charset="0"/>
                <a:ea typeface="Tahoma" charset="0"/>
                <a:cs typeface="Tahoma" charset="0"/>
              </a:rPr>
              <a:pPr algn="r" defTabSz="1219201">
                <a:lnSpc>
                  <a:spcPct val="150000"/>
                </a:lnSpc>
                <a:spcBef>
                  <a:spcPts val="432"/>
                </a:spcBef>
              </a:pPr>
              <a:t>‹#›</a:t>
            </a:fld>
            <a:endParaRPr lang="ru-RU" sz="1600" dirty="0">
              <a:solidFill>
                <a:schemeClr val="tx2">
                  <a:lumMod val="50000"/>
                  <a:lumOff val="50000"/>
                </a:schemeClr>
              </a:solidFill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99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7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40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2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63" Type="http://schemas.openxmlformats.org/officeDocument/2006/relationships/slideLayout" Target="../slideLayouts/slideLayout64.xml"/><Relationship Id="rId68" Type="http://schemas.openxmlformats.org/officeDocument/2006/relationships/slideLayout" Target="../slideLayouts/slideLayout69.xml"/><Relationship Id="rId84" Type="http://schemas.openxmlformats.org/officeDocument/2006/relationships/slideLayout" Target="../slideLayouts/slideLayout85.xml"/><Relationship Id="rId89" Type="http://schemas.openxmlformats.org/officeDocument/2006/relationships/theme" Target="../theme/theme2.xml"/><Relationship Id="rId1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2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53" Type="http://schemas.openxmlformats.org/officeDocument/2006/relationships/slideLayout" Target="../slideLayouts/slideLayout54.xml"/><Relationship Id="rId58" Type="http://schemas.openxmlformats.org/officeDocument/2006/relationships/slideLayout" Target="../slideLayouts/slideLayout59.xml"/><Relationship Id="rId74" Type="http://schemas.openxmlformats.org/officeDocument/2006/relationships/slideLayout" Target="../slideLayouts/slideLayout75.xml"/><Relationship Id="rId7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6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7.xml"/><Relationship Id="rId64" Type="http://schemas.openxmlformats.org/officeDocument/2006/relationships/slideLayout" Target="../slideLayouts/slideLayout65.xml"/><Relationship Id="rId69" Type="http://schemas.openxmlformats.org/officeDocument/2006/relationships/slideLayout" Target="../slideLayouts/slideLayout70.xml"/><Relationship Id="rId7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72" Type="http://schemas.openxmlformats.org/officeDocument/2006/relationships/slideLayout" Target="../slideLayouts/slideLayout73.xml"/><Relationship Id="rId80" Type="http://schemas.openxmlformats.org/officeDocument/2006/relationships/slideLayout" Target="../slideLayouts/slideLayout81.xml"/><Relationship Id="rId85" Type="http://schemas.openxmlformats.org/officeDocument/2006/relationships/slideLayout" Target="../slideLayouts/slideLayout86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59" Type="http://schemas.openxmlformats.org/officeDocument/2006/relationships/slideLayout" Target="../slideLayouts/slideLayout60.xml"/><Relationship Id="rId67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54" Type="http://schemas.openxmlformats.org/officeDocument/2006/relationships/slideLayout" Target="../slideLayouts/slideLayout55.xml"/><Relationship Id="rId62" Type="http://schemas.openxmlformats.org/officeDocument/2006/relationships/slideLayout" Target="../slideLayouts/slideLayout63.xml"/><Relationship Id="rId70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6.xml"/><Relationship Id="rId83" Type="http://schemas.openxmlformats.org/officeDocument/2006/relationships/slideLayout" Target="../slideLayouts/slideLayout84.xml"/><Relationship Id="rId88" Type="http://schemas.openxmlformats.org/officeDocument/2006/relationships/slideLayout" Target="../slideLayouts/slideLayout89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Relationship Id="rId60" Type="http://schemas.openxmlformats.org/officeDocument/2006/relationships/slideLayout" Target="../slideLayouts/slideLayout61.xml"/><Relationship Id="rId65" Type="http://schemas.openxmlformats.org/officeDocument/2006/relationships/slideLayout" Target="../slideLayouts/slideLayout66.xml"/><Relationship Id="rId73" Type="http://schemas.openxmlformats.org/officeDocument/2006/relationships/slideLayout" Target="../slideLayouts/slideLayout74.xml"/><Relationship Id="rId78" Type="http://schemas.openxmlformats.org/officeDocument/2006/relationships/slideLayout" Target="../slideLayouts/slideLayout79.xml"/><Relationship Id="rId81" Type="http://schemas.openxmlformats.org/officeDocument/2006/relationships/slideLayout" Target="../slideLayouts/slideLayout82.xml"/><Relationship Id="rId86" Type="http://schemas.openxmlformats.org/officeDocument/2006/relationships/slideLayout" Target="../slideLayouts/slideLayout87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9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35.xml"/><Relationship Id="rId50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6.xml"/><Relationship Id="rId7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.xml"/><Relationship Id="rId7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3.xml"/><Relationship Id="rId29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25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66" Type="http://schemas.openxmlformats.org/officeDocument/2006/relationships/slideLayout" Target="../slideLayouts/slideLayout67.xml"/><Relationship Id="rId87" Type="http://schemas.openxmlformats.org/officeDocument/2006/relationships/slideLayout" Target="../slideLayouts/slideLayout88.xml"/><Relationship Id="rId61" Type="http://schemas.openxmlformats.org/officeDocument/2006/relationships/slideLayout" Target="../slideLayouts/slideLayout62.xml"/><Relationship Id="rId82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21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3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  <p:sldLayoutId id="2147483720" r:id="rId58"/>
    <p:sldLayoutId id="2147483721" r:id="rId59"/>
    <p:sldLayoutId id="2147483722" r:id="rId60"/>
    <p:sldLayoutId id="2147483723" r:id="rId61"/>
    <p:sldLayoutId id="2147483724" r:id="rId62"/>
    <p:sldLayoutId id="2147483725" r:id="rId63"/>
    <p:sldLayoutId id="2147483726" r:id="rId64"/>
    <p:sldLayoutId id="2147483727" r:id="rId65"/>
    <p:sldLayoutId id="2147483728" r:id="rId66"/>
    <p:sldLayoutId id="2147483729" r:id="rId67"/>
    <p:sldLayoutId id="2147483730" r:id="rId68"/>
    <p:sldLayoutId id="2147483731" r:id="rId69"/>
    <p:sldLayoutId id="2147483732" r:id="rId70"/>
    <p:sldLayoutId id="2147483733" r:id="rId71"/>
    <p:sldLayoutId id="2147483734" r:id="rId72"/>
    <p:sldLayoutId id="2147483735" r:id="rId73"/>
    <p:sldLayoutId id="2147483736" r:id="rId74"/>
    <p:sldLayoutId id="2147483737" r:id="rId75"/>
    <p:sldLayoutId id="2147483738" r:id="rId76"/>
    <p:sldLayoutId id="2147483739" r:id="rId77"/>
    <p:sldLayoutId id="2147483740" r:id="rId78"/>
    <p:sldLayoutId id="2147483741" r:id="rId79"/>
    <p:sldLayoutId id="2147483742" r:id="rId80"/>
    <p:sldLayoutId id="2147483743" r:id="rId81"/>
    <p:sldLayoutId id="2147483744" r:id="rId82"/>
    <p:sldLayoutId id="2147483745" r:id="rId83"/>
    <p:sldLayoutId id="2147483746" r:id="rId84"/>
    <p:sldLayoutId id="2147483747" r:id="rId85"/>
    <p:sldLayoutId id="2147483748" r:id="rId86"/>
    <p:sldLayoutId id="2147483749" r:id="rId87"/>
    <p:sldLayoutId id="2147483750" r:id="rId88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06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/>
  <p:txStyles>
    <p:titleStyle>
      <a:lvl1pPr algn="ctr" defTabSz="1219201" rtl="0" eaLnBrk="1" latinLnBrk="0" hangingPunct="1">
        <a:spcBef>
          <a:spcPct val="0"/>
        </a:spcBef>
        <a:buNone/>
        <a:defRPr sz="5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1" indent="-4572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1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93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/>
  <p:txStyles>
    <p:titleStyle>
      <a:lvl1pPr algn="ctr" defTabSz="1219201" rtl="0" eaLnBrk="1" latinLnBrk="0" hangingPunct="1">
        <a:spcBef>
          <a:spcPct val="0"/>
        </a:spcBef>
        <a:buNone/>
        <a:defRPr sz="5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1" indent="-4572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1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CuadroTexto 543"/>
          <p:cNvSpPr txBox="1"/>
          <p:nvPr/>
        </p:nvSpPr>
        <p:spPr>
          <a:xfrm>
            <a:off x="777496" y="1779794"/>
            <a:ext cx="31071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2800" b="1" dirty="0">
                <a:solidFill>
                  <a:srgbClr val="364556"/>
                </a:solidFill>
                <a:latin typeface="Lato Heavy" charset="0"/>
              </a:rPr>
              <a:t>AML Transaction </a:t>
            </a:r>
          </a:p>
          <a:p>
            <a:pPr algn="ctr" defTabSz="914217"/>
            <a:r>
              <a:rPr lang="en-US" sz="2800" b="1" dirty="0">
                <a:solidFill>
                  <a:srgbClr val="364556"/>
                </a:solidFill>
                <a:latin typeface="Lato Heavy" charset="0"/>
              </a:rPr>
              <a:t>Risk Analysis</a:t>
            </a:r>
          </a:p>
        </p:txBody>
      </p:sp>
      <p:sp>
        <p:nvSpPr>
          <p:cNvPr id="545" name="CuadroTexto 544"/>
          <p:cNvSpPr txBox="1"/>
          <p:nvPr/>
        </p:nvSpPr>
        <p:spPr>
          <a:xfrm>
            <a:off x="446567" y="2894908"/>
            <a:ext cx="32930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600" dirty="0">
                <a:solidFill>
                  <a:srgbClr val="999999"/>
                </a:solidFill>
                <a:latin typeface="Lato Light" charset="0"/>
                <a:ea typeface="Lato Light" charset="0"/>
                <a:cs typeface="Lato Light" charset="0"/>
              </a:rPr>
              <a:t>Understanding how transaction </a:t>
            </a:r>
            <a:r>
              <a:rPr lang="en-US" sz="1600" dirty="0" err="1">
                <a:solidFill>
                  <a:srgbClr val="999999"/>
                </a:solidFill>
                <a:latin typeface="Lato Light" charset="0"/>
                <a:ea typeface="Lato Light" charset="0"/>
                <a:cs typeface="Lato Light" charset="0"/>
              </a:rPr>
              <a:t>behaviour</a:t>
            </a:r>
            <a:r>
              <a:rPr lang="en-US" sz="1600" dirty="0">
                <a:solidFill>
                  <a:srgbClr val="999999"/>
                </a:solidFill>
                <a:latin typeface="Lato Light" charset="0"/>
                <a:ea typeface="Lato Light" charset="0"/>
                <a:cs typeface="Lato Light" charset="0"/>
              </a:rPr>
              <a:t> reveals hidden money laundering risks using data analytics and machine learning.</a:t>
            </a:r>
          </a:p>
          <a:p>
            <a:pPr defTabSz="914217"/>
            <a:endParaRPr lang="en-US" sz="1600" dirty="0">
              <a:solidFill>
                <a:srgbClr val="999999"/>
              </a:solidFill>
              <a:latin typeface="Lato Light" charset="0"/>
              <a:ea typeface="Lato Light" charset="0"/>
              <a:cs typeface="Lato Light" charset="0"/>
            </a:endParaRPr>
          </a:p>
          <a:p>
            <a:pPr algn="ctr" defTabSz="914217"/>
            <a:r>
              <a:rPr lang="en-US" sz="1200" b="1" i="1" dirty="0">
                <a:solidFill>
                  <a:srgbClr val="999999"/>
                </a:solidFill>
                <a:latin typeface="Lato Light" charset="0"/>
                <a:ea typeface="Lato Light" charset="0"/>
                <a:cs typeface="Lato Light" charset="0"/>
              </a:rPr>
              <a:t>This study explores how transaction amount, payment method, cross-border activity, and currency usage combine to expose laundering patterns that traditional rule-based systems often miss.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93D22D-A2D8-F567-3CB9-C0A010575BCE}"/>
              </a:ext>
            </a:extLst>
          </p:cNvPr>
          <p:cNvGrpSpPr/>
          <p:nvPr/>
        </p:nvGrpSpPr>
        <p:grpSpPr>
          <a:xfrm>
            <a:off x="4497572" y="170121"/>
            <a:ext cx="7442791" cy="6570921"/>
            <a:chOff x="5134278" y="637285"/>
            <a:chExt cx="5517186" cy="5583431"/>
          </a:xfrm>
        </p:grpSpPr>
        <p:sp>
          <p:nvSpPr>
            <p:cNvPr id="32" name="Freeform 1"/>
            <p:cNvSpPr>
              <a:spLocks noChangeArrowheads="1"/>
            </p:cNvSpPr>
            <p:nvPr/>
          </p:nvSpPr>
          <p:spPr bwMode="auto">
            <a:xfrm>
              <a:off x="5870061" y="1349410"/>
              <a:ext cx="2318543" cy="2351665"/>
            </a:xfrm>
            <a:custGeom>
              <a:avLst/>
              <a:gdLst>
                <a:gd name="T0" fmla="*/ 4304 w 4320"/>
                <a:gd name="T1" fmla="*/ 2975 h 4385"/>
                <a:gd name="T2" fmla="*/ 4304 w 4320"/>
                <a:gd name="T3" fmla="*/ 2975 h 4385"/>
                <a:gd name="T4" fmla="*/ 4315 w 4320"/>
                <a:gd name="T5" fmla="*/ 2885 h 4385"/>
                <a:gd name="T6" fmla="*/ 4229 w 4320"/>
                <a:gd name="T7" fmla="*/ 2596 h 4385"/>
                <a:gd name="T8" fmla="*/ 4163 w 4320"/>
                <a:gd name="T9" fmla="*/ 2520 h 4385"/>
                <a:gd name="T10" fmla="*/ 2905 w 4320"/>
                <a:gd name="T11" fmla="*/ 1114 h 4385"/>
                <a:gd name="T12" fmla="*/ 1603 w 4320"/>
                <a:gd name="T13" fmla="*/ 145 h 4385"/>
                <a:gd name="T14" fmla="*/ 1596 w 4320"/>
                <a:gd name="T15" fmla="*/ 139 h 4385"/>
                <a:gd name="T16" fmla="*/ 1189 w 4320"/>
                <a:gd name="T17" fmla="*/ 26 h 4385"/>
                <a:gd name="T18" fmla="*/ 1186 w 4320"/>
                <a:gd name="T19" fmla="*/ 27 h 4385"/>
                <a:gd name="T20" fmla="*/ 1173 w 4320"/>
                <a:gd name="T21" fmla="*/ 30 h 4385"/>
                <a:gd name="T22" fmla="*/ 1159 w 4320"/>
                <a:gd name="T23" fmla="*/ 34 h 4385"/>
                <a:gd name="T24" fmla="*/ 1147 w 4320"/>
                <a:gd name="T25" fmla="*/ 37 h 4385"/>
                <a:gd name="T26" fmla="*/ 1140 w 4320"/>
                <a:gd name="T27" fmla="*/ 39 h 4385"/>
                <a:gd name="T28" fmla="*/ 1133 w 4320"/>
                <a:gd name="T29" fmla="*/ 41 h 4385"/>
                <a:gd name="T30" fmla="*/ 1118 w 4320"/>
                <a:gd name="T31" fmla="*/ 46 h 4385"/>
                <a:gd name="T32" fmla="*/ 1105 w 4320"/>
                <a:gd name="T33" fmla="*/ 51 h 4385"/>
                <a:gd name="T34" fmla="*/ 1091 w 4320"/>
                <a:gd name="T35" fmla="*/ 57 h 4385"/>
                <a:gd name="T36" fmla="*/ 1078 w 4320"/>
                <a:gd name="T37" fmla="*/ 63 h 4385"/>
                <a:gd name="T38" fmla="*/ 1064 w 4320"/>
                <a:gd name="T39" fmla="*/ 70 h 4385"/>
                <a:gd name="T40" fmla="*/ 1052 w 4320"/>
                <a:gd name="T41" fmla="*/ 76 h 4385"/>
                <a:gd name="T42" fmla="*/ 1038 w 4320"/>
                <a:gd name="T43" fmla="*/ 84 h 4385"/>
                <a:gd name="T44" fmla="*/ 1026 w 4320"/>
                <a:gd name="T45" fmla="*/ 91 h 4385"/>
                <a:gd name="T46" fmla="*/ 1013 w 4320"/>
                <a:gd name="T47" fmla="*/ 100 h 4385"/>
                <a:gd name="T48" fmla="*/ 1001 w 4320"/>
                <a:gd name="T49" fmla="*/ 108 h 4385"/>
                <a:gd name="T50" fmla="*/ 989 w 4320"/>
                <a:gd name="T51" fmla="*/ 117 h 4385"/>
                <a:gd name="T52" fmla="*/ 978 w 4320"/>
                <a:gd name="T53" fmla="*/ 126 h 4385"/>
                <a:gd name="T54" fmla="*/ 965 w 4320"/>
                <a:gd name="T55" fmla="*/ 136 h 4385"/>
                <a:gd name="T56" fmla="*/ 955 w 4320"/>
                <a:gd name="T57" fmla="*/ 146 h 4385"/>
                <a:gd name="T58" fmla="*/ 943 w 4320"/>
                <a:gd name="T59" fmla="*/ 157 h 4385"/>
                <a:gd name="T60" fmla="*/ 934 w 4320"/>
                <a:gd name="T61" fmla="*/ 166 h 4385"/>
                <a:gd name="T62" fmla="*/ 923 w 4320"/>
                <a:gd name="T63" fmla="*/ 179 h 4385"/>
                <a:gd name="T64" fmla="*/ 913 w 4320"/>
                <a:gd name="T65" fmla="*/ 189 h 4385"/>
                <a:gd name="T66" fmla="*/ 903 w 4320"/>
                <a:gd name="T67" fmla="*/ 202 h 4385"/>
                <a:gd name="T68" fmla="*/ 894 w 4320"/>
                <a:gd name="T69" fmla="*/ 213 h 4385"/>
                <a:gd name="T70" fmla="*/ 885 w 4320"/>
                <a:gd name="T71" fmla="*/ 228 h 4385"/>
                <a:gd name="T72" fmla="*/ 877 w 4320"/>
                <a:gd name="T73" fmla="*/ 239 h 4385"/>
                <a:gd name="T74" fmla="*/ 868 w 4320"/>
                <a:gd name="T75" fmla="*/ 254 h 4385"/>
                <a:gd name="T76" fmla="*/ 861 w 4320"/>
                <a:gd name="T77" fmla="*/ 266 h 4385"/>
                <a:gd name="T78" fmla="*/ 853 w 4320"/>
                <a:gd name="T79" fmla="*/ 283 h 4385"/>
                <a:gd name="T80" fmla="*/ 847 w 4320"/>
                <a:gd name="T81" fmla="*/ 294 h 4385"/>
                <a:gd name="T82" fmla="*/ 839 w 4320"/>
                <a:gd name="T83" fmla="*/ 314 h 4385"/>
                <a:gd name="T84" fmla="*/ 835 w 4320"/>
                <a:gd name="T85" fmla="*/ 324 h 4385"/>
                <a:gd name="T86" fmla="*/ 825 w 4320"/>
                <a:gd name="T87" fmla="*/ 354 h 4385"/>
                <a:gd name="T88" fmla="*/ 825 w 4320"/>
                <a:gd name="T89" fmla="*/ 355 h 4385"/>
                <a:gd name="T90" fmla="*/ 788 w 4320"/>
                <a:gd name="T91" fmla="*/ 455 h 4385"/>
                <a:gd name="T92" fmla="*/ 271 w 4320"/>
                <a:gd name="T93" fmla="*/ 2112 h 4385"/>
                <a:gd name="T94" fmla="*/ 38 w 4320"/>
                <a:gd name="T95" fmla="*/ 3793 h 4385"/>
                <a:gd name="T96" fmla="*/ 38 w 4320"/>
                <a:gd name="T97" fmla="*/ 3795 h 4385"/>
                <a:gd name="T98" fmla="*/ 160 w 4320"/>
                <a:gd name="T99" fmla="*/ 4229 h 4385"/>
                <a:gd name="T100" fmla="*/ 162 w 4320"/>
                <a:gd name="T101" fmla="*/ 4230 h 4385"/>
                <a:gd name="T102" fmla="*/ 179 w 4320"/>
                <a:gd name="T103" fmla="*/ 4246 h 4385"/>
                <a:gd name="T104" fmla="*/ 179 w 4320"/>
                <a:gd name="T105" fmla="*/ 4246 h 4385"/>
                <a:gd name="T106" fmla="*/ 542 w 4320"/>
                <a:gd name="T107" fmla="*/ 4372 h 4385"/>
                <a:gd name="T108" fmla="*/ 583 w 4320"/>
                <a:gd name="T109" fmla="*/ 4367 h 4385"/>
                <a:gd name="T110" fmla="*/ 606 w 4320"/>
                <a:gd name="T111" fmla="*/ 4362 h 4385"/>
                <a:gd name="T112" fmla="*/ 626 w 4320"/>
                <a:gd name="T113" fmla="*/ 4357 h 4385"/>
                <a:gd name="T114" fmla="*/ 642 w 4320"/>
                <a:gd name="T115" fmla="*/ 4352 h 4385"/>
                <a:gd name="T116" fmla="*/ 2507 w 4320"/>
                <a:gd name="T117" fmla="*/ 3879 h 4385"/>
                <a:gd name="T118" fmla="*/ 3981 w 4320"/>
                <a:gd name="T119" fmla="*/ 3324 h 4385"/>
                <a:gd name="T120" fmla="*/ 4010 w 4320"/>
                <a:gd name="T121" fmla="*/ 3314 h 4385"/>
                <a:gd name="T122" fmla="*/ 4295 w 4320"/>
                <a:gd name="T123" fmla="*/ 3010 h 4385"/>
                <a:gd name="T124" fmla="*/ 4296 w 4320"/>
                <a:gd name="T125" fmla="*/ 3005 h 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20" h="4385">
                  <a:moveTo>
                    <a:pt x="4304" y="2975"/>
                  </a:moveTo>
                  <a:lnTo>
                    <a:pt x="4304" y="2975"/>
                  </a:lnTo>
                  <a:lnTo>
                    <a:pt x="4304" y="2975"/>
                  </a:lnTo>
                  <a:lnTo>
                    <a:pt x="4304" y="2975"/>
                  </a:lnTo>
                  <a:cubicBezTo>
                    <a:pt x="4311" y="2946"/>
                    <a:pt x="4314" y="2916"/>
                    <a:pt x="4315" y="2885"/>
                  </a:cubicBezTo>
                  <a:lnTo>
                    <a:pt x="4315" y="2885"/>
                  </a:lnTo>
                  <a:cubicBezTo>
                    <a:pt x="4319" y="2786"/>
                    <a:pt x="4292" y="2683"/>
                    <a:pt x="4229" y="2596"/>
                  </a:cubicBezTo>
                  <a:lnTo>
                    <a:pt x="4229" y="2596"/>
                  </a:lnTo>
                  <a:cubicBezTo>
                    <a:pt x="4210" y="2569"/>
                    <a:pt x="4189" y="2544"/>
                    <a:pt x="4163" y="2520"/>
                  </a:cubicBezTo>
                  <a:lnTo>
                    <a:pt x="4163" y="2520"/>
                  </a:lnTo>
                  <a:cubicBezTo>
                    <a:pt x="3864" y="2103"/>
                    <a:pt x="3454" y="1608"/>
                    <a:pt x="2905" y="1114"/>
                  </a:cubicBezTo>
                  <a:lnTo>
                    <a:pt x="2905" y="1114"/>
                  </a:lnTo>
                  <a:cubicBezTo>
                    <a:pt x="2443" y="698"/>
                    <a:pt x="1993" y="382"/>
                    <a:pt x="1603" y="145"/>
                  </a:cubicBezTo>
                  <a:lnTo>
                    <a:pt x="1603" y="145"/>
                  </a:lnTo>
                  <a:cubicBezTo>
                    <a:pt x="1603" y="144"/>
                    <a:pt x="1600" y="142"/>
                    <a:pt x="1596" y="139"/>
                  </a:cubicBezTo>
                  <a:lnTo>
                    <a:pt x="1596" y="139"/>
                  </a:lnTo>
                  <a:cubicBezTo>
                    <a:pt x="1477" y="33"/>
                    <a:pt x="1327" y="0"/>
                    <a:pt x="1189" y="26"/>
                  </a:cubicBezTo>
                  <a:lnTo>
                    <a:pt x="1189" y="26"/>
                  </a:lnTo>
                  <a:cubicBezTo>
                    <a:pt x="1188" y="27"/>
                    <a:pt x="1187" y="27"/>
                    <a:pt x="1186" y="27"/>
                  </a:cubicBezTo>
                  <a:lnTo>
                    <a:pt x="1186" y="27"/>
                  </a:lnTo>
                  <a:cubicBezTo>
                    <a:pt x="1182" y="28"/>
                    <a:pt x="1177" y="29"/>
                    <a:pt x="1173" y="30"/>
                  </a:cubicBezTo>
                  <a:lnTo>
                    <a:pt x="1173" y="30"/>
                  </a:lnTo>
                  <a:cubicBezTo>
                    <a:pt x="1168" y="31"/>
                    <a:pt x="1163" y="33"/>
                    <a:pt x="1159" y="34"/>
                  </a:cubicBezTo>
                  <a:lnTo>
                    <a:pt x="1159" y="34"/>
                  </a:lnTo>
                  <a:cubicBezTo>
                    <a:pt x="1155" y="35"/>
                    <a:pt x="1151" y="35"/>
                    <a:pt x="1147" y="37"/>
                  </a:cubicBezTo>
                  <a:lnTo>
                    <a:pt x="1147" y="37"/>
                  </a:lnTo>
                  <a:cubicBezTo>
                    <a:pt x="1145" y="37"/>
                    <a:pt x="1142" y="38"/>
                    <a:pt x="1140" y="39"/>
                  </a:cubicBezTo>
                  <a:lnTo>
                    <a:pt x="1140" y="39"/>
                  </a:lnTo>
                  <a:cubicBezTo>
                    <a:pt x="1137" y="40"/>
                    <a:pt x="1135" y="40"/>
                    <a:pt x="1133" y="41"/>
                  </a:cubicBezTo>
                  <a:lnTo>
                    <a:pt x="1133" y="41"/>
                  </a:lnTo>
                  <a:cubicBezTo>
                    <a:pt x="1128" y="43"/>
                    <a:pt x="1123" y="45"/>
                    <a:pt x="1118" y="46"/>
                  </a:cubicBezTo>
                  <a:lnTo>
                    <a:pt x="1118" y="46"/>
                  </a:lnTo>
                  <a:cubicBezTo>
                    <a:pt x="1114" y="48"/>
                    <a:pt x="1110" y="50"/>
                    <a:pt x="1105" y="51"/>
                  </a:cubicBezTo>
                  <a:lnTo>
                    <a:pt x="1105" y="51"/>
                  </a:lnTo>
                  <a:cubicBezTo>
                    <a:pt x="1100" y="53"/>
                    <a:pt x="1096" y="55"/>
                    <a:pt x="1091" y="57"/>
                  </a:cubicBezTo>
                  <a:lnTo>
                    <a:pt x="1091" y="57"/>
                  </a:lnTo>
                  <a:cubicBezTo>
                    <a:pt x="1086" y="59"/>
                    <a:pt x="1082" y="61"/>
                    <a:pt x="1078" y="63"/>
                  </a:cubicBezTo>
                  <a:lnTo>
                    <a:pt x="1078" y="63"/>
                  </a:lnTo>
                  <a:cubicBezTo>
                    <a:pt x="1073" y="65"/>
                    <a:pt x="1069" y="67"/>
                    <a:pt x="1064" y="70"/>
                  </a:cubicBezTo>
                  <a:lnTo>
                    <a:pt x="1064" y="70"/>
                  </a:lnTo>
                  <a:cubicBezTo>
                    <a:pt x="1060" y="72"/>
                    <a:pt x="1055" y="74"/>
                    <a:pt x="1052" y="76"/>
                  </a:cubicBezTo>
                  <a:lnTo>
                    <a:pt x="1052" y="76"/>
                  </a:lnTo>
                  <a:cubicBezTo>
                    <a:pt x="1047" y="78"/>
                    <a:pt x="1042" y="81"/>
                    <a:pt x="1038" y="84"/>
                  </a:cubicBezTo>
                  <a:lnTo>
                    <a:pt x="1038" y="84"/>
                  </a:lnTo>
                  <a:cubicBezTo>
                    <a:pt x="1034" y="86"/>
                    <a:pt x="1030" y="89"/>
                    <a:pt x="1026" y="91"/>
                  </a:cubicBezTo>
                  <a:lnTo>
                    <a:pt x="1026" y="91"/>
                  </a:lnTo>
                  <a:cubicBezTo>
                    <a:pt x="1021" y="94"/>
                    <a:pt x="1017" y="97"/>
                    <a:pt x="1013" y="100"/>
                  </a:cubicBezTo>
                  <a:lnTo>
                    <a:pt x="1013" y="100"/>
                  </a:lnTo>
                  <a:cubicBezTo>
                    <a:pt x="1009" y="102"/>
                    <a:pt x="1005" y="105"/>
                    <a:pt x="1001" y="108"/>
                  </a:cubicBezTo>
                  <a:lnTo>
                    <a:pt x="1001" y="108"/>
                  </a:lnTo>
                  <a:cubicBezTo>
                    <a:pt x="997" y="111"/>
                    <a:pt x="993" y="114"/>
                    <a:pt x="989" y="117"/>
                  </a:cubicBezTo>
                  <a:lnTo>
                    <a:pt x="989" y="117"/>
                  </a:lnTo>
                  <a:cubicBezTo>
                    <a:pt x="985" y="120"/>
                    <a:pt x="981" y="123"/>
                    <a:pt x="978" y="126"/>
                  </a:cubicBezTo>
                  <a:lnTo>
                    <a:pt x="978" y="126"/>
                  </a:lnTo>
                  <a:cubicBezTo>
                    <a:pt x="973" y="129"/>
                    <a:pt x="969" y="133"/>
                    <a:pt x="965" y="136"/>
                  </a:cubicBezTo>
                  <a:lnTo>
                    <a:pt x="965" y="136"/>
                  </a:lnTo>
                  <a:cubicBezTo>
                    <a:pt x="962" y="139"/>
                    <a:pt x="958" y="142"/>
                    <a:pt x="955" y="146"/>
                  </a:cubicBezTo>
                  <a:lnTo>
                    <a:pt x="955" y="146"/>
                  </a:lnTo>
                  <a:cubicBezTo>
                    <a:pt x="951" y="149"/>
                    <a:pt x="947" y="153"/>
                    <a:pt x="943" y="157"/>
                  </a:cubicBezTo>
                  <a:lnTo>
                    <a:pt x="943" y="157"/>
                  </a:lnTo>
                  <a:cubicBezTo>
                    <a:pt x="940" y="160"/>
                    <a:pt x="937" y="163"/>
                    <a:pt x="934" y="166"/>
                  </a:cubicBezTo>
                  <a:lnTo>
                    <a:pt x="934" y="166"/>
                  </a:lnTo>
                  <a:cubicBezTo>
                    <a:pt x="929" y="171"/>
                    <a:pt x="926" y="174"/>
                    <a:pt x="923" y="179"/>
                  </a:cubicBezTo>
                  <a:lnTo>
                    <a:pt x="923" y="179"/>
                  </a:lnTo>
                  <a:cubicBezTo>
                    <a:pt x="919" y="182"/>
                    <a:pt x="916" y="185"/>
                    <a:pt x="913" y="189"/>
                  </a:cubicBezTo>
                  <a:lnTo>
                    <a:pt x="913" y="189"/>
                  </a:lnTo>
                  <a:cubicBezTo>
                    <a:pt x="910" y="193"/>
                    <a:pt x="906" y="198"/>
                    <a:pt x="903" y="202"/>
                  </a:cubicBezTo>
                  <a:lnTo>
                    <a:pt x="903" y="202"/>
                  </a:lnTo>
                  <a:cubicBezTo>
                    <a:pt x="900" y="206"/>
                    <a:pt x="897" y="210"/>
                    <a:pt x="894" y="213"/>
                  </a:cubicBezTo>
                  <a:lnTo>
                    <a:pt x="894" y="213"/>
                  </a:lnTo>
                  <a:cubicBezTo>
                    <a:pt x="891" y="218"/>
                    <a:pt x="888" y="223"/>
                    <a:pt x="885" y="228"/>
                  </a:cubicBezTo>
                  <a:lnTo>
                    <a:pt x="885" y="228"/>
                  </a:lnTo>
                  <a:cubicBezTo>
                    <a:pt x="882" y="231"/>
                    <a:pt x="880" y="235"/>
                    <a:pt x="877" y="239"/>
                  </a:cubicBezTo>
                  <a:lnTo>
                    <a:pt x="877" y="239"/>
                  </a:lnTo>
                  <a:cubicBezTo>
                    <a:pt x="874" y="244"/>
                    <a:pt x="871" y="249"/>
                    <a:pt x="868" y="254"/>
                  </a:cubicBezTo>
                  <a:lnTo>
                    <a:pt x="868" y="254"/>
                  </a:lnTo>
                  <a:cubicBezTo>
                    <a:pt x="866" y="258"/>
                    <a:pt x="863" y="262"/>
                    <a:pt x="861" y="266"/>
                  </a:cubicBezTo>
                  <a:lnTo>
                    <a:pt x="861" y="266"/>
                  </a:lnTo>
                  <a:cubicBezTo>
                    <a:pt x="858" y="271"/>
                    <a:pt x="856" y="277"/>
                    <a:pt x="853" y="283"/>
                  </a:cubicBezTo>
                  <a:lnTo>
                    <a:pt x="853" y="283"/>
                  </a:lnTo>
                  <a:cubicBezTo>
                    <a:pt x="851" y="286"/>
                    <a:pt x="849" y="291"/>
                    <a:pt x="847" y="294"/>
                  </a:cubicBezTo>
                  <a:lnTo>
                    <a:pt x="847" y="294"/>
                  </a:lnTo>
                  <a:cubicBezTo>
                    <a:pt x="844" y="300"/>
                    <a:pt x="842" y="307"/>
                    <a:pt x="839" y="314"/>
                  </a:cubicBezTo>
                  <a:lnTo>
                    <a:pt x="839" y="314"/>
                  </a:lnTo>
                  <a:cubicBezTo>
                    <a:pt x="837" y="317"/>
                    <a:pt x="836" y="321"/>
                    <a:pt x="835" y="324"/>
                  </a:cubicBezTo>
                  <a:lnTo>
                    <a:pt x="835" y="324"/>
                  </a:lnTo>
                  <a:cubicBezTo>
                    <a:pt x="831" y="333"/>
                    <a:pt x="828" y="343"/>
                    <a:pt x="825" y="354"/>
                  </a:cubicBezTo>
                  <a:lnTo>
                    <a:pt x="825" y="354"/>
                  </a:lnTo>
                  <a:cubicBezTo>
                    <a:pt x="825" y="354"/>
                    <a:pt x="825" y="354"/>
                    <a:pt x="825" y="355"/>
                  </a:cubicBezTo>
                  <a:lnTo>
                    <a:pt x="825" y="355"/>
                  </a:lnTo>
                  <a:cubicBezTo>
                    <a:pt x="814" y="389"/>
                    <a:pt x="801" y="422"/>
                    <a:pt x="788" y="455"/>
                  </a:cubicBezTo>
                  <a:lnTo>
                    <a:pt x="788" y="455"/>
                  </a:lnTo>
                  <a:cubicBezTo>
                    <a:pt x="601" y="915"/>
                    <a:pt x="413" y="1470"/>
                    <a:pt x="271" y="2112"/>
                  </a:cubicBezTo>
                  <a:lnTo>
                    <a:pt x="271" y="2112"/>
                  </a:lnTo>
                  <a:cubicBezTo>
                    <a:pt x="131" y="2739"/>
                    <a:pt x="65" y="3309"/>
                    <a:pt x="38" y="3793"/>
                  </a:cubicBezTo>
                  <a:lnTo>
                    <a:pt x="38" y="3793"/>
                  </a:lnTo>
                  <a:cubicBezTo>
                    <a:pt x="38" y="3793"/>
                    <a:pt x="38" y="3794"/>
                    <a:pt x="38" y="3795"/>
                  </a:cubicBezTo>
                  <a:lnTo>
                    <a:pt x="38" y="3795"/>
                  </a:lnTo>
                  <a:cubicBezTo>
                    <a:pt x="0" y="3963"/>
                    <a:pt x="55" y="4120"/>
                    <a:pt x="160" y="4229"/>
                  </a:cubicBezTo>
                  <a:lnTo>
                    <a:pt x="160" y="4229"/>
                  </a:lnTo>
                  <a:cubicBezTo>
                    <a:pt x="161" y="4229"/>
                    <a:pt x="162" y="4230"/>
                    <a:pt x="162" y="4230"/>
                  </a:cubicBezTo>
                  <a:lnTo>
                    <a:pt x="162" y="4230"/>
                  </a:lnTo>
                  <a:cubicBezTo>
                    <a:pt x="168" y="4236"/>
                    <a:pt x="173" y="4241"/>
                    <a:pt x="179" y="4246"/>
                  </a:cubicBezTo>
                  <a:lnTo>
                    <a:pt x="179" y="4246"/>
                  </a:lnTo>
                  <a:lnTo>
                    <a:pt x="179" y="4246"/>
                  </a:lnTo>
                  <a:lnTo>
                    <a:pt x="179" y="4246"/>
                  </a:lnTo>
                  <a:cubicBezTo>
                    <a:pt x="274" y="4334"/>
                    <a:pt x="404" y="4384"/>
                    <a:pt x="542" y="4372"/>
                  </a:cubicBezTo>
                  <a:lnTo>
                    <a:pt x="542" y="4372"/>
                  </a:lnTo>
                  <a:cubicBezTo>
                    <a:pt x="556" y="4371"/>
                    <a:pt x="569" y="4369"/>
                    <a:pt x="583" y="4367"/>
                  </a:cubicBezTo>
                  <a:lnTo>
                    <a:pt x="583" y="4367"/>
                  </a:lnTo>
                  <a:cubicBezTo>
                    <a:pt x="590" y="4366"/>
                    <a:pt x="598" y="4364"/>
                    <a:pt x="606" y="4362"/>
                  </a:cubicBezTo>
                  <a:lnTo>
                    <a:pt x="606" y="4362"/>
                  </a:lnTo>
                  <a:cubicBezTo>
                    <a:pt x="613" y="4361"/>
                    <a:pt x="620" y="4359"/>
                    <a:pt x="626" y="4357"/>
                  </a:cubicBezTo>
                  <a:lnTo>
                    <a:pt x="626" y="4357"/>
                  </a:lnTo>
                  <a:cubicBezTo>
                    <a:pt x="631" y="4356"/>
                    <a:pt x="637" y="4354"/>
                    <a:pt x="642" y="4352"/>
                  </a:cubicBezTo>
                  <a:lnTo>
                    <a:pt x="642" y="4352"/>
                  </a:lnTo>
                  <a:cubicBezTo>
                    <a:pt x="1209" y="4245"/>
                    <a:pt x="1836" y="4094"/>
                    <a:pt x="2507" y="3879"/>
                  </a:cubicBezTo>
                  <a:lnTo>
                    <a:pt x="2507" y="3879"/>
                  </a:lnTo>
                  <a:cubicBezTo>
                    <a:pt x="3047" y="3706"/>
                    <a:pt x="3539" y="3516"/>
                    <a:pt x="3981" y="3324"/>
                  </a:cubicBezTo>
                  <a:lnTo>
                    <a:pt x="3981" y="3324"/>
                  </a:lnTo>
                  <a:cubicBezTo>
                    <a:pt x="3990" y="3321"/>
                    <a:pt x="4000" y="3317"/>
                    <a:pt x="4010" y="3314"/>
                  </a:cubicBezTo>
                  <a:lnTo>
                    <a:pt x="4010" y="3314"/>
                  </a:lnTo>
                  <a:cubicBezTo>
                    <a:pt x="4156" y="3258"/>
                    <a:pt x="4254" y="3142"/>
                    <a:pt x="4295" y="3010"/>
                  </a:cubicBezTo>
                  <a:lnTo>
                    <a:pt x="4295" y="3010"/>
                  </a:lnTo>
                  <a:cubicBezTo>
                    <a:pt x="4295" y="3008"/>
                    <a:pt x="4295" y="3006"/>
                    <a:pt x="4296" y="3005"/>
                  </a:cubicBezTo>
                  <a:lnTo>
                    <a:pt x="4296" y="3005"/>
                  </a:lnTo>
                  <a:cubicBezTo>
                    <a:pt x="4299" y="2995"/>
                    <a:pt x="4302" y="2985"/>
                    <a:pt x="4304" y="297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2" name="Freeform 171"/>
            <p:cNvSpPr>
              <a:spLocks noChangeArrowheads="1"/>
            </p:cNvSpPr>
            <p:nvPr/>
          </p:nvSpPr>
          <p:spPr bwMode="auto">
            <a:xfrm>
              <a:off x="5510450" y="1356507"/>
              <a:ext cx="2316177" cy="2351665"/>
            </a:xfrm>
            <a:custGeom>
              <a:avLst/>
              <a:gdLst>
                <a:gd name="T0" fmla="*/ 4304 w 4319"/>
                <a:gd name="T1" fmla="*/ 3839 h 4384"/>
                <a:gd name="T2" fmla="*/ 4303 w 4319"/>
                <a:gd name="T3" fmla="*/ 3836 h 4384"/>
                <a:gd name="T4" fmla="*/ 4299 w 4319"/>
                <a:gd name="T5" fmla="*/ 3805 h 4384"/>
                <a:gd name="T6" fmla="*/ 4293 w 4319"/>
                <a:gd name="T7" fmla="*/ 3771 h 4384"/>
                <a:gd name="T8" fmla="*/ 4039 w 4319"/>
                <a:gd name="T9" fmla="*/ 1901 h 4384"/>
                <a:gd name="T10" fmla="*/ 3505 w 4319"/>
                <a:gd name="T11" fmla="*/ 369 h 4384"/>
                <a:gd name="T12" fmla="*/ 3502 w 4319"/>
                <a:gd name="T13" fmla="*/ 360 h 4384"/>
                <a:gd name="T14" fmla="*/ 3228 w 4319"/>
                <a:gd name="T15" fmla="*/ 39 h 4384"/>
                <a:gd name="T16" fmla="*/ 3225 w 4319"/>
                <a:gd name="T17" fmla="*/ 38 h 4384"/>
                <a:gd name="T18" fmla="*/ 3212 w 4319"/>
                <a:gd name="T19" fmla="*/ 32 h 4384"/>
                <a:gd name="T20" fmla="*/ 3198 w 4319"/>
                <a:gd name="T21" fmla="*/ 28 h 4384"/>
                <a:gd name="T22" fmla="*/ 3188 w 4319"/>
                <a:gd name="T23" fmla="*/ 24 h 4384"/>
                <a:gd name="T24" fmla="*/ 3180 w 4319"/>
                <a:gd name="T25" fmla="*/ 21 h 4384"/>
                <a:gd name="T26" fmla="*/ 3173 w 4319"/>
                <a:gd name="T27" fmla="*/ 19 h 4384"/>
                <a:gd name="T28" fmla="*/ 3158 w 4319"/>
                <a:gd name="T29" fmla="*/ 15 h 4384"/>
                <a:gd name="T30" fmla="*/ 3145 w 4319"/>
                <a:gd name="T31" fmla="*/ 12 h 4384"/>
                <a:gd name="T32" fmla="*/ 3129 w 4319"/>
                <a:gd name="T33" fmla="*/ 8 h 4384"/>
                <a:gd name="T34" fmla="*/ 3115 w 4319"/>
                <a:gd name="T35" fmla="*/ 6 h 4384"/>
                <a:gd name="T36" fmla="*/ 3100 w 4319"/>
                <a:gd name="T37" fmla="*/ 4 h 4384"/>
                <a:gd name="T38" fmla="*/ 3086 w 4319"/>
                <a:gd name="T39" fmla="*/ 2 h 4384"/>
                <a:gd name="T40" fmla="*/ 3071 w 4319"/>
                <a:gd name="T41" fmla="*/ 1 h 4384"/>
                <a:gd name="T42" fmla="*/ 3056 w 4319"/>
                <a:gd name="T43" fmla="*/ 1 h 4384"/>
                <a:gd name="T44" fmla="*/ 3041 w 4319"/>
                <a:gd name="T45" fmla="*/ 0 h 4384"/>
                <a:gd name="T46" fmla="*/ 3026 w 4319"/>
                <a:gd name="T47" fmla="*/ 1 h 4384"/>
                <a:gd name="T48" fmla="*/ 3011 w 4319"/>
                <a:gd name="T49" fmla="*/ 1 h 4384"/>
                <a:gd name="T50" fmla="*/ 2997 w 4319"/>
                <a:gd name="T51" fmla="*/ 2 h 4384"/>
                <a:gd name="T52" fmla="*/ 2981 w 4319"/>
                <a:gd name="T53" fmla="*/ 4 h 4384"/>
                <a:gd name="T54" fmla="*/ 2967 w 4319"/>
                <a:gd name="T55" fmla="*/ 6 h 4384"/>
                <a:gd name="T56" fmla="*/ 2951 w 4319"/>
                <a:gd name="T57" fmla="*/ 8 h 4384"/>
                <a:gd name="T58" fmla="*/ 2938 w 4319"/>
                <a:gd name="T59" fmla="*/ 11 h 4384"/>
                <a:gd name="T60" fmla="*/ 2922 w 4319"/>
                <a:gd name="T61" fmla="*/ 15 h 4384"/>
                <a:gd name="T62" fmla="*/ 2909 w 4319"/>
                <a:gd name="T63" fmla="*/ 19 h 4384"/>
                <a:gd name="T64" fmla="*/ 2893 w 4319"/>
                <a:gd name="T65" fmla="*/ 24 h 4384"/>
                <a:gd name="T66" fmla="*/ 2879 w 4319"/>
                <a:gd name="T67" fmla="*/ 28 h 4384"/>
                <a:gd name="T68" fmla="*/ 2863 w 4319"/>
                <a:gd name="T69" fmla="*/ 34 h 4384"/>
                <a:gd name="T70" fmla="*/ 2850 w 4319"/>
                <a:gd name="T71" fmla="*/ 40 h 4384"/>
                <a:gd name="T72" fmla="*/ 2835 w 4319"/>
                <a:gd name="T73" fmla="*/ 47 h 4384"/>
                <a:gd name="T74" fmla="*/ 2822 w 4319"/>
                <a:gd name="T75" fmla="*/ 53 h 4384"/>
                <a:gd name="T76" fmla="*/ 2806 w 4319"/>
                <a:gd name="T77" fmla="*/ 62 h 4384"/>
                <a:gd name="T78" fmla="*/ 2795 w 4319"/>
                <a:gd name="T79" fmla="*/ 69 h 4384"/>
                <a:gd name="T80" fmla="*/ 2778 w 4319"/>
                <a:gd name="T81" fmla="*/ 80 h 4384"/>
                <a:gd name="T82" fmla="*/ 2768 w 4319"/>
                <a:gd name="T83" fmla="*/ 86 h 4384"/>
                <a:gd name="T84" fmla="*/ 2743 w 4319"/>
                <a:gd name="T85" fmla="*/ 105 h 4384"/>
                <a:gd name="T86" fmla="*/ 2742 w 4319"/>
                <a:gd name="T87" fmla="*/ 106 h 4384"/>
                <a:gd name="T88" fmla="*/ 2655 w 4319"/>
                <a:gd name="T89" fmla="*/ 169 h 4384"/>
                <a:gd name="T90" fmla="*/ 1298 w 4319"/>
                <a:gd name="T91" fmla="*/ 1251 h 4384"/>
                <a:gd name="T92" fmla="*/ 165 w 4319"/>
                <a:gd name="T93" fmla="*/ 2512 h 4384"/>
                <a:gd name="T94" fmla="*/ 157 w 4319"/>
                <a:gd name="T95" fmla="*/ 2519 h 4384"/>
                <a:gd name="T96" fmla="*/ 17 w 4319"/>
                <a:gd name="T97" fmla="*/ 2916 h 4384"/>
                <a:gd name="T98" fmla="*/ 19 w 4319"/>
                <a:gd name="T99" fmla="*/ 2928 h 4384"/>
                <a:gd name="T100" fmla="*/ 20 w 4319"/>
                <a:gd name="T101" fmla="*/ 2940 h 4384"/>
                <a:gd name="T102" fmla="*/ 26 w 4319"/>
                <a:gd name="T103" fmla="*/ 2967 h 4384"/>
                <a:gd name="T104" fmla="*/ 351 w 4319"/>
                <a:gd name="T105" fmla="*/ 3315 h 4384"/>
                <a:gd name="T106" fmla="*/ 2159 w 4319"/>
                <a:gd name="T107" fmla="*/ 3967 h 4384"/>
                <a:gd name="T108" fmla="*/ 3690 w 4319"/>
                <a:gd name="T109" fmla="*/ 4333 h 4384"/>
                <a:gd name="T110" fmla="*/ 4130 w 4319"/>
                <a:gd name="T111" fmla="*/ 4246 h 4384"/>
                <a:gd name="T112" fmla="*/ 4130 w 4319"/>
                <a:gd name="T113" fmla="*/ 4246 h 4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319" h="4384">
                  <a:moveTo>
                    <a:pt x="4304" y="3839"/>
                  </a:moveTo>
                  <a:lnTo>
                    <a:pt x="4304" y="3839"/>
                  </a:lnTo>
                  <a:cubicBezTo>
                    <a:pt x="4304" y="3838"/>
                    <a:pt x="4303" y="3837"/>
                    <a:pt x="4303" y="3836"/>
                  </a:cubicBezTo>
                  <a:lnTo>
                    <a:pt x="4303" y="3836"/>
                  </a:lnTo>
                  <a:cubicBezTo>
                    <a:pt x="4302" y="3826"/>
                    <a:pt x="4301" y="3816"/>
                    <a:pt x="4299" y="3805"/>
                  </a:cubicBezTo>
                  <a:lnTo>
                    <a:pt x="4299" y="3805"/>
                  </a:lnTo>
                  <a:cubicBezTo>
                    <a:pt x="4297" y="3793"/>
                    <a:pt x="4295" y="3782"/>
                    <a:pt x="4293" y="3771"/>
                  </a:cubicBezTo>
                  <a:lnTo>
                    <a:pt x="4293" y="3771"/>
                  </a:lnTo>
                  <a:cubicBezTo>
                    <a:pt x="4278" y="3258"/>
                    <a:pt x="4217" y="2618"/>
                    <a:pt x="4039" y="1901"/>
                  </a:cubicBezTo>
                  <a:lnTo>
                    <a:pt x="4039" y="1901"/>
                  </a:lnTo>
                  <a:cubicBezTo>
                    <a:pt x="3889" y="1298"/>
                    <a:pt x="3694" y="783"/>
                    <a:pt x="3505" y="369"/>
                  </a:cubicBezTo>
                  <a:lnTo>
                    <a:pt x="3505" y="369"/>
                  </a:lnTo>
                  <a:cubicBezTo>
                    <a:pt x="3504" y="368"/>
                    <a:pt x="3503" y="364"/>
                    <a:pt x="3502" y="360"/>
                  </a:cubicBezTo>
                  <a:lnTo>
                    <a:pt x="3502" y="360"/>
                  </a:lnTo>
                  <a:cubicBezTo>
                    <a:pt x="3463" y="206"/>
                    <a:pt x="3357" y="94"/>
                    <a:pt x="3228" y="39"/>
                  </a:cubicBezTo>
                  <a:lnTo>
                    <a:pt x="3228" y="39"/>
                  </a:lnTo>
                  <a:cubicBezTo>
                    <a:pt x="3227" y="39"/>
                    <a:pt x="3226" y="38"/>
                    <a:pt x="3225" y="38"/>
                  </a:cubicBezTo>
                  <a:lnTo>
                    <a:pt x="3225" y="38"/>
                  </a:lnTo>
                  <a:cubicBezTo>
                    <a:pt x="3221" y="36"/>
                    <a:pt x="3217" y="34"/>
                    <a:pt x="3212" y="32"/>
                  </a:cubicBezTo>
                  <a:lnTo>
                    <a:pt x="3212" y="32"/>
                  </a:lnTo>
                  <a:cubicBezTo>
                    <a:pt x="3208" y="31"/>
                    <a:pt x="3203" y="29"/>
                    <a:pt x="3198" y="28"/>
                  </a:cubicBezTo>
                  <a:lnTo>
                    <a:pt x="3198" y="28"/>
                  </a:lnTo>
                  <a:cubicBezTo>
                    <a:pt x="3195" y="26"/>
                    <a:pt x="3192" y="25"/>
                    <a:pt x="3188" y="24"/>
                  </a:cubicBezTo>
                  <a:lnTo>
                    <a:pt x="3188" y="24"/>
                  </a:lnTo>
                  <a:cubicBezTo>
                    <a:pt x="3186" y="23"/>
                    <a:pt x="3182" y="22"/>
                    <a:pt x="3180" y="21"/>
                  </a:cubicBezTo>
                  <a:lnTo>
                    <a:pt x="3180" y="21"/>
                  </a:lnTo>
                  <a:cubicBezTo>
                    <a:pt x="3178" y="20"/>
                    <a:pt x="3175" y="20"/>
                    <a:pt x="3173" y="19"/>
                  </a:cubicBezTo>
                  <a:lnTo>
                    <a:pt x="3173" y="19"/>
                  </a:lnTo>
                  <a:cubicBezTo>
                    <a:pt x="3168" y="18"/>
                    <a:pt x="3163" y="17"/>
                    <a:pt x="3158" y="15"/>
                  </a:cubicBezTo>
                  <a:lnTo>
                    <a:pt x="3158" y="15"/>
                  </a:lnTo>
                  <a:cubicBezTo>
                    <a:pt x="3154" y="14"/>
                    <a:pt x="3149" y="13"/>
                    <a:pt x="3145" y="12"/>
                  </a:cubicBezTo>
                  <a:lnTo>
                    <a:pt x="3145" y="12"/>
                  </a:lnTo>
                  <a:cubicBezTo>
                    <a:pt x="3140" y="11"/>
                    <a:pt x="3134" y="10"/>
                    <a:pt x="3129" y="8"/>
                  </a:cubicBezTo>
                  <a:lnTo>
                    <a:pt x="3129" y="8"/>
                  </a:lnTo>
                  <a:cubicBezTo>
                    <a:pt x="3125" y="8"/>
                    <a:pt x="3120" y="7"/>
                    <a:pt x="3115" y="6"/>
                  </a:cubicBezTo>
                  <a:lnTo>
                    <a:pt x="3115" y="6"/>
                  </a:lnTo>
                  <a:cubicBezTo>
                    <a:pt x="3110" y="6"/>
                    <a:pt x="3105" y="5"/>
                    <a:pt x="3100" y="4"/>
                  </a:cubicBezTo>
                  <a:lnTo>
                    <a:pt x="3100" y="4"/>
                  </a:lnTo>
                  <a:cubicBezTo>
                    <a:pt x="3096" y="4"/>
                    <a:pt x="3091" y="3"/>
                    <a:pt x="3086" y="2"/>
                  </a:cubicBezTo>
                  <a:lnTo>
                    <a:pt x="3086" y="2"/>
                  </a:lnTo>
                  <a:cubicBezTo>
                    <a:pt x="3081" y="2"/>
                    <a:pt x="3076" y="2"/>
                    <a:pt x="3071" y="1"/>
                  </a:cubicBezTo>
                  <a:lnTo>
                    <a:pt x="3071" y="1"/>
                  </a:lnTo>
                  <a:cubicBezTo>
                    <a:pt x="3066" y="1"/>
                    <a:pt x="3061" y="1"/>
                    <a:pt x="3056" y="1"/>
                  </a:cubicBezTo>
                  <a:lnTo>
                    <a:pt x="3056" y="1"/>
                  </a:lnTo>
                  <a:cubicBezTo>
                    <a:pt x="3051" y="1"/>
                    <a:pt x="3046" y="1"/>
                    <a:pt x="3041" y="0"/>
                  </a:cubicBezTo>
                  <a:lnTo>
                    <a:pt x="3041" y="0"/>
                  </a:lnTo>
                  <a:cubicBezTo>
                    <a:pt x="3036" y="0"/>
                    <a:pt x="3031" y="0"/>
                    <a:pt x="3026" y="1"/>
                  </a:cubicBezTo>
                  <a:lnTo>
                    <a:pt x="3026" y="1"/>
                  </a:lnTo>
                  <a:cubicBezTo>
                    <a:pt x="3021" y="1"/>
                    <a:pt x="3016" y="1"/>
                    <a:pt x="3011" y="1"/>
                  </a:cubicBezTo>
                  <a:lnTo>
                    <a:pt x="3011" y="1"/>
                  </a:lnTo>
                  <a:cubicBezTo>
                    <a:pt x="3006" y="1"/>
                    <a:pt x="3002" y="2"/>
                    <a:pt x="2997" y="2"/>
                  </a:cubicBezTo>
                  <a:lnTo>
                    <a:pt x="2997" y="2"/>
                  </a:lnTo>
                  <a:cubicBezTo>
                    <a:pt x="2992" y="2"/>
                    <a:pt x="2986" y="3"/>
                    <a:pt x="2981" y="4"/>
                  </a:cubicBezTo>
                  <a:lnTo>
                    <a:pt x="2981" y="4"/>
                  </a:lnTo>
                  <a:cubicBezTo>
                    <a:pt x="2976" y="4"/>
                    <a:pt x="2972" y="5"/>
                    <a:pt x="2967" y="6"/>
                  </a:cubicBezTo>
                  <a:lnTo>
                    <a:pt x="2967" y="6"/>
                  </a:lnTo>
                  <a:cubicBezTo>
                    <a:pt x="2962" y="7"/>
                    <a:pt x="2957" y="7"/>
                    <a:pt x="2951" y="8"/>
                  </a:cubicBezTo>
                  <a:lnTo>
                    <a:pt x="2951" y="8"/>
                  </a:lnTo>
                  <a:cubicBezTo>
                    <a:pt x="2947" y="9"/>
                    <a:pt x="2942" y="10"/>
                    <a:pt x="2938" y="11"/>
                  </a:cubicBezTo>
                  <a:lnTo>
                    <a:pt x="2938" y="11"/>
                  </a:lnTo>
                  <a:cubicBezTo>
                    <a:pt x="2932" y="12"/>
                    <a:pt x="2927" y="14"/>
                    <a:pt x="2922" y="15"/>
                  </a:cubicBezTo>
                  <a:lnTo>
                    <a:pt x="2922" y="15"/>
                  </a:lnTo>
                  <a:cubicBezTo>
                    <a:pt x="2917" y="17"/>
                    <a:pt x="2913" y="17"/>
                    <a:pt x="2909" y="19"/>
                  </a:cubicBezTo>
                  <a:lnTo>
                    <a:pt x="2909" y="19"/>
                  </a:lnTo>
                  <a:cubicBezTo>
                    <a:pt x="2903" y="20"/>
                    <a:pt x="2898" y="22"/>
                    <a:pt x="2893" y="24"/>
                  </a:cubicBezTo>
                  <a:lnTo>
                    <a:pt x="2893" y="24"/>
                  </a:lnTo>
                  <a:cubicBezTo>
                    <a:pt x="2888" y="25"/>
                    <a:pt x="2883" y="26"/>
                    <a:pt x="2879" y="28"/>
                  </a:cubicBezTo>
                  <a:lnTo>
                    <a:pt x="2879" y="28"/>
                  </a:lnTo>
                  <a:cubicBezTo>
                    <a:pt x="2874" y="30"/>
                    <a:pt x="2869" y="32"/>
                    <a:pt x="2863" y="34"/>
                  </a:cubicBezTo>
                  <a:lnTo>
                    <a:pt x="2863" y="34"/>
                  </a:lnTo>
                  <a:cubicBezTo>
                    <a:pt x="2859" y="36"/>
                    <a:pt x="2855" y="38"/>
                    <a:pt x="2850" y="40"/>
                  </a:cubicBezTo>
                  <a:lnTo>
                    <a:pt x="2850" y="40"/>
                  </a:lnTo>
                  <a:cubicBezTo>
                    <a:pt x="2845" y="42"/>
                    <a:pt x="2840" y="45"/>
                    <a:pt x="2835" y="47"/>
                  </a:cubicBezTo>
                  <a:lnTo>
                    <a:pt x="2835" y="47"/>
                  </a:lnTo>
                  <a:cubicBezTo>
                    <a:pt x="2830" y="49"/>
                    <a:pt x="2826" y="51"/>
                    <a:pt x="2822" y="53"/>
                  </a:cubicBezTo>
                  <a:lnTo>
                    <a:pt x="2822" y="53"/>
                  </a:lnTo>
                  <a:cubicBezTo>
                    <a:pt x="2817" y="56"/>
                    <a:pt x="2811" y="59"/>
                    <a:pt x="2806" y="62"/>
                  </a:cubicBezTo>
                  <a:lnTo>
                    <a:pt x="2806" y="62"/>
                  </a:lnTo>
                  <a:cubicBezTo>
                    <a:pt x="2802" y="64"/>
                    <a:pt x="2798" y="67"/>
                    <a:pt x="2795" y="69"/>
                  </a:cubicBezTo>
                  <a:lnTo>
                    <a:pt x="2795" y="69"/>
                  </a:lnTo>
                  <a:cubicBezTo>
                    <a:pt x="2789" y="72"/>
                    <a:pt x="2783" y="76"/>
                    <a:pt x="2778" y="80"/>
                  </a:cubicBezTo>
                  <a:lnTo>
                    <a:pt x="2778" y="80"/>
                  </a:lnTo>
                  <a:cubicBezTo>
                    <a:pt x="2774" y="82"/>
                    <a:pt x="2771" y="84"/>
                    <a:pt x="2768" y="86"/>
                  </a:cubicBezTo>
                  <a:lnTo>
                    <a:pt x="2768" y="86"/>
                  </a:lnTo>
                  <a:cubicBezTo>
                    <a:pt x="2760" y="92"/>
                    <a:pt x="2751" y="98"/>
                    <a:pt x="2743" y="105"/>
                  </a:cubicBezTo>
                  <a:lnTo>
                    <a:pt x="2743" y="105"/>
                  </a:lnTo>
                  <a:cubicBezTo>
                    <a:pt x="2743" y="106"/>
                    <a:pt x="2742" y="106"/>
                    <a:pt x="2742" y="106"/>
                  </a:cubicBezTo>
                  <a:lnTo>
                    <a:pt x="2742" y="106"/>
                  </a:lnTo>
                  <a:cubicBezTo>
                    <a:pt x="2714" y="128"/>
                    <a:pt x="2685" y="149"/>
                    <a:pt x="2655" y="169"/>
                  </a:cubicBezTo>
                  <a:lnTo>
                    <a:pt x="2655" y="169"/>
                  </a:lnTo>
                  <a:cubicBezTo>
                    <a:pt x="2243" y="445"/>
                    <a:pt x="1776" y="799"/>
                    <a:pt x="1298" y="1251"/>
                  </a:cubicBezTo>
                  <a:lnTo>
                    <a:pt x="1298" y="1251"/>
                  </a:lnTo>
                  <a:cubicBezTo>
                    <a:pt x="831" y="1691"/>
                    <a:pt x="458" y="2126"/>
                    <a:pt x="165" y="2512"/>
                  </a:cubicBezTo>
                  <a:lnTo>
                    <a:pt x="165" y="2512"/>
                  </a:lnTo>
                  <a:cubicBezTo>
                    <a:pt x="163" y="2513"/>
                    <a:pt x="161" y="2515"/>
                    <a:pt x="157" y="2519"/>
                  </a:cubicBezTo>
                  <a:lnTo>
                    <a:pt x="157" y="2519"/>
                  </a:lnTo>
                  <a:cubicBezTo>
                    <a:pt x="44" y="2630"/>
                    <a:pt x="0" y="2777"/>
                    <a:pt x="17" y="2916"/>
                  </a:cubicBezTo>
                  <a:lnTo>
                    <a:pt x="17" y="2916"/>
                  </a:lnTo>
                  <a:cubicBezTo>
                    <a:pt x="17" y="2920"/>
                    <a:pt x="18" y="2924"/>
                    <a:pt x="19" y="2928"/>
                  </a:cubicBezTo>
                  <a:lnTo>
                    <a:pt x="19" y="2928"/>
                  </a:lnTo>
                  <a:cubicBezTo>
                    <a:pt x="19" y="2932"/>
                    <a:pt x="20" y="2936"/>
                    <a:pt x="20" y="2940"/>
                  </a:cubicBezTo>
                  <a:lnTo>
                    <a:pt x="20" y="2940"/>
                  </a:lnTo>
                  <a:cubicBezTo>
                    <a:pt x="22" y="2949"/>
                    <a:pt x="24" y="2958"/>
                    <a:pt x="26" y="2967"/>
                  </a:cubicBezTo>
                  <a:lnTo>
                    <a:pt x="26" y="2967"/>
                  </a:lnTo>
                  <a:cubicBezTo>
                    <a:pt x="62" y="3123"/>
                    <a:pt x="175" y="3261"/>
                    <a:pt x="351" y="3315"/>
                  </a:cubicBezTo>
                  <a:lnTo>
                    <a:pt x="351" y="3315"/>
                  </a:lnTo>
                  <a:cubicBezTo>
                    <a:pt x="878" y="3543"/>
                    <a:pt x="1483" y="3770"/>
                    <a:pt x="2159" y="3967"/>
                  </a:cubicBezTo>
                  <a:lnTo>
                    <a:pt x="2159" y="3967"/>
                  </a:lnTo>
                  <a:cubicBezTo>
                    <a:pt x="2704" y="4126"/>
                    <a:pt x="3217" y="4245"/>
                    <a:pt x="3690" y="4333"/>
                  </a:cubicBezTo>
                  <a:lnTo>
                    <a:pt x="3690" y="4333"/>
                  </a:lnTo>
                  <a:cubicBezTo>
                    <a:pt x="3854" y="4383"/>
                    <a:pt x="4014" y="4341"/>
                    <a:pt x="4130" y="4246"/>
                  </a:cubicBezTo>
                  <a:lnTo>
                    <a:pt x="4130" y="4246"/>
                  </a:lnTo>
                  <a:lnTo>
                    <a:pt x="4130" y="4246"/>
                  </a:lnTo>
                  <a:lnTo>
                    <a:pt x="4130" y="4246"/>
                  </a:lnTo>
                  <a:cubicBezTo>
                    <a:pt x="4247" y="4151"/>
                    <a:pt x="4318" y="4002"/>
                    <a:pt x="4304" y="383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3" name="Freeform 172"/>
            <p:cNvSpPr>
              <a:spLocks noChangeArrowheads="1"/>
            </p:cNvSpPr>
            <p:nvPr/>
          </p:nvSpPr>
          <p:spPr bwMode="auto">
            <a:xfrm>
              <a:off x="5134278" y="3871417"/>
              <a:ext cx="2316178" cy="2349299"/>
            </a:xfrm>
            <a:custGeom>
              <a:avLst/>
              <a:gdLst>
                <a:gd name="T0" fmla="*/ 4157 w 4318"/>
                <a:gd name="T1" fmla="*/ 146 h 4377"/>
                <a:gd name="T2" fmla="*/ 4156 w 4318"/>
                <a:gd name="T3" fmla="*/ 144 h 4377"/>
                <a:gd name="T4" fmla="*/ 4139 w 4318"/>
                <a:gd name="T5" fmla="*/ 128 h 4377"/>
                <a:gd name="T6" fmla="*/ 4139 w 4318"/>
                <a:gd name="T7" fmla="*/ 128 h 4377"/>
                <a:gd name="T8" fmla="*/ 3820 w 4318"/>
                <a:gd name="T9" fmla="*/ 0 h 4377"/>
                <a:gd name="T10" fmla="*/ 3803 w 4318"/>
                <a:gd name="T11" fmla="*/ 1 h 4377"/>
                <a:gd name="T12" fmla="*/ 3775 w 4318"/>
                <a:gd name="T13" fmla="*/ 2 h 4377"/>
                <a:gd name="T14" fmla="*/ 3691 w 4318"/>
                <a:gd name="T15" fmla="*/ 17 h 4377"/>
                <a:gd name="T16" fmla="*/ 3675 w 4318"/>
                <a:gd name="T17" fmla="*/ 22 h 4377"/>
                <a:gd name="T18" fmla="*/ 1811 w 4318"/>
                <a:gd name="T19" fmla="*/ 496 h 4377"/>
                <a:gd name="T20" fmla="*/ 339 w 4318"/>
                <a:gd name="T21" fmla="*/ 1051 h 4377"/>
                <a:gd name="T22" fmla="*/ 309 w 4318"/>
                <a:gd name="T23" fmla="*/ 1062 h 4377"/>
                <a:gd name="T24" fmla="*/ 24 w 4318"/>
                <a:gd name="T25" fmla="*/ 1366 h 4377"/>
                <a:gd name="T26" fmla="*/ 23 w 4318"/>
                <a:gd name="T27" fmla="*/ 1370 h 4377"/>
                <a:gd name="T28" fmla="*/ 15 w 4318"/>
                <a:gd name="T29" fmla="*/ 1400 h 4377"/>
                <a:gd name="T30" fmla="*/ 5 w 4318"/>
                <a:gd name="T31" fmla="*/ 1459 h 4377"/>
                <a:gd name="T32" fmla="*/ 3 w 4318"/>
                <a:gd name="T33" fmla="*/ 1489 h 4377"/>
                <a:gd name="T34" fmla="*/ 56 w 4318"/>
                <a:gd name="T35" fmla="*/ 1726 h 4377"/>
                <a:gd name="T36" fmla="*/ 155 w 4318"/>
                <a:gd name="T37" fmla="*/ 1855 h 4377"/>
                <a:gd name="T38" fmla="*/ 1413 w 4318"/>
                <a:gd name="T39" fmla="*/ 3261 h 4377"/>
                <a:gd name="T40" fmla="*/ 2714 w 4318"/>
                <a:gd name="T41" fmla="*/ 4230 h 4377"/>
                <a:gd name="T42" fmla="*/ 2722 w 4318"/>
                <a:gd name="T43" fmla="*/ 4237 h 4377"/>
                <a:gd name="T44" fmla="*/ 3128 w 4318"/>
                <a:gd name="T45" fmla="*/ 4349 h 4377"/>
                <a:gd name="T46" fmla="*/ 3131 w 4318"/>
                <a:gd name="T47" fmla="*/ 4348 h 4377"/>
                <a:gd name="T48" fmla="*/ 3145 w 4318"/>
                <a:gd name="T49" fmla="*/ 4345 h 4377"/>
                <a:gd name="T50" fmla="*/ 3159 w 4318"/>
                <a:gd name="T51" fmla="*/ 4341 h 4377"/>
                <a:gd name="T52" fmla="*/ 3170 w 4318"/>
                <a:gd name="T53" fmla="*/ 4338 h 4377"/>
                <a:gd name="T54" fmla="*/ 3178 w 4318"/>
                <a:gd name="T55" fmla="*/ 4336 h 4377"/>
                <a:gd name="T56" fmla="*/ 3184 w 4318"/>
                <a:gd name="T57" fmla="*/ 4334 h 4377"/>
                <a:gd name="T58" fmla="*/ 3199 w 4318"/>
                <a:gd name="T59" fmla="*/ 4329 h 4377"/>
                <a:gd name="T60" fmla="*/ 3213 w 4318"/>
                <a:gd name="T61" fmla="*/ 4324 h 4377"/>
                <a:gd name="T62" fmla="*/ 3227 w 4318"/>
                <a:gd name="T63" fmla="*/ 4318 h 4377"/>
                <a:gd name="T64" fmla="*/ 3240 w 4318"/>
                <a:gd name="T65" fmla="*/ 4313 h 4377"/>
                <a:gd name="T66" fmla="*/ 3254 w 4318"/>
                <a:gd name="T67" fmla="*/ 4305 h 4377"/>
                <a:gd name="T68" fmla="*/ 3266 w 4318"/>
                <a:gd name="T69" fmla="*/ 4299 h 4377"/>
                <a:gd name="T70" fmla="*/ 3280 w 4318"/>
                <a:gd name="T71" fmla="*/ 4291 h 4377"/>
                <a:gd name="T72" fmla="*/ 3292 w 4318"/>
                <a:gd name="T73" fmla="*/ 4284 h 4377"/>
                <a:gd name="T74" fmla="*/ 3305 w 4318"/>
                <a:gd name="T75" fmla="*/ 4275 h 4377"/>
                <a:gd name="T76" fmla="*/ 3317 w 4318"/>
                <a:gd name="T77" fmla="*/ 4267 h 4377"/>
                <a:gd name="T78" fmla="*/ 3329 w 4318"/>
                <a:gd name="T79" fmla="*/ 4258 h 4377"/>
                <a:gd name="T80" fmla="*/ 3341 w 4318"/>
                <a:gd name="T81" fmla="*/ 4250 h 4377"/>
                <a:gd name="T82" fmla="*/ 3353 w 4318"/>
                <a:gd name="T83" fmla="*/ 4239 h 4377"/>
                <a:gd name="T84" fmla="*/ 3363 w 4318"/>
                <a:gd name="T85" fmla="*/ 4230 h 4377"/>
                <a:gd name="T86" fmla="*/ 3375 w 4318"/>
                <a:gd name="T87" fmla="*/ 4219 h 4377"/>
                <a:gd name="T88" fmla="*/ 3384 w 4318"/>
                <a:gd name="T89" fmla="*/ 4209 h 4377"/>
                <a:gd name="T90" fmla="*/ 3395 w 4318"/>
                <a:gd name="T91" fmla="*/ 4197 h 4377"/>
                <a:gd name="T92" fmla="*/ 3405 w 4318"/>
                <a:gd name="T93" fmla="*/ 4186 h 4377"/>
                <a:gd name="T94" fmla="*/ 3415 w 4318"/>
                <a:gd name="T95" fmla="*/ 4173 h 4377"/>
                <a:gd name="T96" fmla="*/ 3423 w 4318"/>
                <a:gd name="T97" fmla="*/ 4162 h 4377"/>
                <a:gd name="T98" fmla="*/ 3433 w 4318"/>
                <a:gd name="T99" fmla="*/ 4148 h 4377"/>
                <a:gd name="T100" fmla="*/ 3441 w 4318"/>
                <a:gd name="T101" fmla="*/ 4137 h 4377"/>
                <a:gd name="T102" fmla="*/ 3449 w 4318"/>
                <a:gd name="T103" fmla="*/ 4121 h 4377"/>
                <a:gd name="T104" fmla="*/ 3457 w 4318"/>
                <a:gd name="T105" fmla="*/ 4110 h 4377"/>
                <a:gd name="T106" fmla="*/ 3464 w 4318"/>
                <a:gd name="T107" fmla="*/ 4093 h 4377"/>
                <a:gd name="T108" fmla="*/ 3471 w 4318"/>
                <a:gd name="T109" fmla="*/ 4081 h 4377"/>
                <a:gd name="T110" fmla="*/ 3479 w 4318"/>
                <a:gd name="T111" fmla="*/ 4061 h 4377"/>
                <a:gd name="T112" fmla="*/ 3483 w 4318"/>
                <a:gd name="T113" fmla="*/ 4052 h 4377"/>
                <a:gd name="T114" fmla="*/ 3493 w 4318"/>
                <a:gd name="T115" fmla="*/ 4022 h 4377"/>
                <a:gd name="T116" fmla="*/ 3493 w 4318"/>
                <a:gd name="T117" fmla="*/ 4020 h 4377"/>
                <a:gd name="T118" fmla="*/ 3529 w 4318"/>
                <a:gd name="T119" fmla="*/ 3920 h 4377"/>
                <a:gd name="T120" fmla="*/ 4047 w 4318"/>
                <a:gd name="T121" fmla="*/ 2263 h 4377"/>
                <a:gd name="T122" fmla="*/ 4279 w 4318"/>
                <a:gd name="T123" fmla="*/ 582 h 4377"/>
                <a:gd name="T124" fmla="*/ 4280 w 4318"/>
                <a:gd name="T125" fmla="*/ 580 h 4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18" h="4377">
                  <a:moveTo>
                    <a:pt x="4157" y="146"/>
                  </a:moveTo>
                  <a:lnTo>
                    <a:pt x="4157" y="146"/>
                  </a:lnTo>
                  <a:cubicBezTo>
                    <a:pt x="4157" y="146"/>
                    <a:pt x="4156" y="145"/>
                    <a:pt x="4156" y="144"/>
                  </a:cubicBezTo>
                  <a:lnTo>
                    <a:pt x="4156" y="144"/>
                  </a:lnTo>
                  <a:cubicBezTo>
                    <a:pt x="4150" y="139"/>
                    <a:pt x="4145" y="133"/>
                    <a:pt x="4139" y="128"/>
                  </a:cubicBezTo>
                  <a:lnTo>
                    <a:pt x="4139" y="128"/>
                  </a:lnTo>
                  <a:lnTo>
                    <a:pt x="4139" y="128"/>
                  </a:lnTo>
                  <a:lnTo>
                    <a:pt x="4139" y="128"/>
                  </a:lnTo>
                  <a:cubicBezTo>
                    <a:pt x="4055" y="49"/>
                    <a:pt x="3942" y="1"/>
                    <a:pt x="3820" y="0"/>
                  </a:cubicBezTo>
                  <a:lnTo>
                    <a:pt x="3820" y="0"/>
                  </a:lnTo>
                  <a:cubicBezTo>
                    <a:pt x="3815" y="0"/>
                    <a:pt x="3809" y="0"/>
                    <a:pt x="3803" y="1"/>
                  </a:cubicBezTo>
                  <a:lnTo>
                    <a:pt x="3803" y="1"/>
                  </a:lnTo>
                  <a:cubicBezTo>
                    <a:pt x="3794" y="1"/>
                    <a:pt x="3785" y="1"/>
                    <a:pt x="3775" y="2"/>
                  </a:cubicBezTo>
                  <a:lnTo>
                    <a:pt x="3775" y="2"/>
                  </a:lnTo>
                  <a:cubicBezTo>
                    <a:pt x="3748" y="5"/>
                    <a:pt x="3720" y="10"/>
                    <a:pt x="3691" y="17"/>
                  </a:cubicBezTo>
                  <a:lnTo>
                    <a:pt x="3691" y="17"/>
                  </a:lnTo>
                  <a:cubicBezTo>
                    <a:pt x="3686" y="19"/>
                    <a:pt x="3680" y="20"/>
                    <a:pt x="3675" y="22"/>
                  </a:cubicBezTo>
                  <a:lnTo>
                    <a:pt x="3675" y="22"/>
                  </a:lnTo>
                  <a:cubicBezTo>
                    <a:pt x="3109" y="130"/>
                    <a:pt x="2482" y="281"/>
                    <a:pt x="1811" y="496"/>
                  </a:cubicBezTo>
                  <a:lnTo>
                    <a:pt x="1811" y="496"/>
                  </a:lnTo>
                  <a:cubicBezTo>
                    <a:pt x="1271" y="669"/>
                    <a:pt x="780" y="859"/>
                    <a:pt x="339" y="1051"/>
                  </a:cubicBezTo>
                  <a:lnTo>
                    <a:pt x="339" y="1051"/>
                  </a:lnTo>
                  <a:cubicBezTo>
                    <a:pt x="328" y="1054"/>
                    <a:pt x="318" y="1058"/>
                    <a:pt x="309" y="1062"/>
                  </a:cubicBezTo>
                  <a:lnTo>
                    <a:pt x="309" y="1062"/>
                  </a:lnTo>
                  <a:cubicBezTo>
                    <a:pt x="163" y="1117"/>
                    <a:pt x="65" y="1233"/>
                    <a:pt x="24" y="1366"/>
                  </a:cubicBezTo>
                  <a:lnTo>
                    <a:pt x="24" y="1366"/>
                  </a:lnTo>
                  <a:cubicBezTo>
                    <a:pt x="24" y="1367"/>
                    <a:pt x="23" y="1369"/>
                    <a:pt x="23" y="1370"/>
                  </a:cubicBezTo>
                  <a:lnTo>
                    <a:pt x="23" y="1370"/>
                  </a:lnTo>
                  <a:cubicBezTo>
                    <a:pt x="20" y="1380"/>
                    <a:pt x="18" y="1390"/>
                    <a:pt x="15" y="1400"/>
                  </a:cubicBezTo>
                  <a:lnTo>
                    <a:pt x="15" y="1400"/>
                  </a:lnTo>
                  <a:cubicBezTo>
                    <a:pt x="10" y="1419"/>
                    <a:pt x="7" y="1440"/>
                    <a:pt x="5" y="1459"/>
                  </a:cubicBezTo>
                  <a:lnTo>
                    <a:pt x="5" y="1459"/>
                  </a:lnTo>
                  <a:cubicBezTo>
                    <a:pt x="4" y="1469"/>
                    <a:pt x="3" y="1479"/>
                    <a:pt x="3" y="1489"/>
                  </a:cubicBezTo>
                  <a:lnTo>
                    <a:pt x="3" y="1489"/>
                  </a:lnTo>
                  <a:cubicBezTo>
                    <a:pt x="0" y="1570"/>
                    <a:pt x="17" y="1651"/>
                    <a:pt x="56" y="1726"/>
                  </a:cubicBezTo>
                  <a:lnTo>
                    <a:pt x="56" y="1726"/>
                  </a:lnTo>
                  <a:cubicBezTo>
                    <a:pt x="81" y="1772"/>
                    <a:pt x="113" y="1816"/>
                    <a:pt x="155" y="1855"/>
                  </a:cubicBezTo>
                  <a:lnTo>
                    <a:pt x="155" y="1855"/>
                  </a:lnTo>
                  <a:cubicBezTo>
                    <a:pt x="455" y="2272"/>
                    <a:pt x="865" y="2767"/>
                    <a:pt x="1413" y="3261"/>
                  </a:cubicBezTo>
                  <a:lnTo>
                    <a:pt x="1413" y="3261"/>
                  </a:lnTo>
                  <a:cubicBezTo>
                    <a:pt x="1875" y="3677"/>
                    <a:pt x="2325" y="3993"/>
                    <a:pt x="2714" y="4230"/>
                  </a:cubicBezTo>
                  <a:lnTo>
                    <a:pt x="2714" y="4230"/>
                  </a:lnTo>
                  <a:cubicBezTo>
                    <a:pt x="2715" y="4231"/>
                    <a:pt x="2718" y="4233"/>
                    <a:pt x="2722" y="4237"/>
                  </a:cubicBezTo>
                  <a:lnTo>
                    <a:pt x="2722" y="4237"/>
                  </a:lnTo>
                  <a:cubicBezTo>
                    <a:pt x="2840" y="4343"/>
                    <a:pt x="2991" y="4376"/>
                    <a:pt x="3128" y="4349"/>
                  </a:cubicBezTo>
                  <a:lnTo>
                    <a:pt x="3128" y="4349"/>
                  </a:lnTo>
                  <a:cubicBezTo>
                    <a:pt x="3129" y="4348"/>
                    <a:pt x="3131" y="4348"/>
                    <a:pt x="3131" y="4348"/>
                  </a:cubicBezTo>
                  <a:lnTo>
                    <a:pt x="3131" y="4348"/>
                  </a:lnTo>
                  <a:cubicBezTo>
                    <a:pt x="3136" y="4347"/>
                    <a:pt x="3140" y="4346"/>
                    <a:pt x="3145" y="4345"/>
                  </a:cubicBezTo>
                  <a:lnTo>
                    <a:pt x="3145" y="4345"/>
                  </a:lnTo>
                  <a:cubicBezTo>
                    <a:pt x="3150" y="4344"/>
                    <a:pt x="3154" y="4343"/>
                    <a:pt x="3159" y="4341"/>
                  </a:cubicBezTo>
                  <a:lnTo>
                    <a:pt x="3159" y="4341"/>
                  </a:lnTo>
                  <a:cubicBezTo>
                    <a:pt x="3163" y="4341"/>
                    <a:pt x="3167" y="4340"/>
                    <a:pt x="3170" y="4338"/>
                  </a:cubicBezTo>
                  <a:lnTo>
                    <a:pt x="3170" y="4338"/>
                  </a:lnTo>
                  <a:cubicBezTo>
                    <a:pt x="3173" y="4338"/>
                    <a:pt x="3175" y="4337"/>
                    <a:pt x="3178" y="4336"/>
                  </a:cubicBezTo>
                  <a:lnTo>
                    <a:pt x="3178" y="4336"/>
                  </a:lnTo>
                  <a:cubicBezTo>
                    <a:pt x="3180" y="4335"/>
                    <a:pt x="3182" y="4335"/>
                    <a:pt x="3184" y="4334"/>
                  </a:cubicBezTo>
                  <a:lnTo>
                    <a:pt x="3184" y="4334"/>
                  </a:lnTo>
                  <a:cubicBezTo>
                    <a:pt x="3190" y="4332"/>
                    <a:pt x="3194" y="4331"/>
                    <a:pt x="3199" y="4329"/>
                  </a:cubicBezTo>
                  <a:lnTo>
                    <a:pt x="3199" y="4329"/>
                  </a:lnTo>
                  <a:cubicBezTo>
                    <a:pt x="3204" y="4328"/>
                    <a:pt x="3208" y="4325"/>
                    <a:pt x="3213" y="4324"/>
                  </a:cubicBezTo>
                  <a:lnTo>
                    <a:pt x="3213" y="4324"/>
                  </a:lnTo>
                  <a:cubicBezTo>
                    <a:pt x="3217" y="4323"/>
                    <a:pt x="3222" y="4320"/>
                    <a:pt x="3227" y="4318"/>
                  </a:cubicBezTo>
                  <a:lnTo>
                    <a:pt x="3227" y="4318"/>
                  </a:lnTo>
                  <a:cubicBezTo>
                    <a:pt x="3231" y="4317"/>
                    <a:pt x="3236" y="4315"/>
                    <a:pt x="3240" y="4313"/>
                  </a:cubicBezTo>
                  <a:lnTo>
                    <a:pt x="3240" y="4313"/>
                  </a:lnTo>
                  <a:cubicBezTo>
                    <a:pt x="3244" y="4310"/>
                    <a:pt x="3249" y="4308"/>
                    <a:pt x="3254" y="4305"/>
                  </a:cubicBezTo>
                  <a:lnTo>
                    <a:pt x="3254" y="4305"/>
                  </a:lnTo>
                  <a:cubicBezTo>
                    <a:pt x="3258" y="4304"/>
                    <a:pt x="3262" y="4301"/>
                    <a:pt x="3266" y="4299"/>
                  </a:cubicBezTo>
                  <a:lnTo>
                    <a:pt x="3266" y="4299"/>
                  </a:lnTo>
                  <a:cubicBezTo>
                    <a:pt x="3271" y="4297"/>
                    <a:pt x="3276" y="4294"/>
                    <a:pt x="3280" y="4291"/>
                  </a:cubicBezTo>
                  <a:lnTo>
                    <a:pt x="3280" y="4291"/>
                  </a:lnTo>
                  <a:cubicBezTo>
                    <a:pt x="3284" y="4289"/>
                    <a:pt x="3288" y="4286"/>
                    <a:pt x="3292" y="4284"/>
                  </a:cubicBezTo>
                  <a:lnTo>
                    <a:pt x="3292" y="4284"/>
                  </a:lnTo>
                  <a:cubicBezTo>
                    <a:pt x="3296" y="4282"/>
                    <a:pt x="3301" y="4278"/>
                    <a:pt x="3305" y="4275"/>
                  </a:cubicBezTo>
                  <a:lnTo>
                    <a:pt x="3305" y="4275"/>
                  </a:lnTo>
                  <a:cubicBezTo>
                    <a:pt x="3309" y="4273"/>
                    <a:pt x="3313" y="4271"/>
                    <a:pt x="3317" y="4267"/>
                  </a:cubicBezTo>
                  <a:lnTo>
                    <a:pt x="3317" y="4267"/>
                  </a:lnTo>
                  <a:cubicBezTo>
                    <a:pt x="3321" y="4265"/>
                    <a:pt x="3325" y="4261"/>
                    <a:pt x="3329" y="4258"/>
                  </a:cubicBezTo>
                  <a:lnTo>
                    <a:pt x="3329" y="4258"/>
                  </a:lnTo>
                  <a:cubicBezTo>
                    <a:pt x="3333" y="4255"/>
                    <a:pt x="3337" y="4253"/>
                    <a:pt x="3341" y="4250"/>
                  </a:cubicBezTo>
                  <a:lnTo>
                    <a:pt x="3341" y="4250"/>
                  </a:lnTo>
                  <a:cubicBezTo>
                    <a:pt x="3345" y="4246"/>
                    <a:pt x="3348" y="4243"/>
                    <a:pt x="3353" y="4239"/>
                  </a:cubicBezTo>
                  <a:lnTo>
                    <a:pt x="3353" y="4239"/>
                  </a:lnTo>
                  <a:cubicBezTo>
                    <a:pt x="3356" y="4236"/>
                    <a:pt x="3359" y="4233"/>
                    <a:pt x="3363" y="4230"/>
                  </a:cubicBezTo>
                  <a:lnTo>
                    <a:pt x="3363" y="4230"/>
                  </a:lnTo>
                  <a:cubicBezTo>
                    <a:pt x="3367" y="4226"/>
                    <a:pt x="3370" y="4222"/>
                    <a:pt x="3375" y="4219"/>
                  </a:cubicBezTo>
                  <a:lnTo>
                    <a:pt x="3375" y="4219"/>
                  </a:lnTo>
                  <a:cubicBezTo>
                    <a:pt x="3378" y="4215"/>
                    <a:pt x="3381" y="4213"/>
                    <a:pt x="3384" y="4209"/>
                  </a:cubicBezTo>
                  <a:lnTo>
                    <a:pt x="3384" y="4209"/>
                  </a:lnTo>
                  <a:cubicBezTo>
                    <a:pt x="3388" y="4204"/>
                    <a:pt x="3392" y="4201"/>
                    <a:pt x="3395" y="4197"/>
                  </a:cubicBezTo>
                  <a:lnTo>
                    <a:pt x="3395" y="4197"/>
                  </a:lnTo>
                  <a:cubicBezTo>
                    <a:pt x="3399" y="4193"/>
                    <a:pt x="3401" y="4190"/>
                    <a:pt x="3405" y="4186"/>
                  </a:cubicBezTo>
                  <a:lnTo>
                    <a:pt x="3405" y="4186"/>
                  </a:lnTo>
                  <a:cubicBezTo>
                    <a:pt x="3408" y="4182"/>
                    <a:pt x="3411" y="4178"/>
                    <a:pt x="3415" y="4173"/>
                  </a:cubicBezTo>
                  <a:lnTo>
                    <a:pt x="3415" y="4173"/>
                  </a:lnTo>
                  <a:cubicBezTo>
                    <a:pt x="3417" y="4169"/>
                    <a:pt x="3421" y="4166"/>
                    <a:pt x="3423" y="4162"/>
                  </a:cubicBezTo>
                  <a:lnTo>
                    <a:pt x="3423" y="4162"/>
                  </a:lnTo>
                  <a:cubicBezTo>
                    <a:pt x="3427" y="4157"/>
                    <a:pt x="3430" y="4152"/>
                    <a:pt x="3433" y="4148"/>
                  </a:cubicBezTo>
                  <a:lnTo>
                    <a:pt x="3433" y="4148"/>
                  </a:lnTo>
                  <a:cubicBezTo>
                    <a:pt x="3435" y="4144"/>
                    <a:pt x="3438" y="4140"/>
                    <a:pt x="3441" y="4137"/>
                  </a:cubicBezTo>
                  <a:lnTo>
                    <a:pt x="3441" y="4137"/>
                  </a:lnTo>
                  <a:cubicBezTo>
                    <a:pt x="3444" y="4131"/>
                    <a:pt x="3447" y="4126"/>
                    <a:pt x="3449" y="4121"/>
                  </a:cubicBezTo>
                  <a:lnTo>
                    <a:pt x="3449" y="4121"/>
                  </a:lnTo>
                  <a:cubicBezTo>
                    <a:pt x="3452" y="4117"/>
                    <a:pt x="3454" y="4113"/>
                    <a:pt x="3457" y="4110"/>
                  </a:cubicBezTo>
                  <a:lnTo>
                    <a:pt x="3457" y="4110"/>
                  </a:lnTo>
                  <a:cubicBezTo>
                    <a:pt x="3459" y="4104"/>
                    <a:pt x="3462" y="4098"/>
                    <a:pt x="3464" y="4093"/>
                  </a:cubicBezTo>
                  <a:lnTo>
                    <a:pt x="3464" y="4093"/>
                  </a:lnTo>
                  <a:cubicBezTo>
                    <a:pt x="3466" y="4089"/>
                    <a:pt x="3469" y="4085"/>
                    <a:pt x="3471" y="4081"/>
                  </a:cubicBezTo>
                  <a:lnTo>
                    <a:pt x="3471" y="4081"/>
                  </a:lnTo>
                  <a:cubicBezTo>
                    <a:pt x="3473" y="4075"/>
                    <a:pt x="3475" y="4068"/>
                    <a:pt x="3479" y="4061"/>
                  </a:cubicBezTo>
                  <a:lnTo>
                    <a:pt x="3479" y="4061"/>
                  </a:lnTo>
                  <a:cubicBezTo>
                    <a:pt x="3480" y="4058"/>
                    <a:pt x="3482" y="4055"/>
                    <a:pt x="3483" y="4052"/>
                  </a:cubicBezTo>
                  <a:lnTo>
                    <a:pt x="3483" y="4052"/>
                  </a:lnTo>
                  <a:cubicBezTo>
                    <a:pt x="3486" y="4042"/>
                    <a:pt x="3490" y="4032"/>
                    <a:pt x="3493" y="4022"/>
                  </a:cubicBezTo>
                  <a:lnTo>
                    <a:pt x="3493" y="4022"/>
                  </a:lnTo>
                  <a:cubicBezTo>
                    <a:pt x="3493" y="4022"/>
                    <a:pt x="3493" y="4021"/>
                    <a:pt x="3493" y="4020"/>
                  </a:cubicBezTo>
                  <a:lnTo>
                    <a:pt x="3493" y="4020"/>
                  </a:lnTo>
                  <a:cubicBezTo>
                    <a:pt x="3504" y="3986"/>
                    <a:pt x="3516" y="3953"/>
                    <a:pt x="3529" y="3920"/>
                  </a:cubicBezTo>
                  <a:lnTo>
                    <a:pt x="3529" y="3920"/>
                  </a:lnTo>
                  <a:cubicBezTo>
                    <a:pt x="3716" y="3461"/>
                    <a:pt x="3904" y="2905"/>
                    <a:pt x="4047" y="2263"/>
                  </a:cubicBezTo>
                  <a:lnTo>
                    <a:pt x="4047" y="2263"/>
                  </a:lnTo>
                  <a:cubicBezTo>
                    <a:pt x="4187" y="1636"/>
                    <a:pt x="4252" y="1067"/>
                    <a:pt x="4279" y="582"/>
                  </a:cubicBezTo>
                  <a:lnTo>
                    <a:pt x="4279" y="582"/>
                  </a:lnTo>
                  <a:cubicBezTo>
                    <a:pt x="4279" y="582"/>
                    <a:pt x="4279" y="581"/>
                    <a:pt x="4280" y="580"/>
                  </a:cubicBezTo>
                  <a:lnTo>
                    <a:pt x="4280" y="580"/>
                  </a:lnTo>
                  <a:cubicBezTo>
                    <a:pt x="4317" y="412"/>
                    <a:pt x="4263" y="254"/>
                    <a:pt x="4157" y="14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4" name="Freeform 173"/>
            <p:cNvSpPr>
              <a:spLocks noChangeArrowheads="1"/>
            </p:cNvSpPr>
            <p:nvPr/>
          </p:nvSpPr>
          <p:spPr bwMode="auto">
            <a:xfrm>
              <a:off x="5491523" y="3857222"/>
              <a:ext cx="2320908" cy="2351665"/>
            </a:xfrm>
            <a:custGeom>
              <a:avLst/>
              <a:gdLst>
                <a:gd name="T0" fmla="*/ 4306 w 4324"/>
                <a:gd name="T1" fmla="*/ 1468 h 4385"/>
                <a:gd name="T2" fmla="*/ 4304 w 4324"/>
                <a:gd name="T3" fmla="*/ 1457 h 4385"/>
                <a:gd name="T4" fmla="*/ 4302 w 4324"/>
                <a:gd name="T5" fmla="*/ 1444 h 4385"/>
                <a:gd name="T6" fmla="*/ 4297 w 4324"/>
                <a:gd name="T7" fmla="*/ 1417 h 4385"/>
                <a:gd name="T8" fmla="*/ 4072 w 4324"/>
                <a:gd name="T9" fmla="*/ 1112 h 4385"/>
                <a:gd name="T10" fmla="*/ 4049 w 4324"/>
                <a:gd name="T11" fmla="*/ 1101 h 4385"/>
                <a:gd name="T12" fmla="*/ 3972 w 4324"/>
                <a:gd name="T13" fmla="*/ 1069 h 4385"/>
                <a:gd name="T14" fmla="*/ 2163 w 4324"/>
                <a:gd name="T15" fmla="*/ 416 h 4385"/>
                <a:gd name="T16" fmla="*/ 632 w 4324"/>
                <a:gd name="T17" fmla="*/ 51 h 4385"/>
                <a:gd name="T18" fmla="*/ 193 w 4324"/>
                <a:gd name="T19" fmla="*/ 137 h 4385"/>
                <a:gd name="T20" fmla="*/ 142 w 4324"/>
                <a:gd name="T21" fmla="*/ 184 h 4385"/>
                <a:gd name="T22" fmla="*/ 133 w 4324"/>
                <a:gd name="T23" fmla="*/ 195 h 4385"/>
                <a:gd name="T24" fmla="*/ 24 w 4324"/>
                <a:gd name="T25" fmla="*/ 580 h 4385"/>
                <a:gd name="T26" fmla="*/ 30 w 4324"/>
                <a:gd name="T27" fmla="*/ 613 h 4385"/>
                <a:gd name="T28" fmla="*/ 284 w 4324"/>
                <a:gd name="T29" fmla="*/ 2483 h 4385"/>
                <a:gd name="T30" fmla="*/ 817 w 4324"/>
                <a:gd name="T31" fmla="*/ 4015 h 4385"/>
                <a:gd name="T32" fmla="*/ 820 w 4324"/>
                <a:gd name="T33" fmla="*/ 4025 h 4385"/>
                <a:gd name="T34" fmla="*/ 1094 w 4324"/>
                <a:gd name="T35" fmla="*/ 4346 h 4385"/>
                <a:gd name="T36" fmla="*/ 1097 w 4324"/>
                <a:gd name="T37" fmla="*/ 4347 h 4385"/>
                <a:gd name="T38" fmla="*/ 1110 w 4324"/>
                <a:gd name="T39" fmla="*/ 4352 h 4385"/>
                <a:gd name="T40" fmla="*/ 1123 w 4324"/>
                <a:gd name="T41" fmla="*/ 4357 h 4385"/>
                <a:gd name="T42" fmla="*/ 1133 w 4324"/>
                <a:gd name="T43" fmla="*/ 4360 h 4385"/>
                <a:gd name="T44" fmla="*/ 1142 w 4324"/>
                <a:gd name="T45" fmla="*/ 4363 h 4385"/>
                <a:gd name="T46" fmla="*/ 1149 w 4324"/>
                <a:gd name="T47" fmla="*/ 4365 h 4385"/>
                <a:gd name="T48" fmla="*/ 1163 w 4324"/>
                <a:gd name="T49" fmla="*/ 4369 h 4385"/>
                <a:gd name="T50" fmla="*/ 1177 w 4324"/>
                <a:gd name="T51" fmla="*/ 4372 h 4385"/>
                <a:gd name="T52" fmla="*/ 1192 w 4324"/>
                <a:gd name="T53" fmla="*/ 4376 h 4385"/>
                <a:gd name="T54" fmla="*/ 1206 w 4324"/>
                <a:gd name="T55" fmla="*/ 4378 h 4385"/>
                <a:gd name="T56" fmla="*/ 1221 w 4324"/>
                <a:gd name="T57" fmla="*/ 4380 h 4385"/>
                <a:gd name="T58" fmla="*/ 1236 w 4324"/>
                <a:gd name="T59" fmla="*/ 4382 h 4385"/>
                <a:gd name="T60" fmla="*/ 1251 w 4324"/>
                <a:gd name="T61" fmla="*/ 4383 h 4385"/>
                <a:gd name="T62" fmla="*/ 1265 w 4324"/>
                <a:gd name="T63" fmla="*/ 4384 h 4385"/>
                <a:gd name="T64" fmla="*/ 1281 w 4324"/>
                <a:gd name="T65" fmla="*/ 4384 h 4385"/>
                <a:gd name="T66" fmla="*/ 1295 w 4324"/>
                <a:gd name="T67" fmla="*/ 4384 h 4385"/>
                <a:gd name="T68" fmla="*/ 1311 w 4324"/>
                <a:gd name="T69" fmla="*/ 4383 h 4385"/>
                <a:gd name="T70" fmla="*/ 1325 w 4324"/>
                <a:gd name="T71" fmla="*/ 4382 h 4385"/>
                <a:gd name="T72" fmla="*/ 1341 w 4324"/>
                <a:gd name="T73" fmla="*/ 4381 h 4385"/>
                <a:gd name="T74" fmla="*/ 1354 w 4324"/>
                <a:gd name="T75" fmla="*/ 4379 h 4385"/>
                <a:gd name="T76" fmla="*/ 1370 w 4324"/>
                <a:gd name="T77" fmla="*/ 4376 h 4385"/>
                <a:gd name="T78" fmla="*/ 1384 w 4324"/>
                <a:gd name="T79" fmla="*/ 4373 h 4385"/>
                <a:gd name="T80" fmla="*/ 1400 w 4324"/>
                <a:gd name="T81" fmla="*/ 4369 h 4385"/>
                <a:gd name="T82" fmla="*/ 1414 w 4324"/>
                <a:gd name="T83" fmla="*/ 4366 h 4385"/>
                <a:gd name="T84" fmla="*/ 1429 w 4324"/>
                <a:gd name="T85" fmla="*/ 4360 h 4385"/>
                <a:gd name="T86" fmla="*/ 1442 w 4324"/>
                <a:gd name="T87" fmla="*/ 4356 h 4385"/>
                <a:gd name="T88" fmla="*/ 1458 w 4324"/>
                <a:gd name="T89" fmla="*/ 4350 h 4385"/>
                <a:gd name="T90" fmla="*/ 1471 w 4324"/>
                <a:gd name="T91" fmla="*/ 4344 h 4385"/>
                <a:gd name="T92" fmla="*/ 1487 w 4324"/>
                <a:gd name="T93" fmla="*/ 4337 h 4385"/>
                <a:gd name="T94" fmla="*/ 1499 w 4324"/>
                <a:gd name="T95" fmla="*/ 4331 h 4385"/>
                <a:gd name="T96" fmla="*/ 1516 w 4324"/>
                <a:gd name="T97" fmla="*/ 4322 h 4385"/>
                <a:gd name="T98" fmla="*/ 1527 w 4324"/>
                <a:gd name="T99" fmla="*/ 4316 h 4385"/>
                <a:gd name="T100" fmla="*/ 1544 w 4324"/>
                <a:gd name="T101" fmla="*/ 4304 h 4385"/>
                <a:gd name="T102" fmla="*/ 1553 w 4324"/>
                <a:gd name="T103" fmla="*/ 4298 h 4385"/>
                <a:gd name="T104" fmla="*/ 1579 w 4324"/>
                <a:gd name="T105" fmla="*/ 4279 h 4385"/>
                <a:gd name="T106" fmla="*/ 1580 w 4324"/>
                <a:gd name="T107" fmla="*/ 4278 h 4385"/>
                <a:gd name="T108" fmla="*/ 1666 w 4324"/>
                <a:gd name="T109" fmla="*/ 4215 h 4385"/>
                <a:gd name="T110" fmla="*/ 3024 w 4324"/>
                <a:gd name="T111" fmla="*/ 3134 h 4385"/>
                <a:gd name="T112" fmla="*/ 4158 w 4324"/>
                <a:gd name="T113" fmla="*/ 1872 h 4385"/>
                <a:gd name="T114" fmla="*/ 4165 w 4324"/>
                <a:gd name="T115" fmla="*/ 1865 h 4385"/>
                <a:gd name="T116" fmla="*/ 4306 w 4324"/>
                <a:gd name="T117" fmla="*/ 1468 h 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24" h="4385">
                  <a:moveTo>
                    <a:pt x="4306" y="1468"/>
                  </a:moveTo>
                  <a:lnTo>
                    <a:pt x="4306" y="1468"/>
                  </a:lnTo>
                  <a:cubicBezTo>
                    <a:pt x="4306" y="1465"/>
                    <a:pt x="4305" y="1460"/>
                    <a:pt x="4304" y="1457"/>
                  </a:cubicBezTo>
                  <a:lnTo>
                    <a:pt x="4304" y="1457"/>
                  </a:lnTo>
                  <a:cubicBezTo>
                    <a:pt x="4304" y="1452"/>
                    <a:pt x="4303" y="1448"/>
                    <a:pt x="4302" y="1444"/>
                  </a:cubicBezTo>
                  <a:lnTo>
                    <a:pt x="4302" y="1444"/>
                  </a:lnTo>
                  <a:cubicBezTo>
                    <a:pt x="4301" y="1435"/>
                    <a:pt x="4299" y="1426"/>
                    <a:pt x="4297" y="1417"/>
                  </a:cubicBezTo>
                  <a:lnTo>
                    <a:pt x="4297" y="1417"/>
                  </a:lnTo>
                  <a:cubicBezTo>
                    <a:pt x="4268" y="1293"/>
                    <a:pt x="4190" y="1180"/>
                    <a:pt x="4072" y="1112"/>
                  </a:cubicBezTo>
                  <a:lnTo>
                    <a:pt x="4072" y="1112"/>
                  </a:lnTo>
                  <a:cubicBezTo>
                    <a:pt x="4064" y="1108"/>
                    <a:pt x="4057" y="1104"/>
                    <a:pt x="4049" y="1101"/>
                  </a:cubicBezTo>
                  <a:lnTo>
                    <a:pt x="4049" y="1101"/>
                  </a:lnTo>
                  <a:cubicBezTo>
                    <a:pt x="4026" y="1089"/>
                    <a:pt x="4000" y="1078"/>
                    <a:pt x="3972" y="1069"/>
                  </a:cubicBezTo>
                  <a:lnTo>
                    <a:pt x="3972" y="1069"/>
                  </a:lnTo>
                  <a:cubicBezTo>
                    <a:pt x="3443" y="841"/>
                    <a:pt x="2838" y="614"/>
                    <a:pt x="2163" y="416"/>
                  </a:cubicBezTo>
                  <a:lnTo>
                    <a:pt x="2163" y="416"/>
                  </a:lnTo>
                  <a:cubicBezTo>
                    <a:pt x="1618" y="257"/>
                    <a:pt x="1105" y="139"/>
                    <a:pt x="632" y="51"/>
                  </a:cubicBezTo>
                  <a:lnTo>
                    <a:pt x="632" y="51"/>
                  </a:lnTo>
                  <a:cubicBezTo>
                    <a:pt x="469" y="0"/>
                    <a:pt x="309" y="42"/>
                    <a:pt x="193" y="137"/>
                  </a:cubicBezTo>
                  <a:lnTo>
                    <a:pt x="193" y="137"/>
                  </a:lnTo>
                  <a:lnTo>
                    <a:pt x="193" y="137"/>
                  </a:lnTo>
                  <a:cubicBezTo>
                    <a:pt x="175" y="152"/>
                    <a:pt x="158" y="167"/>
                    <a:pt x="142" y="184"/>
                  </a:cubicBezTo>
                  <a:lnTo>
                    <a:pt x="142" y="184"/>
                  </a:lnTo>
                  <a:cubicBezTo>
                    <a:pt x="139" y="188"/>
                    <a:pt x="136" y="192"/>
                    <a:pt x="133" y="195"/>
                  </a:cubicBezTo>
                  <a:lnTo>
                    <a:pt x="133" y="195"/>
                  </a:lnTo>
                  <a:cubicBezTo>
                    <a:pt x="46" y="296"/>
                    <a:pt x="0" y="433"/>
                    <a:pt x="24" y="580"/>
                  </a:cubicBezTo>
                  <a:lnTo>
                    <a:pt x="24" y="580"/>
                  </a:lnTo>
                  <a:cubicBezTo>
                    <a:pt x="26" y="591"/>
                    <a:pt x="27" y="602"/>
                    <a:pt x="30" y="613"/>
                  </a:cubicBezTo>
                  <a:lnTo>
                    <a:pt x="30" y="613"/>
                  </a:lnTo>
                  <a:cubicBezTo>
                    <a:pt x="44" y="1126"/>
                    <a:pt x="106" y="1767"/>
                    <a:pt x="284" y="2483"/>
                  </a:cubicBezTo>
                  <a:lnTo>
                    <a:pt x="284" y="2483"/>
                  </a:lnTo>
                  <a:cubicBezTo>
                    <a:pt x="433" y="3086"/>
                    <a:pt x="629" y="3601"/>
                    <a:pt x="817" y="4015"/>
                  </a:cubicBezTo>
                  <a:lnTo>
                    <a:pt x="817" y="4015"/>
                  </a:lnTo>
                  <a:cubicBezTo>
                    <a:pt x="817" y="4017"/>
                    <a:pt x="818" y="4020"/>
                    <a:pt x="820" y="4025"/>
                  </a:cubicBezTo>
                  <a:lnTo>
                    <a:pt x="820" y="4025"/>
                  </a:lnTo>
                  <a:cubicBezTo>
                    <a:pt x="858" y="4179"/>
                    <a:pt x="965" y="4291"/>
                    <a:pt x="1094" y="4346"/>
                  </a:cubicBezTo>
                  <a:lnTo>
                    <a:pt x="1094" y="4346"/>
                  </a:lnTo>
                  <a:cubicBezTo>
                    <a:pt x="1094" y="4346"/>
                    <a:pt x="1095" y="4346"/>
                    <a:pt x="1097" y="4347"/>
                  </a:cubicBezTo>
                  <a:lnTo>
                    <a:pt x="1097" y="4347"/>
                  </a:lnTo>
                  <a:cubicBezTo>
                    <a:pt x="1101" y="4349"/>
                    <a:pt x="1105" y="4350"/>
                    <a:pt x="1110" y="4352"/>
                  </a:cubicBezTo>
                  <a:lnTo>
                    <a:pt x="1110" y="4352"/>
                  </a:lnTo>
                  <a:cubicBezTo>
                    <a:pt x="1114" y="4354"/>
                    <a:pt x="1119" y="4355"/>
                    <a:pt x="1123" y="4357"/>
                  </a:cubicBezTo>
                  <a:lnTo>
                    <a:pt x="1123" y="4357"/>
                  </a:lnTo>
                  <a:cubicBezTo>
                    <a:pt x="1127" y="4358"/>
                    <a:pt x="1130" y="4359"/>
                    <a:pt x="1133" y="4360"/>
                  </a:cubicBezTo>
                  <a:lnTo>
                    <a:pt x="1133" y="4360"/>
                  </a:lnTo>
                  <a:cubicBezTo>
                    <a:pt x="1136" y="4361"/>
                    <a:pt x="1139" y="4362"/>
                    <a:pt x="1142" y="4363"/>
                  </a:cubicBezTo>
                  <a:lnTo>
                    <a:pt x="1142" y="4363"/>
                  </a:lnTo>
                  <a:cubicBezTo>
                    <a:pt x="1144" y="4364"/>
                    <a:pt x="1146" y="4365"/>
                    <a:pt x="1149" y="4365"/>
                  </a:cubicBezTo>
                  <a:lnTo>
                    <a:pt x="1149" y="4365"/>
                  </a:lnTo>
                  <a:cubicBezTo>
                    <a:pt x="1154" y="4366"/>
                    <a:pt x="1158" y="4368"/>
                    <a:pt x="1163" y="4369"/>
                  </a:cubicBezTo>
                  <a:lnTo>
                    <a:pt x="1163" y="4369"/>
                  </a:lnTo>
                  <a:cubicBezTo>
                    <a:pt x="1168" y="4370"/>
                    <a:pt x="1173" y="4371"/>
                    <a:pt x="1177" y="4372"/>
                  </a:cubicBezTo>
                  <a:lnTo>
                    <a:pt x="1177" y="4372"/>
                  </a:lnTo>
                  <a:cubicBezTo>
                    <a:pt x="1182" y="4373"/>
                    <a:pt x="1187" y="4374"/>
                    <a:pt x="1192" y="4376"/>
                  </a:cubicBezTo>
                  <a:lnTo>
                    <a:pt x="1192" y="4376"/>
                  </a:lnTo>
                  <a:cubicBezTo>
                    <a:pt x="1197" y="4376"/>
                    <a:pt x="1201" y="4377"/>
                    <a:pt x="1206" y="4378"/>
                  </a:cubicBezTo>
                  <a:lnTo>
                    <a:pt x="1206" y="4378"/>
                  </a:lnTo>
                  <a:cubicBezTo>
                    <a:pt x="1211" y="4379"/>
                    <a:pt x="1217" y="4379"/>
                    <a:pt x="1221" y="4380"/>
                  </a:cubicBezTo>
                  <a:lnTo>
                    <a:pt x="1221" y="4380"/>
                  </a:lnTo>
                  <a:cubicBezTo>
                    <a:pt x="1226" y="4381"/>
                    <a:pt x="1231" y="4381"/>
                    <a:pt x="1236" y="4382"/>
                  </a:cubicBezTo>
                  <a:lnTo>
                    <a:pt x="1236" y="4382"/>
                  </a:lnTo>
                  <a:cubicBezTo>
                    <a:pt x="1241" y="4382"/>
                    <a:pt x="1246" y="4382"/>
                    <a:pt x="1251" y="4383"/>
                  </a:cubicBezTo>
                  <a:lnTo>
                    <a:pt x="1251" y="4383"/>
                  </a:lnTo>
                  <a:cubicBezTo>
                    <a:pt x="1256" y="4384"/>
                    <a:pt x="1261" y="4384"/>
                    <a:pt x="1265" y="4384"/>
                  </a:cubicBezTo>
                  <a:lnTo>
                    <a:pt x="1265" y="4384"/>
                  </a:lnTo>
                  <a:cubicBezTo>
                    <a:pt x="1270" y="4384"/>
                    <a:pt x="1276" y="4384"/>
                    <a:pt x="1281" y="4384"/>
                  </a:cubicBezTo>
                  <a:lnTo>
                    <a:pt x="1281" y="4384"/>
                  </a:lnTo>
                  <a:cubicBezTo>
                    <a:pt x="1286" y="4384"/>
                    <a:pt x="1290" y="4384"/>
                    <a:pt x="1295" y="4384"/>
                  </a:cubicBezTo>
                  <a:lnTo>
                    <a:pt x="1295" y="4384"/>
                  </a:lnTo>
                  <a:cubicBezTo>
                    <a:pt x="1300" y="4384"/>
                    <a:pt x="1305" y="4384"/>
                    <a:pt x="1311" y="4383"/>
                  </a:cubicBezTo>
                  <a:lnTo>
                    <a:pt x="1311" y="4383"/>
                  </a:lnTo>
                  <a:cubicBezTo>
                    <a:pt x="1315" y="4383"/>
                    <a:pt x="1320" y="4382"/>
                    <a:pt x="1325" y="4382"/>
                  </a:cubicBezTo>
                  <a:lnTo>
                    <a:pt x="1325" y="4382"/>
                  </a:lnTo>
                  <a:cubicBezTo>
                    <a:pt x="1330" y="4382"/>
                    <a:pt x="1335" y="4381"/>
                    <a:pt x="1341" y="4381"/>
                  </a:cubicBezTo>
                  <a:lnTo>
                    <a:pt x="1341" y="4381"/>
                  </a:lnTo>
                  <a:cubicBezTo>
                    <a:pt x="1345" y="4380"/>
                    <a:pt x="1350" y="4379"/>
                    <a:pt x="1354" y="4379"/>
                  </a:cubicBezTo>
                  <a:lnTo>
                    <a:pt x="1354" y="4379"/>
                  </a:lnTo>
                  <a:cubicBezTo>
                    <a:pt x="1360" y="4378"/>
                    <a:pt x="1365" y="4377"/>
                    <a:pt x="1370" y="4376"/>
                  </a:cubicBezTo>
                  <a:lnTo>
                    <a:pt x="1370" y="4376"/>
                  </a:lnTo>
                  <a:cubicBezTo>
                    <a:pt x="1375" y="4375"/>
                    <a:pt x="1379" y="4374"/>
                    <a:pt x="1384" y="4373"/>
                  </a:cubicBezTo>
                  <a:lnTo>
                    <a:pt x="1384" y="4373"/>
                  </a:lnTo>
                  <a:cubicBezTo>
                    <a:pt x="1390" y="4372"/>
                    <a:pt x="1394" y="4371"/>
                    <a:pt x="1400" y="4369"/>
                  </a:cubicBezTo>
                  <a:lnTo>
                    <a:pt x="1400" y="4369"/>
                  </a:lnTo>
                  <a:cubicBezTo>
                    <a:pt x="1404" y="4368"/>
                    <a:pt x="1409" y="4367"/>
                    <a:pt x="1414" y="4366"/>
                  </a:cubicBezTo>
                  <a:lnTo>
                    <a:pt x="1414" y="4366"/>
                  </a:lnTo>
                  <a:cubicBezTo>
                    <a:pt x="1419" y="4364"/>
                    <a:pt x="1424" y="4362"/>
                    <a:pt x="1429" y="4360"/>
                  </a:cubicBezTo>
                  <a:lnTo>
                    <a:pt x="1429" y="4360"/>
                  </a:lnTo>
                  <a:cubicBezTo>
                    <a:pt x="1434" y="4359"/>
                    <a:pt x="1438" y="4358"/>
                    <a:pt x="1442" y="4356"/>
                  </a:cubicBezTo>
                  <a:lnTo>
                    <a:pt x="1442" y="4356"/>
                  </a:lnTo>
                  <a:cubicBezTo>
                    <a:pt x="1448" y="4354"/>
                    <a:pt x="1453" y="4352"/>
                    <a:pt x="1458" y="4350"/>
                  </a:cubicBezTo>
                  <a:lnTo>
                    <a:pt x="1458" y="4350"/>
                  </a:lnTo>
                  <a:cubicBezTo>
                    <a:pt x="1462" y="4348"/>
                    <a:pt x="1467" y="4346"/>
                    <a:pt x="1471" y="4344"/>
                  </a:cubicBezTo>
                  <a:lnTo>
                    <a:pt x="1471" y="4344"/>
                  </a:lnTo>
                  <a:cubicBezTo>
                    <a:pt x="1477" y="4343"/>
                    <a:pt x="1482" y="4340"/>
                    <a:pt x="1487" y="4337"/>
                  </a:cubicBezTo>
                  <a:lnTo>
                    <a:pt x="1487" y="4337"/>
                  </a:lnTo>
                  <a:cubicBezTo>
                    <a:pt x="1491" y="4335"/>
                    <a:pt x="1495" y="4333"/>
                    <a:pt x="1499" y="4331"/>
                  </a:cubicBezTo>
                  <a:lnTo>
                    <a:pt x="1499" y="4331"/>
                  </a:lnTo>
                  <a:cubicBezTo>
                    <a:pt x="1505" y="4329"/>
                    <a:pt x="1510" y="4325"/>
                    <a:pt x="1516" y="4322"/>
                  </a:cubicBezTo>
                  <a:lnTo>
                    <a:pt x="1516" y="4322"/>
                  </a:lnTo>
                  <a:cubicBezTo>
                    <a:pt x="1519" y="4320"/>
                    <a:pt x="1523" y="4318"/>
                    <a:pt x="1527" y="4316"/>
                  </a:cubicBezTo>
                  <a:lnTo>
                    <a:pt x="1527" y="4316"/>
                  </a:lnTo>
                  <a:cubicBezTo>
                    <a:pt x="1533" y="4312"/>
                    <a:pt x="1538" y="4308"/>
                    <a:pt x="1544" y="4304"/>
                  </a:cubicBezTo>
                  <a:lnTo>
                    <a:pt x="1544" y="4304"/>
                  </a:lnTo>
                  <a:cubicBezTo>
                    <a:pt x="1547" y="4302"/>
                    <a:pt x="1551" y="4300"/>
                    <a:pt x="1553" y="4298"/>
                  </a:cubicBezTo>
                  <a:lnTo>
                    <a:pt x="1553" y="4298"/>
                  </a:lnTo>
                  <a:cubicBezTo>
                    <a:pt x="1562" y="4292"/>
                    <a:pt x="1570" y="4286"/>
                    <a:pt x="1579" y="4279"/>
                  </a:cubicBezTo>
                  <a:lnTo>
                    <a:pt x="1579" y="4279"/>
                  </a:lnTo>
                  <a:cubicBezTo>
                    <a:pt x="1579" y="4279"/>
                    <a:pt x="1579" y="4278"/>
                    <a:pt x="1580" y="4278"/>
                  </a:cubicBezTo>
                  <a:lnTo>
                    <a:pt x="1580" y="4278"/>
                  </a:lnTo>
                  <a:cubicBezTo>
                    <a:pt x="1607" y="4256"/>
                    <a:pt x="1637" y="4235"/>
                    <a:pt x="1666" y="4215"/>
                  </a:cubicBezTo>
                  <a:lnTo>
                    <a:pt x="1666" y="4215"/>
                  </a:lnTo>
                  <a:cubicBezTo>
                    <a:pt x="2079" y="3940"/>
                    <a:pt x="2546" y="3585"/>
                    <a:pt x="3024" y="3134"/>
                  </a:cubicBezTo>
                  <a:lnTo>
                    <a:pt x="3024" y="3134"/>
                  </a:lnTo>
                  <a:cubicBezTo>
                    <a:pt x="3491" y="2693"/>
                    <a:pt x="3864" y="2258"/>
                    <a:pt x="4158" y="1872"/>
                  </a:cubicBezTo>
                  <a:lnTo>
                    <a:pt x="4158" y="1872"/>
                  </a:lnTo>
                  <a:cubicBezTo>
                    <a:pt x="4159" y="1871"/>
                    <a:pt x="4161" y="1869"/>
                    <a:pt x="4165" y="1865"/>
                  </a:cubicBezTo>
                  <a:lnTo>
                    <a:pt x="4165" y="1865"/>
                  </a:lnTo>
                  <a:cubicBezTo>
                    <a:pt x="4279" y="1755"/>
                    <a:pt x="4323" y="1608"/>
                    <a:pt x="4306" y="146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5" name="Freeform 174"/>
            <p:cNvSpPr>
              <a:spLocks noChangeArrowheads="1"/>
            </p:cNvSpPr>
            <p:nvPr/>
          </p:nvSpPr>
          <p:spPr bwMode="auto">
            <a:xfrm>
              <a:off x="7973310" y="637285"/>
              <a:ext cx="2318543" cy="2346934"/>
            </a:xfrm>
            <a:custGeom>
              <a:avLst/>
              <a:gdLst>
                <a:gd name="T0" fmla="*/ 4282 w 4320"/>
                <a:gd name="T1" fmla="*/ 3795 h 4376"/>
                <a:gd name="T2" fmla="*/ 4281 w 4320"/>
                <a:gd name="T3" fmla="*/ 3793 h 4376"/>
                <a:gd name="T4" fmla="*/ 3532 w 4320"/>
                <a:gd name="T5" fmla="*/ 456 h 4376"/>
                <a:gd name="T6" fmla="*/ 3495 w 4320"/>
                <a:gd name="T7" fmla="*/ 355 h 4376"/>
                <a:gd name="T8" fmla="*/ 3485 w 4320"/>
                <a:gd name="T9" fmla="*/ 324 h 4376"/>
                <a:gd name="T10" fmla="*/ 3480 w 4320"/>
                <a:gd name="T11" fmla="*/ 314 h 4376"/>
                <a:gd name="T12" fmla="*/ 3467 w 4320"/>
                <a:gd name="T13" fmla="*/ 283 h 4376"/>
                <a:gd name="T14" fmla="*/ 3458 w 4320"/>
                <a:gd name="T15" fmla="*/ 266 h 4376"/>
                <a:gd name="T16" fmla="*/ 3443 w 4320"/>
                <a:gd name="T17" fmla="*/ 239 h 4376"/>
                <a:gd name="T18" fmla="*/ 3435 w 4320"/>
                <a:gd name="T19" fmla="*/ 227 h 4376"/>
                <a:gd name="T20" fmla="*/ 3417 w 4320"/>
                <a:gd name="T21" fmla="*/ 202 h 4376"/>
                <a:gd name="T22" fmla="*/ 3406 w 4320"/>
                <a:gd name="T23" fmla="*/ 189 h 4376"/>
                <a:gd name="T24" fmla="*/ 3387 w 4320"/>
                <a:gd name="T25" fmla="*/ 167 h 4376"/>
                <a:gd name="T26" fmla="*/ 3377 w 4320"/>
                <a:gd name="T27" fmla="*/ 156 h 4376"/>
                <a:gd name="T28" fmla="*/ 3354 w 4320"/>
                <a:gd name="T29" fmla="*/ 136 h 4376"/>
                <a:gd name="T30" fmla="*/ 3342 w 4320"/>
                <a:gd name="T31" fmla="*/ 126 h 4376"/>
                <a:gd name="T32" fmla="*/ 3319 w 4320"/>
                <a:gd name="T33" fmla="*/ 107 h 4376"/>
                <a:gd name="T34" fmla="*/ 3307 w 4320"/>
                <a:gd name="T35" fmla="*/ 100 h 4376"/>
                <a:gd name="T36" fmla="*/ 3282 w 4320"/>
                <a:gd name="T37" fmla="*/ 84 h 4376"/>
                <a:gd name="T38" fmla="*/ 3268 w 4320"/>
                <a:gd name="T39" fmla="*/ 76 h 4376"/>
                <a:gd name="T40" fmla="*/ 3242 w 4320"/>
                <a:gd name="T41" fmla="*/ 63 h 4376"/>
                <a:gd name="T42" fmla="*/ 3229 w 4320"/>
                <a:gd name="T43" fmla="*/ 57 h 4376"/>
                <a:gd name="T44" fmla="*/ 3202 w 4320"/>
                <a:gd name="T45" fmla="*/ 46 h 4376"/>
                <a:gd name="T46" fmla="*/ 3187 w 4320"/>
                <a:gd name="T47" fmla="*/ 42 h 4376"/>
                <a:gd name="T48" fmla="*/ 3172 w 4320"/>
                <a:gd name="T49" fmla="*/ 37 h 4376"/>
                <a:gd name="T50" fmla="*/ 3161 w 4320"/>
                <a:gd name="T51" fmla="*/ 33 h 4376"/>
                <a:gd name="T52" fmla="*/ 3133 w 4320"/>
                <a:gd name="T53" fmla="*/ 27 h 4376"/>
                <a:gd name="T54" fmla="*/ 3130 w 4320"/>
                <a:gd name="T55" fmla="*/ 27 h 4376"/>
                <a:gd name="T56" fmla="*/ 2717 w 4320"/>
                <a:gd name="T57" fmla="*/ 145 h 4376"/>
                <a:gd name="T58" fmla="*/ 1415 w 4320"/>
                <a:gd name="T59" fmla="*/ 1114 h 4376"/>
                <a:gd name="T60" fmla="*/ 132 w 4320"/>
                <a:gd name="T61" fmla="*/ 2544 h 4376"/>
                <a:gd name="T62" fmla="*/ 4 w 4320"/>
                <a:gd name="T63" fmla="*/ 2886 h 4376"/>
                <a:gd name="T64" fmla="*/ 16 w 4320"/>
                <a:gd name="T65" fmla="*/ 2975 h 4376"/>
                <a:gd name="T66" fmla="*/ 24 w 4320"/>
                <a:gd name="T67" fmla="*/ 3006 h 4376"/>
                <a:gd name="T68" fmla="*/ 310 w 4320"/>
                <a:gd name="T69" fmla="*/ 3313 h 4376"/>
                <a:gd name="T70" fmla="*/ 340 w 4320"/>
                <a:gd name="T71" fmla="*/ 3324 h 4376"/>
                <a:gd name="T72" fmla="*/ 3677 w 4320"/>
                <a:gd name="T73" fmla="*/ 4353 h 4376"/>
                <a:gd name="T74" fmla="*/ 3693 w 4320"/>
                <a:gd name="T75" fmla="*/ 4358 h 4376"/>
                <a:gd name="T76" fmla="*/ 3737 w 4320"/>
                <a:gd name="T77" fmla="*/ 4368 h 4376"/>
                <a:gd name="T78" fmla="*/ 3792 w 4320"/>
                <a:gd name="T79" fmla="*/ 4374 h 4376"/>
                <a:gd name="T80" fmla="*/ 3823 w 4320"/>
                <a:gd name="T81" fmla="*/ 4375 h 4376"/>
                <a:gd name="T82" fmla="*/ 4141 w 4320"/>
                <a:gd name="T83" fmla="*/ 4248 h 4376"/>
                <a:gd name="T84" fmla="*/ 4159 w 4320"/>
                <a:gd name="T85" fmla="*/ 4229 h 4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20" h="4376">
                  <a:moveTo>
                    <a:pt x="4159" y="4229"/>
                  </a:moveTo>
                  <a:lnTo>
                    <a:pt x="4159" y="4229"/>
                  </a:lnTo>
                  <a:cubicBezTo>
                    <a:pt x="4265" y="4121"/>
                    <a:pt x="4319" y="3963"/>
                    <a:pt x="4282" y="3795"/>
                  </a:cubicBezTo>
                  <a:lnTo>
                    <a:pt x="4282" y="3795"/>
                  </a:lnTo>
                  <a:lnTo>
                    <a:pt x="4281" y="3793"/>
                  </a:lnTo>
                  <a:lnTo>
                    <a:pt x="4281" y="3793"/>
                  </a:lnTo>
                  <a:cubicBezTo>
                    <a:pt x="4254" y="3308"/>
                    <a:pt x="4189" y="2739"/>
                    <a:pt x="4049" y="2112"/>
                  </a:cubicBezTo>
                  <a:lnTo>
                    <a:pt x="4049" y="2112"/>
                  </a:lnTo>
                  <a:cubicBezTo>
                    <a:pt x="3906" y="1470"/>
                    <a:pt x="3719" y="915"/>
                    <a:pt x="3532" y="456"/>
                  </a:cubicBezTo>
                  <a:lnTo>
                    <a:pt x="3532" y="456"/>
                  </a:lnTo>
                  <a:cubicBezTo>
                    <a:pt x="3519" y="422"/>
                    <a:pt x="3506" y="389"/>
                    <a:pt x="3495" y="355"/>
                  </a:cubicBezTo>
                  <a:lnTo>
                    <a:pt x="3495" y="355"/>
                  </a:lnTo>
                  <a:cubicBezTo>
                    <a:pt x="3495" y="354"/>
                    <a:pt x="3495" y="354"/>
                    <a:pt x="3495" y="353"/>
                  </a:cubicBezTo>
                  <a:lnTo>
                    <a:pt x="3495" y="353"/>
                  </a:lnTo>
                  <a:cubicBezTo>
                    <a:pt x="3492" y="343"/>
                    <a:pt x="3489" y="334"/>
                    <a:pt x="3485" y="324"/>
                  </a:cubicBezTo>
                  <a:lnTo>
                    <a:pt x="3485" y="324"/>
                  </a:lnTo>
                  <a:cubicBezTo>
                    <a:pt x="3484" y="320"/>
                    <a:pt x="3482" y="317"/>
                    <a:pt x="3480" y="314"/>
                  </a:cubicBezTo>
                  <a:lnTo>
                    <a:pt x="3480" y="314"/>
                  </a:lnTo>
                  <a:cubicBezTo>
                    <a:pt x="3478" y="307"/>
                    <a:pt x="3475" y="301"/>
                    <a:pt x="3473" y="295"/>
                  </a:cubicBezTo>
                  <a:lnTo>
                    <a:pt x="3473" y="295"/>
                  </a:lnTo>
                  <a:cubicBezTo>
                    <a:pt x="3471" y="290"/>
                    <a:pt x="3468" y="287"/>
                    <a:pt x="3467" y="283"/>
                  </a:cubicBezTo>
                  <a:lnTo>
                    <a:pt x="3467" y="283"/>
                  </a:lnTo>
                  <a:cubicBezTo>
                    <a:pt x="3464" y="277"/>
                    <a:pt x="3461" y="271"/>
                    <a:pt x="3458" y="266"/>
                  </a:cubicBezTo>
                  <a:lnTo>
                    <a:pt x="3458" y="266"/>
                  </a:lnTo>
                  <a:cubicBezTo>
                    <a:pt x="3456" y="262"/>
                    <a:pt x="3454" y="258"/>
                    <a:pt x="3452" y="254"/>
                  </a:cubicBezTo>
                  <a:lnTo>
                    <a:pt x="3452" y="254"/>
                  </a:lnTo>
                  <a:cubicBezTo>
                    <a:pt x="3449" y="249"/>
                    <a:pt x="3446" y="244"/>
                    <a:pt x="3443" y="239"/>
                  </a:cubicBezTo>
                  <a:lnTo>
                    <a:pt x="3443" y="239"/>
                  </a:lnTo>
                  <a:cubicBezTo>
                    <a:pt x="3440" y="235"/>
                    <a:pt x="3438" y="232"/>
                    <a:pt x="3435" y="227"/>
                  </a:cubicBezTo>
                  <a:lnTo>
                    <a:pt x="3435" y="227"/>
                  </a:lnTo>
                  <a:cubicBezTo>
                    <a:pt x="3432" y="223"/>
                    <a:pt x="3429" y="218"/>
                    <a:pt x="3426" y="213"/>
                  </a:cubicBezTo>
                  <a:lnTo>
                    <a:pt x="3426" y="213"/>
                  </a:lnTo>
                  <a:cubicBezTo>
                    <a:pt x="3422" y="210"/>
                    <a:pt x="3419" y="206"/>
                    <a:pt x="3417" y="202"/>
                  </a:cubicBezTo>
                  <a:lnTo>
                    <a:pt x="3417" y="202"/>
                  </a:lnTo>
                  <a:cubicBezTo>
                    <a:pt x="3413" y="198"/>
                    <a:pt x="3410" y="194"/>
                    <a:pt x="3406" y="189"/>
                  </a:cubicBezTo>
                  <a:lnTo>
                    <a:pt x="3406" y="189"/>
                  </a:lnTo>
                  <a:cubicBezTo>
                    <a:pt x="3404" y="186"/>
                    <a:pt x="3400" y="182"/>
                    <a:pt x="3397" y="179"/>
                  </a:cubicBezTo>
                  <a:lnTo>
                    <a:pt x="3397" y="179"/>
                  </a:lnTo>
                  <a:cubicBezTo>
                    <a:pt x="3394" y="175"/>
                    <a:pt x="3390" y="170"/>
                    <a:pt x="3387" y="167"/>
                  </a:cubicBezTo>
                  <a:lnTo>
                    <a:pt x="3387" y="167"/>
                  </a:lnTo>
                  <a:cubicBezTo>
                    <a:pt x="3383" y="163"/>
                    <a:pt x="3380" y="160"/>
                    <a:pt x="3377" y="156"/>
                  </a:cubicBezTo>
                  <a:lnTo>
                    <a:pt x="3377" y="156"/>
                  </a:lnTo>
                  <a:cubicBezTo>
                    <a:pt x="3373" y="153"/>
                    <a:pt x="3369" y="149"/>
                    <a:pt x="3365" y="146"/>
                  </a:cubicBezTo>
                  <a:lnTo>
                    <a:pt x="3365" y="146"/>
                  </a:lnTo>
                  <a:cubicBezTo>
                    <a:pt x="3361" y="142"/>
                    <a:pt x="3358" y="139"/>
                    <a:pt x="3354" y="136"/>
                  </a:cubicBezTo>
                  <a:lnTo>
                    <a:pt x="3354" y="136"/>
                  </a:lnTo>
                  <a:cubicBezTo>
                    <a:pt x="3350" y="133"/>
                    <a:pt x="3347" y="129"/>
                    <a:pt x="3342" y="126"/>
                  </a:cubicBezTo>
                  <a:lnTo>
                    <a:pt x="3342" y="126"/>
                  </a:lnTo>
                  <a:cubicBezTo>
                    <a:pt x="3339" y="123"/>
                    <a:pt x="3335" y="120"/>
                    <a:pt x="3331" y="117"/>
                  </a:cubicBezTo>
                  <a:lnTo>
                    <a:pt x="3331" y="117"/>
                  </a:lnTo>
                  <a:cubicBezTo>
                    <a:pt x="3327" y="114"/>
                    <a:pt x="3323" y="111"/>
                    <a:pt x="3319" y="107"/>
                  </a:cubicBezTo>
                  <a:lnTo>
                    <a:pt x="3319" y="107"/>
                  </a:lnTo>
                  <a:cubicBezTo>
                    <a:pt x="3315" y="105"/>
                    <a:pt x="3311" y="102"/>
                    <a:pt x="3307" y="100"/>
                  </a:cubicBezTo>
                  <a:lnTo>
                    <a:pt x="3307" y="100"/>
                  </a:lnTo>
                  <a:cubicBezTo>
                    <a:pt x="3303" y="97"/>
                    <a:pt x="3298" y="94"/>
                    <a:pt x="3294" y="91"/>
                  </a:cubicBezTo>
                  <a:lnTo>
                    <a:pt x="3294" y="91"/>
                  </a:lnTo>
                  <a:cubicBezTo>
                    <a:pt x="3290" y="89"/>
                    <a:pt x="3286" y="86"/>
                    <a:pt x="3282" y="84"/>
                  </a:cubicBezTo>
                  <a:lnTo>
                    <a:pt x="3282" y="84"/>
                  </a:lnTo>
                  <a:cubicBezTo>
                    <a:pt x="3278" y="81"/>
                    <a:pt x="3273" y="79"/>
                    <a:pt x="3268" y="76"/>
                  </a:cubicBezTo>
                  <a:lnTo>
                    <a:pt x="3268" y="76"/>
                  </a:lnTo>
                  <a:cubicBezTo>
                    <a:pt x="3264" y="74"/>
                    <a:pt x="3260" y="72"/>
                    <a:pt x="3256" y="70"/>
                  </a:cubicBezTo>
                  <a:lnTo>
                    <a:pt x="3256" y="70"/>
                  </a:lnTo>
                  <a:cubicBezTo>
                    <a:pt x="3251" y="67"/>
                    <a:pt x="3246" y="65"/>
                    <a:pt x="3242" y="63"/>
                  </a:cubicBezTo>
                  <a:lnTo>
                    <a:pt x="3242" y="63"/>
                  </a:lnTo>
                  <a:cubicBezTo>
                    <a:pt x="3238" y="61"/>
                    <a:pt x="3233" y="59"/>
                    <a:pt x="3229" y="57"/>
                  </a:cubicBezTo>
                  <a:lnTo>
                    <a:pt x="3229" y="57"/>
                  </a:lnTo>
                  <a:cubicBezTo>
                    <a:pt x="3224" y="55"/>
                    <a:pt x="3220" y="53"/>
                    <a:pt x="3215" y="51"/>
                  </a:cubicBezTo>
                  <a:lnTo>
                    <a:pt x="3215" y="51"/>
                  </a:lnTo>
                  <a:cubicBezTo>
                    <a:pt x="3210" y="49"/>
                    <a:pt x="3206" y="48"/>
                    <a:pt x="3202" y="46"/>
                  </a:cubicBezTo>
                  <a:lnTo>
                    <a:pt x="3202" y="46"/>
                  </a:lnTo>
                  <a:cubicBezTo>
                    <a:pt x="3197" y="44"/>
                    <a:pt x="3192" y="43"/>
                    <a:pt x="3187" y="42"/>
                  </a:cubicBezTo>
                  <a:lnTo>
                    <a:pt x="3187" y="42"/>
                  </a:lnTo>
                  <a:cubicBezTo>
                    <a:pt x="3185" y="41"/>
                    <a:pt x="3183" y="39"/>
                    <a:pt x="3180" y="39"/>
                  </a:cubicBezTo>
                  <a:lnTo>
                    <a:pt x="3180" y="39"/>
                  </a:lnTo>
                  <a:cubicBezTo>
                    <a:pt x="3177" y="38"/>
                    <a:pt x="3175" y="38"/>
                    <a:pt x="3172" y="37"/>
                  </a:cubicBezTo>
                  <a:lnTo>
                    <a:pt x="3172" y="37"/>
                  </a:lnTo>
                  <a:cubicBezTo>
                    <a:pt x="3169" y="36"/>
                    <a:pt x="3165" y="35"/>
                    <a:pt x="3161" y="33"/>
                  </a:cubicBezTo>
                  <a:lnTo>
                    <a:pt x="3161" y="33"/>
                  </a:lnTo>
                  <a:cubicBezTo>
                    <a:pt x="3157" y="32"/>
                    <a:pt x="3152" y="32"/>
                    <a:pt x="3147" y="31"/>
                  </a:cubicBezTo>
                  <a:lnTo>
                    <a:pt x="3147" y="31"/>
                  </a:lnTo>
                  <a:cubicBezTo>
                    <a:pt x="3142" y="29"/>
                    <a:pt x="3138" y="28"/>
                    <a:pt x="3133" y="27"/>
                  </a:cubicBezTo>
                  <a:lnTo>
                    <a:pt x="3133" y="27"/>
                  </a:lnTo>
                  <a:cubicBezTo>
                    <a:pt x="3133" y="27"/>
                    <a:pt x="3131" y="27"/>
                    <a:pt x="3130" y="27"/>
                  </a:cubicBezTo>
                  <a:lnTo>
                    <a:pt x="3130" y="27"/>
                  </a:lnTo>
                  <a:cubicBezTo>
                    <a:pt x="2992" y="0"/>
                    <a:pt x="2843" y="33"/>
                    <a:pt x="2723" y="139"/>
                  </a:cubicBezTo>
                  <a:lnTo>
                    <a:pt x="2723" y="139"/>
                  </a:lnTo>
                  <a:cubicBezTo>
                    <a:pt x="2720" y="142"/>
                    <a:pt x="2717" y="144"/>
                    <a:pt x="2717" y="145"/>
                  </a:cubicBezTo>
                  <a:lnTo>
                    <a:pt x="2717" y="145"/>
                  </a:lnTo>
                  <a:cubicBezTo>
                    <a:pt x="2327" y="382"/>
                    <a:pt x="1877" y="698"/>
                    <a:pt x="1415" y="1114"/>
                  </a:cubicBezTo>
                  <a:lnTo>
                    <a:pt x="1415" y="1114"/>
                  </a:lnTo>
                  <a:cubicBezTo>
                    <a:pt x="866" y="1608"/>
                    <a:pt x="456" y="2103"/>
                    <a:pt x="156" y="2521"/>
                  </a:cubicBezTo>
                  <a:lnTo>
                    <a:pt x="156" y="2521"/>
                  </a:lnTo>
                  <a:cubicBezTo>
                    <a:pt x="148" y="2529"/>
                    <a:pt x="139" y="2537"/>
                    <a:pt x="132" y="2544"/>
                  </a:cubicBezTo>
                  <a:lnTo>
                    <a:pt x="132" y="2544"/>
                  </a:lnTo>
                  <a:cubicBezTo>
                    <a:pt x="40" y="2642"/>
                    <a:pt x="0" y="2765"/>
                    <a:pt x="4" y="2886"/>
                  </a:cubicBezTo>
                  <a:lnTo>
                    <a:pt x="4" y="2886"/>
                  </a:lnTo>
                  <a:cubicBezTo>
                    <a:pt x="5" y="2916"/>
                    <a:pt x="9" y="2946"/>
                    <a:pt x="16" y="2975"/>
                  </a:cubicBezTo>
                  <a:lnTo>
                    <a:pt x="16" y="2975"/>
                  </a:lnTo>
                  <a:lnTo>
                    <a:pt x="16" y="2975"/>
                  </a:lnTo>
                  <a:lnTo>
                    <a:pt x="16" y="2975"/>
                  </a:lnTo>
                  <a:cubicBezTo>
                    <a:pt x="18" y="2985"/>
                    <a:pt x="21" y="2995"/>
                    <a:pt x="24" y="3006"/>
                  </a:cubicBezTo>
                  <a:lnTo>
                    <a:pt x="24" y="3006"/>
                  </a:lnTo>
                  <a:cubicBezTo>
                    <a:pt x="25" y="3007"/>
                    <a:pt x="25" y="3008"/>
                    <a:pt x="25" y="3009"/>
                  </a:cubicBezTo>
                  <a:lnTo>
                    <a:pt x="25" y="3009"/>
                  </a:lnTo>
                  <a:cubicBezTo>
                    <a:pt x="66" y="3143"/>
                    <a:pt x="164" y="3258"/>
                    <a:pt x="310" y="3313"/>
                  </a:cubicBezTo>
                  <a:lnTo>
                    <a:pt x="310" y="3313"/>
                  </a:lnTo>
                  <a:cubicBezTo>
                    <a:pt x="319" y="3318"/>
                    <a:pt x="329" y="3320"/>
                    <a:pt x="340" y="3324"/>
                  </a:cubicBezTo>
                  <a:lnTo>
                    <a:pt x="340" y="3324"/>
                  </a:lnTo>
                  <a:cubicBezTo>
                    <a:pt x="781" y="3516"/>
                    <a:pt x="1272" y="3706"/>
                    <a:pt x="1813" y="3880"/>
                  </a:cubicBezTo>
                  <a:lnTo>
                    <a:pt x="1813" y="3880"/>
                  </a:lnTo>
                  <a:cubicBezTo>
                    <a:pt x="2484" y="4094"/>
                    <a:pt x="3111" y="4246"/>
                    <a:pt x="3677" y="4353"/>
                  </a:cubicBezTo>
                  <a:lnTo>
                    <a:pt x="3677" y="4353"/>
                  </a:lnTo>
                  <a:cubicBezTo>
                    <a:pt x="3682" y="4355"/>
                    <a:pt x="3688" y="4357"/>
                    <a:pt x="3693" y="4358"/>
                  </a:cubicBezTo>
                  <a:lnTo>
                    <a:pt x="3693" y="4358"/>
                  </a:lnTo>
                  <a:cubicBezTo>
                    <a:pt x="3700" y="4360"/>
                    <a:pt x="3707" y="4361"/>
                    <a:pt x="3714" y="4363"/>
                  </a:cubicBezTo>
                  <a:lnTo>
                    <a:pt x="3714" y="4363"/>
                  </a:lnTo>
                  <a:cubicBezTo>
                    <a:pt x="3721" y="4365"/>
                    <a:pt x="3729" y="4366"/>
                    <a:pt x="3737" y="4368"/>
                  </a:cubicBezTo>
                  <a:lnTo>
                    <a:pt x="3737" y="4368"/>
                  </a:lnTo>
                  <a:cubicBezTo>
                    <a:pt x="3756" y="4371"/>
                    <a:pt x="3774" y="4373"/>
                    <a:pt x="3792" y="4374"/>
                  </a:cubicBezTo>
                  <a:lnTo>
                    <a:pt x="3792" y="4374"/>
                  </a:lnTo>
                  <a:cubicBezTo>
                    <a:pt x="3802" y="4375"/>
                    <a:pt x="3813" y="4375"/>
                    <a:pt x="3823" y="4375"/>
                  </a:cubicBezTo>
                  <a:lnTo>
                    <a:pt x="3823" y="4375"/>
                  </a:lnTo>
                  <a:lnTo>
                    <a:pt x="3823" y="4375"/>
                  </a:lnTo>
                  <a:cubicBezTo>
                    <a:pt x="3944" y="4374"/>
                    <a:pt x="4057" y="4326"/>
                    <a:pt x="4141" y="4248"/>
                  </a:cubicBezTo>
                  <a:lnTo>
                    <a:pt x="4141" y="4248"/>
                  </a:lnTo>
                  <a:lnTo>
                    <a:pt x="4141" y="4248"/>
                  </a:lnTo>
                  <a:cubicBezTo>
                    <a:pt x="4146" y="4242"/>
                    <a:pt x="4152" y="4237"/>
                    <a:pt x="4158" y="4231"/>
                  </a:cubicBezTo>
                  <a:lnTo>
                    <a:pt x="4158" y="4231"/>
                  </a:lnTo>
                  <a:cubicBezTo>
                    <a:pt x="4158" y="4231"/>
                    <a:pt x="4159" y="4230"/>
                    <a:pt x="4159" y="422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6" name="Freeform 175"/>
            <p:cNvSpPr>
              <a:spLocks noChangeArrowheads="1"/>
            </p:cNvSpPr>
            <p:nvPr/>
          </p:nvSpPr>
          <p:spPr bwMode="auto">
            <a:xfrm>
              <a:off x="8332921" y="646749"/>
              <a:ext cx="2318543" cy="2351665"/>
            </a:xfrm>
            <a:custGeom>
              <a:avLst/>
              <a:gdLst>
                <a:gd name="T0" fmla="*/ 4300 w 4320"/>
                <a:gd name="T1" fmla="*/ 2928 h 4385"/>
                <a:gd name="T2" fmla="*/ 4302 w 4320"/>
                <a:gd name="T3" fmla="*/ 2916 h 4385"/>
                <a:gd name="T4" fmla="*/ 4161 w 4320"/>
                <a:gd name="T5" fmla="*/ 2519 h 4385"/>
                <a:gd name="T6" fmla="*/ 4154 w 4320"/>
                <a:gd name="T7" fmla="*/ 2512 h 4385"/>
                <a:gd name="T8" fmla="*/ 3020 w 4320"/>
                <a:gd name="T9" fmla="*/ 1250 h 4385"/>
                <a:gd name="T10" fmla="*/ 1662 w 4320"/>
                <a:gd name="T11" fmla="*/ 169 h 4385"/>
                <a:gd name="T12" fmla="*/ 1576 w 4320"/>
                <a:gd name="T13" fmla="*/ 106 h 4385"/>
                <a:gd name="T14" fmla="*/ 1575 w 4320"/>
                <a:gd name="T15" fmla="*/ 106 h 4385"/>
                <a:gd name="T16" fmla="*/ 1549 w 4320"/>
                <a:gd name="T17" fmla="*/ 86 h 4385"/>
                <a:gd name="T18" fmla="*/ 1540 w 4320"/>
                <a:gd name="T19" fmla="*/ 80 h 4385"/>
                <a:gd name="T20" fmla="*/ 1523 w 4320"/>
                <a:gd name="T21" fmla="*/ 69 h 4385"/>
                <a:gd name="T22" fmla="*/ 1512 w 4320"/>
                <a:gd name="T23" fmla="*/ 62 h 4385"/>
                <a:gd name="T24" fmla="*/ 1495 w 4320"/>
                <a:gd name="T25" fmla="*/ 53 h 4385"/>
                <a:gd name="T26" fmla="*/ 1483 w 4320"/>
                <a:gd name="T27" fmla="*/ 47 h 4385"/>
                <a:gd name="T28" fmla="*/ 1467 w 4320"/>
                <a:gd name="T29" fmla="*/ 39 h 4385"/>
                <a:gd name="T30" fmla="*/ 1455 w 4320"/>
                <a:gd name="T31" fmla="*/ 34 h 4385"/>
                <a:gd name="T32" fmla="*/ 1439 w 4320"/>
                <a:gd name="T33" fmla="*/ 28 h 4385"/>
                <a:gd name="T34" fmla="*/ 1425 w 4320"/>
                <a:gd name="T35" fmla="*/ 23 h 4385"/>
                <a:gd name="T36" fmla="*/ 1409 w 4320"/>
                <a:gd name="T37" fmla="*/ 19 h 4385"/>
                <a:gd name="T38" fmla="*/ 1396 w 4320"/>
                <a:gd name="T39" fmla="*/ 15 h 4385"/>
                <a:gd name="T40" fmla="*/ 1380 w 4320"/>
                <a:gd name="T41" fmla="*/ 11 h 4385"/>
                <a:gd name="T42" fmla="*/ 1366 w 4320"/>
                <a:gd name="T43" fmla="*/ 8 h 4385"/>
                <a:gd name="T44" fmla="*/ 1351 w 4320"/>
                <a:gd name="T45" fmla="*/ 6 h 4385"/>
                <a:gd name="T46" fmla="*/ 1337 w 4320"/>
                <a:gd name="T47" fmla="*/ 4 h 4385"/>
                <a:gd name="T48" fmla="*/ 1321 w 4320"/>
                <a:gd name="T49" fmla="*/ 2 h 4385"/>
                <a:gd name="T50" fmla="*/ 1307 w 4320"/>
                <a:gd name="T51" fmla="*/ 1 h 4385"/>
                <a:gd name="T52" fmla="*/ 1291 w 4320"/>
                <a:gd name="T53" fmla="*/ 0 h 4385"/>
                <a:gd name="T54" fmla="*/ 1277 w 4320"/>
                <a:gd name="T55" fmla="*/ 0 h 4385"/>
                <a:gd name="T56" fmla="*/ 1261 w 4320"/>
                <a:gd name="T57" fmla="*/ 0 h 4385"/>
                <a:gd name="T58" fmla="*/ 1247 w 4320"/>
                <a:gd name="T59" fmla="*/ 2 h 4385"/>
                <a:gd name="T60" fmla="*/ 1231 w 4320"/>
                <a:gd name="T61" fmla="*/ 3 h 4385"/>
                <a:gd name="T62" fmla="*/ 1218 w 4320"/>
                <a:gd name="T63" fmla="*/ 4 h 4385"/>
                <a:gd name="T64" fmla="*/ 1202 w 4320"/>
                <a:gd name="T65" fmla="*/ 6 h 4385"/>
                <a:gd name="T66" fmla="*/ 1188 w 4320"/>
                <a:gd name="T67" fmla="*/ 9 h 4385"/>
                <a:gd name="T68" fmla="*/ 1173 w 4320"/>
                <a:gd name="T69" fmla="*/ 12 h 4385"/>
                <a:gd name="T70" fmla="*/ 1159 w 4320"/>
                <a:gd name="T71" fmla="*/ 16 h 4385"/>
                <a:gd name="T72" fmla="*/ 1145 w 4320"/>
                <a:gd name="T73" fmla="*/ 19 h 4385"/>
                <a:gd name="T74" fmla="*/ 1138 w 4320"/>
                <a:gd name="T75" fmla="*/ 21 h 4385"/>
                <a:gd name="T76" fmla="*/ 1130 w 4320"/>
                <a:gd name="T77" fmla="*/ 24 h 4385"/>
                <a:gd name="T78" fmla="*/ 1119 w 4320"/>
                <a:gd name="T79" fmla="*/ 27 h 4385"/>
                <a:gd name="T80" fmla="*/ 1105 w 4320"/>
                <a:gd name="T81" fmla="*/ 33 h 4385"/>
                <a:gd name="T82" fmla="*/ 1093 w 4320"/>
                <a:gd name="T83" fmla="*/ 38 h 4385"/>
                <a:gd name="T84" fmla="*/ 1090 w 4320"/>
                <a:gd name="T85" fmla="*/ 39 h 4385"/>
                <a:gd name="T86" fmla="*/ 816 w 4320"/>
                <a:gd name="T87" fmla="*/ 360 h 4385"/>
                <a:gd name="T88" fmla="*/ 813 w 4320"/>
                <a:gd name="T89" fmla="*/ 369 h 4385"/>
                <a:gd name="T90" fmla="*/ 279 w 4320"/>
                <a:gd name="T91" fmla="*/ 1902 h 4385"/>
                <a:gd name="T92" fmla="*/ 25 w 4320"/>
                <a:gd name="T93" fmla="*/ 3771 h 4385"/>
                <a:gd name="T94" fmla="*/ 19 w 4320"/>
                <a:gd name="T95" fmla="*/ 3805 h 4385"/>
                <a:gd name="T96" fmla="*/ 14 w 4320"/>
                <a:gd name="T97" fmla="*/ 3836 h 4385"/>
                <a:gd name="T98" fmla="*/ 14 w 4320"/>
                <a:gd name="T99" fmla="*/ 3839 h 4385"/>
                <a:gd name="T100" fmla="*/ 187 w 4320"/>
                <a:gd name="T101" fmla="*/ 4248 h 4385"/>
                <a:gd name="T102" fmla="*/ 188 w 4320"/>
                <a:gd name="T103" fmla="*/ 4248 h 4385"/>
                <a:gd name="T104" fmla="*/ 627 w 4320"/>
                <a:gd name="T105" fmla="*/ 4334 h 4385"/>
                <a:gd name="T106" fmla="*/ 2159 w 4320"/>
                <a:gd name="T107" fmla="*/ 3968 h 4385"/>
                <a:gd name="T108" fmla="*/ 3968 w 4320"/>
                <a:gd name="T109" fmla="*/ 3315 h 4385"/>
                <a:gd name="T110" fmla="*/ 4046 w 4320"/>
                <a:gd name="T111" fmla="*/ 3284 h 4385"/>
                <a:gd name="T112" fmla="*/ 4067 w 4320"/>
                <a:gd name="T113" fmla="*/ 3272 h 4385"/>
                <a:gd name="T114" fmla="*/ 4293 w 4320"/>
                <a:gd name="T115" fmla="*/ 2967 h 4385"/>
                <a:gd name="T116" fmla="*/ 4298 w 4320"/>
                <a:gd name="T117" fmla="*/ 2941 h 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20" h="4385">
                  <a:moveTo>
                    <a:pt x="4300" y="2928"/>
                  </a:moveTo>
                  <a:lnTo>
                    <a:pt x="4300" y="2928"/>
                  </a:lnTo>
                  <a:cubicBezTo>
                    <a:pt x="4301" y="2924"/>
                    <a:pt x="4302" y="2920"/>
                    <a:pt x="4302" y="2916"/>
                  </a:cubicBezTo>
                  <a:lnTo>
                    <a:pt x="4302" y="2916"/>
                  </a:lnTo>
                  <a:cubicBezTo>
                    <a:pt x="4319" y="2777"/>
                    <a:pt x="4275" y="2630"/>
                    <a:pt x="4161" y="2519"/>
                  </a:cubicBezTo>
                  <a:lnTo>
                    <a:pt x="4161" y="2519"/>
                  </a:lnTo>
                  <a:cubicBezTo>
                    <a:pt x="4157" y="2515"/>
                    <a:pt x="4155" y="2513"/>
                    <a:pt x="4154" y="2512"/>
                  </a:cubicBezTo>
                  <a:lnTo>
                    <a:pt x="4154" y="2512"/>
                  </a:lnTo>
                  <a:cubicBezTo>
                    <a:pt x="3861" y="2126"/>
                    <a:pt x="3487" y="1691"/>
                    <a:pt x="3020" y="1250"/>
                  </a:cubicBezTo>
                  <a:lnTo>
                    <a:pt x="3020" y="1250"/>
                  </a:lnTo>
                  <a:cubicBezTo>
                    <a:pt x="2541" y="799"/>
                    <a:pt x="2075" y="444"/>
                    <a:pt x="1662" y="169"/>
                  </a:cubicBezTo>
                  <a:lnTo>
                    <a:pt x="1662" y="169"/>
                  </a:lnTo>
                  <a:cubicBezTo>
                    <a:pt x="1633" y="149"/>
                    <a:pt x="1603" y="129"/>
                    <a:pt x="1576" y="106"/>
                  </a:cubicBezTo>
                  <a:lnTo>
                    <a:pt x="1576" y="106"/>
                  </a:lnTo>
                  <a:cubicBezTo>
                    <a:pt x="1575" y="106"/>
                    <a:pt x="1575" y="106"/>
                    <a:pt x="1575" y="106"/>
                  </a:cubicBezTo>
                  <a:lnTo>
                    <a:pt x="1575" y="106"/>
                  </a:lnTo>
                  <a:cubicBezTo>
                    <a:pt x="1567" y="99"/>
                    <a:pt x="1558" y="92"/>
                    <a:pt x="1549" y="86"/>
                  </a:cubicBezTo>
                  <a:lnTo>
                    <a:pt x="1549" y="86"/>
                  </a:lnTo>
                  <a:cubicBezTo>
                    <a:pt x="1546" y="84"/>
                    <a:pt x="1543" y="82"/>
                    <a:pt x="1540" y="80"/>
                  </a:cubicBezTo>
                  <a:lnTo>
                    <a:pt x="1540" y="80"/>
                  </a:lnTo>
                  <a:cubicBezTo>
                    <a:pt x="1535" y="76"/>
                    <a:pt x="1529" y="73"/>
                    <a:pt x="1523" y="69"/>
                  </a:cubicBezTo>
                  <a:lnTo>
                    <a:pt x="1523" y="69"/>
                  </a:lnTo>
                  <a:cubicBezTo>
                    <a:pt x="1519" y="67"/>
                    <a:pt x="1515" y="65"/>
                    <a:pt x="1512" y="62"/>
                  </a:cubicBezTo>
                  <a:lnTo>
                    <a:pt x="1512" y="62"/>
                  </a:lnTo>
                  <a:cubicBezTo>
                    <a:pt x="1506" y="59"/>
                    <a:pt x="1501" y="56"/>
                    <a:pt x="1495" y="53"/>
                  </a:cubicBezTo>
                  <a:lnTo>
                    <a:pt x="1495" y="53"/>
                  </a:lnTo>
                  <a:cubicBezTo>
                    <a:pt x="1491" y="51"/>
                    <a:pt x="1487" y="49"/>
                    <a:pt x="1483" y="47"/>
                  </a:cubicBezTo>
                  <a:lnTo>
                    <a:pt x="1483" y="47"/>
                  </a:lnTo>
                  <a:cubicBezTo>
                    <a:pt x="1478" y="45"/>
                    <a:pt x="1472" y="42"/>
                    <a:pt x="1467" y="39"/>
                  </a:cubicBezTo>
                  <a:lnTo>
                    <a:pt x="1467" y="39"/>
                  </a:lnTo>
                  <a:cubicBezTo>
                    <a:pt x="1463" y="38"/>
                    <a:pt x="1459" y="36"/>
                    <a:pt x="1455" y="34"/>
                  </a:cubicBezTo>
                  <a:lnTo>
                    <a:pt x="1455" y="34"/>
                  </a:lnTo>
                  <a:cubicBezTo>
                    <a:pt x="1449" y="32"/>
                    <a:pt x="1444" y="30"/>
                    <a:pt x="1439" y="28"/>
                  </a:cubicBezTo>
                  <a:lnTo>
                    <a:pt x="1439" y="28"/>
                  </a:lnTo>
                  <a:cubicBezTo>
                    <a:pt x="1434" y="27"/>
                    <a:pt x="1430" y="26"/>
                    <a:pt x="1425" y="23"/>
                  </a:cubicBezTo>
                  <a:lnTo>
                    <a:pt x="1425" y="23"/>
                  </a:lnTo>
                  <a:cubicBezTo>
                    <a:pt x="1420" y="22"/>
                    <a:pt x="1415" y="21"/>
                    <a:pt x="1409" y="19"/>
                  </a:cubicBezTo>
                  <a:lnTo>
                    <a:pt x="1409" y="19"/>
                  </a:lnTo>
                  <a:cubicBezTo>
                    <a:pt x="1405" y="17"/>
                    <a:pt x="1400" y="16"/>
                    <a:pt x="1396" y="15"/>
                  </a:cubicBezTo>
                  <a:lnTo>
                    <a:pt x="1396" y="15"/>
                  </a:lnTo>
                  <a:cubicBezTo>
                    <a:pt x="1391" y="14"/>
                    <a:pt x="1386" y="12"/>
                    <a:pt x="1380" y="11"/>
                  </a:cubicBezTo>
                  <a:lnTo>
                    <a:pt x="1380" y="11"/>
                  </a:lnTo>
                  <a:cubicBezTo>
                    <a:pt x="1376" y="10"/>
                    <a:pt x="1371" y="10"/>
                    <a:pt x="1366" y="8"/>
                  </a:cubicBezTo>
                  <a:lnTo>
                    <a:pt x="1366" y="8"/>
                  </a:lnTo>
                  <a:cubicBezTo>
                    <a:pt x="1361" y="8"/>
                    <a:pt x="1356" y="6"/>
                    <a:pt x="1351" y="6"/>
                  </a:cubicBezTo>
                  <a:lnTo>
                    <a:pt x="1351" y="6"/>
                  </a:lnTo>
                  <a:cubicBezTo>
                    <a:pt x="1346" y="5"/>
                    <a:pt x="1341" y="5"/>
                    <a:pt x="1337" y="4"/>
                  </a:cubicBezTo>
                  <a:lnTo>
                    <a:pt x="1337" y="4"/>
                  </a:lnTo>
                  <a:cubicBezTo>
                    <a:pt x="1331" y="4"/>
                    <a:pt x="1326" y="3"/>
                    <a:pt x="1321" y="2"/>
                  </a:cubicBezTo>
                  <a:lnTo>
                    <a:pt x="1321" y="2"/>
                  </a:lnTo>
                  <a:cubicBezTo>
                    <a:pt x="1316" y="2"/>
                    <a:pt x="1312" y="2"/>
                    <a:pt x="1307" y="1"/>
                  </a:cubicBezTo>
                  <a:lnTo>
                    <a:pt x="1307" y="1"/>
                  </a:lnTo>
                  <a:cubicBezTo>
                    <a:pt x="1301" y="1"/>
                    <a:pt x="1296" y="0"/>
                    <a:pt x="1291" y="0"/>
                  </a:cubicBezTo>
                  <a:lnTo>
                    <a:pt x="1291" y="0"/>
                  </a:lnTo>
                  <a:cubicBezTo>
                    <a:pt x="1287" y="0"/>
                    <a:pt x="1282" y="0"/>
                    <a:pt x="1277" y="0"/>
                  </a:cubicBezTo>
                  <a:lnTo>
                    <a:pt x="1277" y="0"/>
                  </a:lnTo>
                  <a:cubicBezTo>
                    <a:pt x="1272" y="0"/>
                    <a:pt x="1266" y="0"/>
                    <a:pt x="1261" y="0"/>
                  </a:cubicBezTo>
                  <a:lnTo>
                    <a:pt x="1261" y="0"/>
                  </a:lnTo>
                  <a:cubicBezTo>
                    <a:pt x="1257" y="1"/>
                    <a:pt x="1252" y="1"/>
                    <a:pt x="1247" y="2"/>
                  </a:cubicBezTo>
                  <a:lnTo>
                    <a:pt x="1247" y="2"/>
                  </a:lnTo>
                  <a:cubicBezTo>
                    <a:pt x="1242" y="2"/>
                    <a:pt x="1237" y="2"/>
                    <a:pt x="1231" y="3"/>
                  </a:cubicBezTo>
                  <a:lnTo>
                    <a:pt x="1231" y="3"/>
                  </a:lnTo>
                  <a:cubicBezTo>
                    <a:pt x="1227" y="3"/>
                    <a:pt x="1222" y="4"/>
                    <a:pt x="1218" y="4"/>
                  </a:cubicBezTo>
                  <a:lnTo>
                    <a:pt x="1218" y="4"/>
                  </a:lnTo>
                  <a:cubicBezTo>
                    <a:pt x="1213" y="5"/>
                    <a:pt x="1208" y="6"/>
                    <a:pt x="1202" y="6"/>
                  </a:cubicBezTo>
                  <a:lnTo>
                    <a:pt x="1202" y="6"/>
                  </a:lnTo>
                  <a:cubicBezTo>
                    <a:pt x="1198" y="7"/>
                    <a:pt x="1193" y="8"/>
                    <a:pt x="1188" y="9"/>
                  </a:cubicBezTo>
                  <a:lnTo>
                    <a:pt x="1188" y="9"/>
                  </a:lnTo>
                  <a:cubicBezTo>
                    <a:pt x="1183" y="10"/>
                    <a:pt x="1178" y="11"/>
                    <a:pt x="1173" y="12"/>
                  </a:cubicBezTo>
                  <a:lnTo>
                    <a:pt x="1173" y="12"/>
                  </a:lnTo>
                  <a:cubicBezTo>
                    <a:pt x="1168" y="13"/>
                    <a:pt x="1164" y="15"/>
                    <a:pt x="1159" y="16"/>
                  </a:cubicBezTo>
                  <a:lnTo>
                    <a:pt x="1159" y="16"/>
                  </a:lnTo>
                  <a:cubicBezTo>
                    <a:pt x="1155" y="17"/>
                    <a:pt x="1150" y="18"/>
                    <a:pt x="1145" y="19"/>
                  </a:cubicBezTo>
                  <a:lnTo>
                    <a:pt x="1145" y="19"/>
                  </a:lnTo>
                  <a:cubicBezTo>
                    <a:pt x="1142" y="20"/>
                    <a:pt x="1140" y="21"/>
                    <a:pt x="1138" y="21"/>
                  </a:cubicBezTo>
                  <a:lnTo>
                    <a:pt x="1138" y="21"/>
                  </a:lnTo>
                  <a:cubicBezTo>
                    <a:pt x="1135" y="22"/>
                    <a:pt x="1133" y="23"/>
                    <a:pt x="1130" y="24"/>
                  </a:cubicBezTo>
                  <a:lnTo>
                    <a:pt x="1130" y="24"/>
                  </a:lnTo>
                  <a:cubicBezTo>
                    <a:pt x="1126" y="25"/>
                    <a:pt x="1123" y="26"/>
                    <a:pt x="1119" y="27"/>
                  </a:cubicBezTo>
                  <a:lnTo>
                    <a:pt x="1119" y="27"/>
                  </a:lnTo>
                  <a:cubicBezTo>
                    <a:pt x="1115" y="29"/>
                    <a:pt x="1110" y="31"/>
                    <a:pt x="1105" y="33"/>
                  </a:cubicBezTo>
                  <a:lnTo>
                    <a:pt x="1105" y="33"/>
                  </a:lnTo>
                  <a:cubicBezTo>
                    <a:pt x="1101" y="34"/>
                    <a:pt x="1097" y="36"/>
                    <a:pt x="1093" y="38"/>
                  </a:cubicBezTo>
                  <a:lnTo>
                    <a:pt x="1093" y="38"/>
                  </a:lnTo>
                  <a:cubicBezTo>
                    <a:pt x="1092" y="38"/>
                    <a:pt x="1090" y="38"/>
                    <a:pt x="1090" y="39"/>
                  </a:cubicBezTo>
                  <a:lnTo>
                    <a:pt x="1090" y="39"/>
                  </a:lnTo>
                  <a:cubicBezTo>
                    <a:pt x="961" y="94"/>
                    <a:pt x="855" y="205"/>
                    <a:pt x="816" y="360"/>
                  </a:cubicBezTo>
                  <a:lnTo>
                    <a:pt x="816" y="360"/>
                  </a:lnTo>
                  <a:cubicBezTo>
                    <a:pt x="814" y="365"/>
                    <a:pt x="813" y="368"/>
                    <a:pt x="813" y="369"/>
                  </a:cubicBezTo>
                  <a:lnTo>
                    <a:pt x="813" y="369"/>
                  </a:lnTo>
                  <a:cubicBezTo>
                    <a:pt x="623" y="784"/>
                    <a:pt x="428" y="1297"/>
                    <a:pt x="279" y="1902"/>
                  </a:cubicBezTo>
                  <a:lnTo>
                    <a:pt x="279" y="1902"/>
                  </a:lnTo>
                  <a:cubicBezTo>
                    <a:pt x="101" y="2618"/>
                    <a:pt x="39" y="3258"/>
                    <a:pt x="25" y="3771"/>
                  </a:cubicBezTo>
                  <a:lnTo>
                    <a:pt x="25" y="3771"/>
                  </a:lnTo>
                  <a:cubicBezTo>
                    <a:pt x="22" y="3783"/>
                    <a:pt x="21" y="3794"/>
                    <a:pt x="19" y="3805"/>
                  </a:cubicBezTo>
                  <a:lnTo>
                    <a:pt x="19" y="3805"/>
                  </a:lnTo>
                  <a:cubicBezTo>
                    <a:pt x="17" y="3815"/>
                    <a:pt x="16" y="3826"/>
                    <a:pt x="14" y="3836"/>
                  </a:cubicBezTo>
                  <a:lnTo>
                    <a:pt x="14" y="3836"/>
                  </a:lnTo>
                  <a:cubicBezTo>
                    <a:pt x="14" y="3837"/>
                    <a:pt x="14" y="3838"/>
                    <a:pt x="14" y="3839"/>
                  </a:cubicBezTo>
                  <a:lnTo>
                    <a:pt x="14" y="3839"/>
                  </a:lnTo>
                  <a:cubicBezTo>
                    <a:pt x="0" y="4003"/>
                    <a:pt x="71" y="4152"/>
                    <a:pt x="187" y="4248"/>
                  </a:cubicBezTo>
                  <a:lnTo>
                    <a:pt x="187" y="4248"/>
                  </a:lnTo>
                  <a:cubicBezTo>
                    <a:pt x="187" y="4248"/>
                    <a:pt x="187" y="4248"/>
                    <a:pt x="188" y="4248"/>
                  </a:cubicBezTo>
                  <a:lnTo>
                    <a:pt x="188" y="4248"/>
                  </a:lnTo>
                  <a:cubicBezTo>
                    <a:pt x="304" y="4342"/>
                    <a:pt x="464" y="4384"/>
                    <a:pt x="627" y="4334"/>
                  </a:cubicBezTo>
                  <a:lnTo>
                    <a:pt x="627" y="4334"/>
                  </a:lnTo>
                  <a:cubicBezTo>
                    <a:pt x="1100" y="4246"/>
                    <a:pt x="1614" y="4127"/>
                    <a:pt x="2159" y="3968"/>
                  </a:cubicBezTo>
                  <a:lnTo>
                    <a:pt x="2159" y="3968"/>
                  </a:lnTo>
                  <a:cubicBezTo>
                    <a:pt x="2835" y="3770"/>
                    <a:pt x="3439" y="3543"/>
                    <a:pt x="3968" y="3315"/>
                  </a:cubicBezTo>
                  <a:lnTo>
                    <a:pt x="3968" y="3315"/>
                  </a:lnTo>
                  <a:cubicBezTo>
                    <a:pt x="3996" y="3307"/>
                    <a:pt x="4021" y="3296"/>
                    <a:pt x="4046" y="3284"/>
                  </a:cubicBezTo>
                  <a:lnTo>
                    <a:pt x="4046" y="3284"/>
                  </a:lnTo>
                  <a:cubicBezTo>
                    <a:pt x="4053" y="3280"/>
                    <a:pt x="4060" y="3276"/>
                    <a:pt x="4067" y="3272"/>
                  </a:cubicBezTo>
                  <a:lnTo>
                    <a:pt x="4067" y="3272"/>
                  </a:lnTo>
                  <a:cubicBezTo>
                    <a:pt x="4186" y="3204"/>
                    <a:pt x="4264" y="3092"/>
                    <a:pt x="4293" y="2967"/>
                  </a:cubicBezTo>
                  <a:lnTo>
                    <a:pt x="4293" y="2967"/>
                  </a:lnTo>
                  <a:cubicBezTo>
                    <a:pt x="4295" y="2958"/>
                    <a:pt x="4297" y="2949"/>
                    <a:pt x="4298" y="2941"/>
                  </a:cubicBezTo>
                  <a:lnTo>
                    <a:pt x="4298" y="2941"/>
                  </a:lnTo>
                  <a:cubicBezTo>
                    <a:pt x="4299" y="2936"/>
                    <a:pt x="4300" y="2932"/>
                    <a:pt x="4300" y="292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7" name="Freeform 176"/>
            <p:cNvSpPr>
              <a:spLocks noChangeArrowheads="1"/>
            </p:cNvSpPr>
            <p:nvPr/>
          </p:nvSpPr>
          <p:spPr bwMode="auto">
            <a:xfrm>
              <a:off x="7821895" y="3715270"/>
              <a:ext cx="2346934" cy="2320908"/>
            </a:xfrm>
            <a:custGeom>
              <a:avLst/>
              <a:gdLst>
                <a:gd name="T0" fmla="*/ 4247 w 4376"/>
                <a:gd name="T1" fmla="*/ 179 h 4327"/>
                <a:gd name="T2" fmla="*/ 4231 w 4376"/>
                <a:gd name="T3" fmla="*/ 162 h 4327"/>
                <a:gd name="T4" fmla="*/ 4230 w 4376"/>
                <a:gd name="T5" fmla="*/ 160 h 4327"/>
                <a:gd name="T6" fmla="*/ 3793 w 4376"/>
                <a:gd name="T7" fmla="*/ 38 h 4327"/>
                <a:gd name="T8" fmla="*/ 2112 w 4376"/>
                <a:gd name="T9" fmla="*/ 270 h 4327"/>
                <a:gd name="T10" fmla="*/ 355 w 4376"/>
                <a:gd name="T11" fmla="*/ 824 h 4327"/>
                <a:gd name="T12" fmla="*/ 354 w 4376"/>
                <a:gd name="T13" fmla="*/ 824 h 4327"/>
                <a:gd name="T14" fmla="*/ 314 w 4376"/>
                <a:gd name="T15" fmla="*/ 839 h 4327"/>
                <a:gd name="T16" fmla="*/ 294 w 4376"/>
                <a:gd name="T17" fmla="*/ 847 h 4327"/>
                <a:gd name="T18" fmla="*/ 266 w 4376"/>
                <a:gd name="T19" fmla="*/ 861 h 4327"/>
                <a:gd name="T20" fmla="*/ 254 w 4376"/>
                <a:gd name="T21" fmla="*/ 868 h 4327"/>
                <a:gd name="T22" fmla="*/ 228 w 4376"/>
                <a:gd name="T23" fmla="*/ 884 h 4327"/>
                <a:gd name="T24" fmla="*/ 213 w 4376"/>
                <a:gd name="T25" fmla="*/ 894 h 4327"/>
                <a:gd name="T26" fmla="*/ 189 w 4376"/>
                <a:gd name="T27" fmla="*/ 912 h 4327"/>
                <a:gd name="T28" fmla="*/ 178 w 4376"/>
                <a:gd name="T29" fmla="*/ 922 h 4327"/>
                <a:gd name="T30" fmla="*/ 156 w 4376"/>
                <a:gd name="T31" fmla="*/ 943 h 4327"/>
                <a:gd name="T32" fmla="*/ 145 w 4376"/>
                <a:gd name="T33" fmla="*/ 954 h 4327"/>
                <a:gd name="T34" fmla="*/ 126 w 4376"/>
                <a:gd name="T35" fmla="*/ 977 h 4327"/>
                <a:gd name="T36" fmla="*/ 117 w 4376"/>
                <a:gd name="T37" fmla="*/ 988 h 4327"/>
                <a:gd name="T38" fmla="*/ 100 w 4376"/>
                <a:gd name="T39" fmla="*/ 1012 h 4327"/>
                <a:gd name="T40" fmla="*/ 91 w 4376"/>
                <a:gd name="T41" fmla="*/ 1026 h 4327"/>
                <a:gd name="T42" fmla="*/ 76 w 4376"/>
                <a:gd name="T43" fmla="*/ 1051 h 4327"/>
                <a:gd name="T44" fmla="*/ 70 w 4376"/>
                <a:gd name="T45" fmla="*/ 1064 h 4327"/>
                <a:gd name="T46" fmla="*/ 57 w 4376"/>
                <a:gd name="T47" fmla="*/ 1090 h 4327"/>
                <a:gd name="T48" fmla="*/ 51 w 4376"/>
                <a:gd name="T49" fmla="*/ 1105 h 4327"/>
                <a:gd name="T50" fmla="*/ 41 w 4376"/>
                <a:gd name="T51" fmla="*/ 1133 h 4327"/>
                <a:gd name="T52" fmla="*/ 39 w 4376"/>
                <a:gd name="T53" fmla="*/ 1139 h 4327"/>
                <a:gd name="T54" fmla="*/ 34 w 4376"/>
                <a:gd name="T55" fmla="*/ 1158 h 4327"/>
                <a:gd name="T56" fmla="*/ 30 w 4376"/>
                <a:gd name="T57" fmla="*/ 1172 h 4327"/>
                <a:gd name="T58" fmla="*/ 27 w 4376"/>
                <a:gd name="T59" fmla="*/ 1189 h 4327"/>
                <a:gd name="T60" fmla="*/ 139 w 4376"/>
                <a:gd name="T61" fmla="*/ 1595 h 4327"/>
                <a:gd name="T62" fmla="*/ 1114 w 4376"/>
                <a:gd name="T63" fmla="*/ 2905 h 4327"/>
                <a:gd name="T64" fmla="*/ 2521 w 4376"/>
                <a:gd name="T65" fmla="*/ 4163 h 4327"/>
                <a:gd name="T66" fmla="*/ 2914 w 4376"/>
                <a:gd name="T67" fmla="*/ 4313 h 4327"/>
                <a:gd name="T68" fmla="*/ 2920 w 4376"/>
                <a:gd name="T69" fmla="*/ 4313 h 4327"/>
                <a:gd name="T70" fmla="*/ 2975 w 4376"/>
                <a:gd name="T71" fmla="*/ 4304 h 4327"/>
                <a:gd name="T72" fmla="*/ 2975 w 4376"/>
                <a:gd name="T73" fmla="*/ 4304 h 4327"/>
                <a:gd name="T74" fmla="*/ 3009 w 4376"/>
                <a:gd name="T75" fmla="*/ 4294 h 4327"/>
                <a:gd name="T76" fmla="*/ 3313 w 4376"/>
                <a:gd name="T77" fmla="*/ 4010 h 4327"/>
                <a:gd name="T78" fmla="*/ 3879 w 4376"/>
                <a:gd name="T79" fmla="*/ 2507 h 4327"/>
                <a:gd name="T80" fmla="*/ 4354 w 4376"/>
                <a:gd name="T81" fmla="*/ 642 h 4327"/>
                <a:gd name="T82" fmla="*/ 4373 w 4376"/>
                <a:gd name="T83" fmla="*/ 543 h 4327"/>
                <a:gd name="T84" fmla="*/ 4375 w 4376"/>
                <a:gd name="T85" fmla="*/ 514 h 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76" h="4327">
                  <a:moveTo>
                    <a:pt x="4375" y="497"/>
                  </a:moveTo>
                  <a:lnTo>
                    <a:pt x="4375" y="497"/>
                  </a:lnTo>
                  <a:cubicBezTo>
                    <a:pt x="4374" y="375"/>
                    <a:pt x="4326" y="263"/>
                    <a:pt x="4247" y="179"/>
                  </a:cubicBezTo>
                  <a:lnTo>
                    <a:pt x="4247" y="179"/>
                  </a:lnTo>
                  <a:lnTo>
                    <a:pt x="4247" y="179"/>
                  </a:lnTo>
                  <a:cubicBezTo>
                    <a:pt x="4242" y="173"/>
                    <a:pt x="4237" y="167"/>
                    <a:pt x="4231" y="162"/>
                  </a:cubicBezTo>
                  <a:lnTo>
                    <a:pt x="4231" y="162"/>
                  </a:lnTo>
                  <a:lnTo>
                    <a:pt x="4230" y="160"/>
                  </a:lnTo>
                  <a:lnTo>
                    <a:pt x="4230" y="160"/>
                  </a:lnTo>
                  <a:cubicBezTo>
                    <a:pt x="4121" y="55"/>
                    <a:pt x="3963" y="0"/>
                    <a:pt x="3795" y="38"/>
                  </a:cubicBezTo>
                  <a:lnTo>
                    <a:pt x="3795" y="38"/>
                  </a:lnTo>
                  <a:cubicBezTo>
                    <a:pt x="3794" y="38"/>
                    <a:pt x="3794" y="38"/>
                    <a:pt x="3793" y="38"/>
                  </a:cubicBezTo>
                  <a:lnTo>
                    <a:pt x="3793" y="38"/>
                  </a:lnTo>
                  <a:cubicBezTo>
                    <a:pt x="3308" y="65"/>
                    <a:pt x="2739" y="130"/>
                    <a:pt x="2112" y="270"/>
                  </a:cubicBezTo>
                  <a:lnTo>
                    <a:pt x="2112" y="270"/>
                  </a:lnTo>
                  <a:cubicBezTo>
                    <a:pt x="1470" y="413"/>
                    <a:pt x="915" y="601"/>
                    <a:pt x="455" y="788"/>
                  </a:cubicBezTo>
                  <a:lnTo>
                    <a:pt x="455" y="788"/>
                  </a:lnTo>
                  <a:cubicBezTo>
                    <a:pt x="423" y="801"/>
                    <a:pt x="389" y="814"/>
                    <a:pt x="355" y="824"/>
                  </a:cubicBezTo>
                  <a:lnTo>
                    <a:pt x="355" y="824"/>
                  </a:lnTo>
                  <a:lnTo>
                    <a:pt x="354" y="824"/>
                  </a:lnTo>
                  <a:lnTo>
                    <a:pt x="354" y="824"/>
                  </a:lnTo>
                  <a:cubicBezTo>
                    <a:pt x="344" y="828"/>
                    <a:pt x="334" y="831"/>
                    <a:pt x="324" y="835"/>
                  </a:cubicBezTo>
                  <a:lnTo>
                    <a:pt x="324" y="835"/>
                  </a:lnTo>
                  <a:cubicBezTo>
                    <a:pt x="320" y="836"/>
                    <a:pt x="317" y="837"/>
                    <a:pt x="314" y="839"/>
                  </a:cubicBezTo>
                  <a:lnTo>
                    <a:pt x="314" y="839"/>
                  </a:lnTo>
                  <a:cubicBezTo>
                    <a:pt x="307" y="842"/>
                    <a:pt x="301" y="844"/>
                    <a:pt x="294" y="847"/>
                  </a:cubicBezTo>
                  <a:lnTo>
                    <a:pt x="294" y="847"/>
                  </a:lnTo>
                  <a:cubicBezTo>
                    <a:pt x="290" y="849"/>
                    <a:pt x="287" y="851"/>
                    <a:pt x="283" y="853"/>
                  </a:cubicBezTo>
                  <a:lnTo>
                    <a:pt x="283" y="853"/>
                  </a:lnTo>
                  <a:cubicBezTo>
                    <a:pt x="277" y="856"/>
                    <a:pt x="271" y="858"/>
                    <a:pt x="266" y="861"/>
                  </a:cubicBezTo>
                  <a:lnTo>
                    <a:pt x="266" y="861"/>
                  </a:lnTo>
                  <a:cubicBezTo>
                    <a:pt x="262" y="863"/>
                    <a:pt x="258" y="865"/>
                    <a:pt x="254" y="868"/>
                  </a:cubicBezTo>
                  <a:lnTo>
                    <a:pt x="254" y="868"/>
                  </a:lnTo>
                  <a:cubicBezTo>
                    <a:pt x="249" y="871"/>
                    <a:pt x="244" y="873"/>
                    <a:pt x="239" y="877"/>
                  </a:cubicBezTo>
                  <a:lnTo>
                    <a:pt x="239" y="877"/>
                  </a:lnTo>
                  <a:cubicBezTo>
                    <a:pt x="235" y="880"/>
                    <a:pt x="231" y="882"/>
                    <a:pt x="228" y="884"/>
                  </a:cubicBezTo>
                  <a:lnTo>
                    <a:pt x="228" y="884"/>
                  </a:lnTo>
                  <a:cubicBezTo>
                    <a:pt x="223" y="887"/>
                    <a:pt x="218" y="890"/>
                    <a:pt x="213" y="894"/>
                  </a:cubicBezTo>
                  <a:lnTo>
                    <a:pt x="213" y="894"/>
                  </a:lnTo>
                  <a:cubicBezTo>
                    <a:pt x="210" y="897"/>
                    <a:pt x="206" y="900"/>
                    <a:pt x="202" y="903"/>
                  </a:cubicBezTo>
                  <a:lnTo>
                    <a:pt x="202" y="903"/>
                  </a:lnTo>
                  <a:cubicBezTo>
                    <a:pt x="198" y="906"/>
                    <a:pt x="194" y="910"/>
                    <a:pt x="189" y="912"/>
                  </a:cubicBezTo>
                  <a:lnTo>
                    <a:pt x="189" y="912"/>
                  </a:lnTo>
                  <a:cubicBezTo>
                    <a:pt x="186" y="916"/>
                    <a:pt x="182" y="919"/>
                    <a:pt x="178" y="922"/>
                  </a:cubicBezTo>
                  <a:lnTo>
                    <a:pt x="178" y="922"/>
                  </a:lnTo>
                  <a:cubicBezTo>
                    <a:pt x="175" y="925"/>
                    <a:pt x="171" y="929"/>
                    <a:pt x="167" y="933"/>
                  </a:cubicBezTo>
                  <a:lnTo>
                    <a:pt x="167" y="933"/>
                  </a:lnTo>
                  <a:cubicBezTo>
                    <a:pt x="163" y="936"/>
                    <a:pt x="160" y="939"/>
                    <a:pt x="156" y="943"/>
                  </a:cubicBezTo>
                  <a:lnTo>
                    <a:pt x="156" y="943"/>
                  </a:lnTo>
                  <a:cubicBezTo>
                    <a:pt x="153" y="947"/>
                    <a:pt x="149" y="950"/>
                    <a:pt x="145" y="954"/>
                  </a:cubicBezTo>
                  <a:lnTo>
                    <a:pt x="145" y="954"/>
                  </a:lnTo>
                  <a:cubicBezTo>
                    <a:pt x="142" y="958"/>
                    <a:pt x="139" y="961"/>
                    <a:pt x="136" y="965"/>
                  </a:cubicBezTo>
                  <a:lnTo>
                    <a:pt x="136" y="965"/>
                  </a:lnTo>
                  <a:cubicBezTo>
                    <a:pt x="133" y="969"/>
                    <a:pt x="129" y="973"/>
                    <a:pt x="126" y="977"/>
                  </a:cubicBezTo>
                  <a:lnTo>
                    <a:pt x="126" y="977"/>
                  </a:lnTo>
                  <a:cubicBezTo>
                    <a:pt x="123" y="980"/>
                    <a:pt x="120" y="984"/>
                    <a:pt x="117" y="988"/>
                  </a:cubicBezTo>
                  <a:lnTo>
                    <a:pt x="117" y="988"/>
                  </a:lnTo>
                  <a:cubicBezTo>
                    <a:pt x="114" y="992"/>
                    <a:pt x="110" y="996"/>
                    <a:pt x="108" y="1001"/>
                  </a:cubicBezTo>
                  <a:lnTo>
                    <a:pt x="108" y="1001"/>
                  </a:lnTo>
                  <a:cubicBezTo>
                    <a:pt x="105" y="1004"/>
                    <a:pt x="102" y="1008"/>
                    <a:pt x="100" y="1012"/>
                  </a:cubicBezTo>
                  <a:lnTo>
                    <a:pt x="100" y="1012"/>
                  </a:lnTo>
                  <a:cubicBezTo>
                    <a:pt x="97" y="1016"/>
                    <a:pt x="94" y="1021"/>
                    <a:pt x="91" y="1026"/>
                  </a:cubicBezTo>
                  <a:lnTo>
                    <a:pt x="91" y="1026"/>
                  </a:lnTo>
                  <a:cubicBezTo>
                    <a:pt x="89" y="1029"/>
                    <a:pt x="86" y="1034"/>
                    <a:pt x="84" y="1037"/>
                  </a:cubicBezTo>
                  <a:lnTo>
                    <a:pt x="84" y="1037"/>
                  </a:lnTo>
                  <a:cubicBezTo>
                    <a:pt x="81" y="1042"/>
                    <a:pt x="79" y="1047"/>
                    <a:pt x="76" y="1051"/>
                  </a:cubicBezTo>
                  <a:lnTo>
                    <a:pt x="76" y="1051"/>
                  </a:lnTo>
                  <a:cubicBezTo>
                    <a:pt x="74" y="1055"/>
                    <a:pt x="71" y="1059"/>
                    <a:pt x="70" y="1064"/>
                  </a:cubicBezTo>
                  <a:lnTo>
                    <a:pt x="70" y="1064"/>
                  </a:lnTo>
                  <a:cubicBezTo>
                    <a:pt x="67" y="1068"/>
                    <a:pt x="65" y="1073"/>
                    <a:pt x="63" y="1078"/>
                  </a:cubicBezTo>
                  <a:lnTo>
                    <a:pt x="63" y="1078"/>
                  </a:lnTo>
                  <a:cubicBezTo>
                    <a:pt x="61" y="1082"/>
                    <a:pt x="59" y="1086"/>
                    <a:pt x="57" y="1090"/>
                  </a:cubicBezTo>
                  <a:lnTo>
                    <a:pt x="57" y="1090"/>
                  </a:lnTo>
                  <a:cubicBezTo>
                    <a:pt x="55" y="1095"/>
                    <a:pt x="53" y="1100"/>
                    <a:pt x="51" y="1105"/>
                  </a:cubicBezTo>
                  <a:lnTo>
                    <a:pt x="51" y="1105"/>
                  </a:lnTo>
                  <a:cubicBezTo>
                    <a:pt x="50" y="1109"/>
                    <a:pt x="47" y="1114"/>
                    <a:pt x="46" y="1118"/>
                  </a:cubicBezTo>
                  <a:lnTo>
                    <a:pt x="46" y="1118"/>
                  </a:lnTo>
                  <a:cubicBezTo>
                    <a:pt x="45" y="1123"/>
                    <a:pt x="43" y="1128"/>
                    <a:pt x="41" y="1133"/>
                  </a:cubicBezTo>
                  <a:lnTo>
                    <a:pt x="41" y="1133"/>
                  </a:lnTo>
                  <a:cubicBezTo>
                    <a:pt x="40" y="1135"/>
                    <a:pt x="40" y="1137"/>
                    <a:pt x="39" y="1139"/>
                  </a:cubicBezTo>
                  <a:lnTo>
                    <a:pt x="39" y="1139"/>
                  </a:lnTo>
                  <a:cubicBezTo>
                    <a:pt x="39" y="1142"/>
                    <a:pt x="37" y="1144"/>
                    <a:pt x="37" y="1147"/>
                  </a:cubicBezTo>
                  <a:lnTo>
                    <a:pt x="37" y="1147"/>
                  </a:lnTo>
                  <a:cubicBezTo>
                    <a:pt x="35" y="1151"/>
                    <a:pt x="35" y="1155"/>
                    <a:pt x="34" y="1158"/>
                  </a:cubicBezTo>
                  <a:lnTo>
                    <a:pt x="34" y="1158"/>
                  </a:lnTo>
                  <a:cubicBezTo>
                    <a:pt x="32" y="1163"/>
                    <a:pt x="31" y="1168"/>
                    <a:pt x="30" y="1172"/>
                  </a:cubicBezTo>
                  <a:lnTo>
                    <a:pt x="30" y="1172"/>
                  </a:lnTo>
                  <a:cubicBezTo>
                    <a:pt x="29" y="1177"/>
                    <a:pt x="28" y="1181"/>
                    <a:pt x="28" y="1186"/>
                  </a:cubicBezTo>
                  <a:lnTo>
                    <a:pt x="28" y="1186"/>
                  </a:lnTo>
                  <a:cubicBezTo>
                    <a:pt x="27" y="1187"/>
                    <a:pt x="27" y="1188"/>
                    <a:pt x="27" y="1189"/>
                  </a:cubicBezTo>
                  <a:lnTo>
                    <a:pt x="27" y="1189"/>
                  </a:lnTo>
                  <a:cubicBezTo>
                    <a:pt x="0" y="1326"/>
                    <a:pt x="32" y="1477"/>
                    <a:pt x="139" y="1595"/>
                  </a:cubicBezTo>
                  <a:lnTo>
                    <a:pt x="139" y="1595"/>
                  </a:lnTo>
                  <a:cubicBezTo>
                    <a:pt x="142" y="1600"/>
                    <a:pt x="144" y="1602"/>
                    <a:pt x="145" y="1603"/>
                  </a:cubicBezTo>
                  <a:lnTo>
                    <a:pt x="145" y="1603"/>
                  </a:lnTo>
                  <a:cubicBezTo>
                    <a:pt x="382" y="1992"/>
                    <a:pt x="698" y="2443"/>
                    <a:pt x="1114" y="2905"/>
                  </a:cubicBezTo>
                  <a:lnTo>
                    <a:pt x="1114" y="2905"/>
                  </a:lnTo>
                  <a:cubicBezTo>
                    <a:pt x="1608" y="3454"/>
                    <a:pt x="2103" y="3864"/>
                    <a:pt x="2521" y="4163"/>
                  </a:cubicBezTo>
                  <a:lnTo>
                    <a:pt x="2521" y="4163"/>
                  </a:lnTo>
                  <a:cubicBezTo>
                    <a:pt x="2528" y="4172"/>
                    <a:pt x="2536" y="4179"/>
                    <a:pt x="2545" y="4187"/>
                  </a:cubicBezTo>
                  <a:lnTo>
                    <a:pt x="2545" y="4187"/>
                  </a:lnTo>
                  <a:cubicBezTo>
                    <a:pt x="2650" y="4287"/>
                    <a:pt x="2785" y="4326"/>
                    <a:pt x="2914" y="4313"/>
                  </a:cubicBezTo>
                  <a:lnTo>
                    <a:pt x="2914" y="4313"/>
                  </a:lnTo>
                  <a:cubicBezTo>
                    <a:pt x="2916" y="4313"/>
                    <a:pt x="2918" y="4313"/>
                    <a:pt x="2920" y="4313"/>
                  </a:cubicBezTo>
                  <a:lnTo>
                    <a:pt x="2920" y="4313"/>
                  </a:lnTo>
                  <a:cubicBezTo>
                    <a:pt x="2937" y="4311"/>
                    <a:pt x="2953" y="4308"/>
                    <a:pt x="2970" y="4304"/>
                  </a:cubicBezTo>
                  <a:lnTo>
                    <a:pt x="2970" y="4304"/>
                  </a:lnTo>
                  <a:cubicBezTo>
                    <a:pt x="2972" y="4304"/>
                    <a:pt x="2973" y="4304"/>
                    <a:pt x="2975" y="4304"/>
                  </a:cubicBezTo>
                  <a:lnTo>
                    <a:pt x="2975" y="4304"/>
                  </a:lnTo>
                  <a:lnTo>
                    <a:pt x="2975" y="4304"/>
                  </a:lnTo>
                  <a:lnTo>
                    <a:pt x="2975" y="4304"/>
                  </a:lnTo>
                  <a:cubicBezTo>
                    <a:pt x="2986" y="4301"/>
                    <a:pt x="2995" y="4298"/>
                    <a:pt x="3005" y="4296"/>
                  </a:cubicBezTo>
                  <a:lnTo>
                    <a:pt x="3005" y="4296"/>
                  </a:lnTo>
                  <a:cubicBezTo>
                    <a:pt x="3007" y="4295"/>
                    <a:pt x="3008" y="4294"/>
                    <a:pt x="3009" y="4294"/>
                  </a:cubicBezTo>
                  <a:lnTo>
                    <a:pt x="3009" y="4294"/>
                  </a:lnTo>
                  <a:cubicBezTo>
                    <a:pt x="3142" y="4254"/>
                    <a:pt x="3258" y="4156"/>
                    <a:pt x="3313" y="4010"/>
                  </a:cubicBezTo>
                  <a:lnTo>
                    <a:pt x="3313" y="4010"/>
                  </a:lnTo>
                  <a:cubicBezTo>
                    <a:pt x="3317" y="4000"/>
                    <a:pt x="3321" y="3990"/>
                    <a:pt x="3324" y="3979"/>
                  </a:cubicBezTo>
                  <a:lnTo>
                    <a:pt x="3324" y="3979"/>
                  </a:lnTo>
                  <a:cubicBezTo>
                    <a:pt x="3516" y="3538"/>
                    <a:pt x="3706" y="3047"/>
                    <a:pt x="3879" y="2507"/>
                  </a:cubicBezTo>
                  <a:lnTo>
                    <a:pt x="3879" y="2507"/>
                  </a:lnTo>
                  <a:cubicBezTo>
                    <a:pt x="4094" y="1836"/>
                    <a:pt x="4246" y="1208"/>
                    <a:pt x="4354" y="642"/>
                  </a:cubicBezTo>
                  <a:lnTo>
                    <a:pt x="4354" y="642"/>
                  </a:lnTo>
                  <a:cubicBezTo>
                    <a:pt x="4355" y="637"/>
                    <a:pt x="4357" y="631"/>
                    <a:pt x="4358" y="626"/>
                  </a:cubicBezTo>
                  <a:lnTo>
                    <a:pt x="4358" y="626"/>
                  </a:lnTo>
                  <a:cubicBezTo>
                    <a:pt x="4366" y="598"/>
                    <a:pt x="4371" y="571"/>
                    <a:pt x="4373" y="543"/>
                  </a:cubicBezTo>
                  <a:lnTo>
                    <a:pt x="4373" y="543"/>
                  </a:lnTo>
                  <a:cubicBezTo>
                    <a:pt x="4374" y="533"/>
                    <a:pt x="4374" y="524"/>
                    <a:pt x="4375" y="514"/>
                  </a:cubicBezTo>
                  <a:lnTo>
                    <a:pt x="4375" y="514"/>
                  </a:lnTo>
                  <a:cubicBezTo>
                    <a:pt x="4375" y="508"/>
                    <a:pt x="4375" y="502"/>
                    <a:pt x="4375" y="49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208" name="Freeform 177"/>
            <p:cNvSpPr>
              <a:spLocks noChangeArrowheads="1"/>
            </p:cNvSpPr>
            <p:nvPr/>
          </p:nvSpPr>
          <p:spPr bwMode="auto">
            <a:xfrm>
              <a:off x="7828993" y="3355659"/>
              <a:ext cx="2351665" cy="2316177"/>
            </a:xfrm>
            <a:custGeom>
              <a:avLst/>
              <a:gdLst>
                <a:gd name="T0" fmla="*/ 4247 w 4384"/>
                <a:gd name="T1" fmla="*/ 4129 h 4317"/>
                <a:gd name="T2" fmla="*/ 4334 w 4384"/>
                <a:gd name="T3" fmla="*/ 3690 h 4317"/>
                <a:gd name="T4" fmla="*/ 3968 w 4384"/>
                <a:gd name="T5" fmla="*/ 2158 h 4317"/>
                <a:gd name="T6" fmla="*/ 3315 w 4384"/>
                <a:gd name="T7" fmla="*/ 349 h 4317"/>
                <a:gd name="T8" fmla="*/ 3284 w 4384"/>
                <a:gd name="T9" fmla="*/ 272 h 4317"/>
                <a:gd name="T10" fmla="*/ 3265 w 4384"/>
                <a:gd name="T11" fmla="*/ 238 h 4317"/>
                <a:gd name="T12" fmla="*/ 2967 w 4384"/>
                <a:gd name="T13" fmla="*/ 26 h 4317"/>
                <a:gd name="T14" fmla="*/ 2941 w 4384"/>
                <a:gd name="T15" fmla="*/ 20 h 4317"/>
                <a:gd name="T16" fmla="*/ 2928 w 4384"/>
                <a:gd name="T17" fmla="*/ 18 h 4317"/>
                <a:gd name="T18" fmla="*/ 2916 w 4384"/>
                <a:gd name="T19" fmla="*/ 17 h 4317"/>
                <a:gd name="T20" fmla="*/ 2520 w 4384"/>
                <a:gd name="T21" fmla="*/ 157 h 4317"/>
                <a:gd name="T22" fmla="*/ 2512 w 4384"/>
                <a:gd name="T23" fmla="*/ 164 h 4317"/>
                <a:gd name="T24" fmla="*/ 1251 w 4384"/>
                <a:gd name="T25" fmla="*/ 1298 h 4317"/>
                <a:gd name="T26" fmla="*/ 169 w 4384"/>
                <a:gd name="T27" fmla="*/ 2655 h 4317"/>
                <a:gd name="T28" fmla="*/ 106 w 4384"/>
                <a:gd name="T29" fmla="*/ 2741 h 4317"/>
                <a:gd name="T30" fmla="*/ 105 w 4384"/>
                <a:gd name="T31" fmla="*/ 2743 h 4317"/>
                <a:gd name="T32" fmla="*/ 87 w 4384"/>
                <a:gd name="T33" fmla="*/ 2768 h 4317"/>
                <a:gd name="T34" fmla="*/ 81 w 4384"/>
                <a:gd name="T35" fmla="*/ 2777 h 4317"/>
                <a:gd name="T36" fmla="*/ 69 w 4384"/>
                <a:gd name="T37" fmla="*/ 2795 h 4317"/>
                <a:gd name="T38" fmla="*/ 62 w 4384"/>
                <a:gd name="T39" fmla="*/ 2805 h 4317"/>
                <a:gd name="T40" fmla="*/ 53 w 4384"/>
                <a:gd name="T41" fmla="*/ 2822 h 4317"/>
                <a:gd name="T42" fmla="*/ 47 w 4384"/>
                <a:gd name="T43" fmla="*/ 2834 h 4317"/>
                <a:gd name="T44" fmla="*/ 40 w 4384"/>
                <a:gd name="T45" fmla="*/ 2850 h 4317"/>
                <a:gd name="T46" fmla="*/ 35 w 4384"/>
                <a:gd name="T47" fmla="*/ 2863 h 4317"/>
                <a:gd name="T48" fmla="*/ 28 w 4384"/>
                <a:gd name="T49" fmla="*/ 2879 h 4317"/>
                <a:gd name="T50" fmla="*/ 24 w 4384"/>
                <a:gd name="T51" fmla="*/ 2892 h 4317"/>
                <a:gd name="T52" fmla="*/ 19 w 4384"/>
                <a:gd name="T53" fmla="*/ 2907 h 4317"/>
                <a:gd name="T54" fmla="*/ 15 w 4384"/>
                <a:gd name="T55" fmla="*/ 2922 h 4317"/>
                <a:gd name="T56" fmla="*/ 12 w 4384"/>
                <a:gd name="T57" fmla="*/ 2937 h 4317"/>
                <a:gd name="T58" fmla="*/ 8 w 4384"/>
                <a:gd name="T59" fmla="*/ 2951 h 4317"/>
                <a:gd name="T60" fmla="*/ 6 w 4384"/>
                <a:gd name="T61" fmla="*/ 2967 h 4317"/>
                <a:gd name="T62" fmla="*/ 4 w 4384"/>
                <a:gd name="T63" fmla="*/ 2981 h 4317"/>
                <a:gd name="T64" fmla="*/ 2 w 4384"/>
                <a:gd name="T65" fmla="*/ 2997 h 4317"/>
                <a:gd name="T66" fmla="*/ 1 w 4384"/>
                <a:gd name="T67" fmla="*/ 3010 h 4317"/>
                <a:gd name="T68" fmla="*/ 0 w 4384"/>
                <a:gd name="T69" fmla="*/ 3026 h 4317"/>
                <a:gd name="T70" fmla="*/ 0 w 4384"/>
                <a:gd name="T71" fmla="*/ 3040 h 4317"/>
                <a:gd name="T72" fmla="*/ 0 w 4384"/>
                <a:gd name="T73" fmla="*/ 3056 h 4317"/>
                <a:gd name="T74" fmla="*/ 1 w 4384"/>
                <a:gd name="T75" fmla="*/ 3070 h 4317"/>
                <a:gd name="T76" fmla="*/ 2 w 4384"/>
                <a:gd name="T77" fmla="*/ 3085 h 4317"/>
                <a:gd name="T78" fmla="*/ 4 w 4384"/>
                <a:gd name="T79" fmla="*/ 3100 h 4317"/>
                <a:gd name="T80" fmla="*/ 7 w 4384"/>
                <a:gd name="T81" fmla="*/ 3115 h 4317"/>
                <a:gd name="T82" fmla="*/ 9 w 4384"/>
                <a:gd name="T83" fmla="*/ 3129 h 4317"/>
                <a:gd name="T84" fmla="*/ 12 w 4384"/>
                <a:gd name="T85" fmla="*/ 3144 h 4317"/>
                <a:gd name="T86" fmla="*/ 15 w 4384"/>
                <a:gd name="T87" fmla="*/ 3158 h 4317"/>
                <a:gd name="T88" fmla="*/ 19 w 4384"/>
                <a:gd name="T89" fmla="*/ 3173 h 4317"/>
                <a:gd name="T90" fmla="*/ 21 w 4384"/>
                <a:gd name="T91" fmla="*/ 3180 h 4317"/>
                <a:gd name="T92" fmla="*/ 24 w 4384"/>
                <a:gd name="T93" fmla="*/ 3188 h 4317"/>
                <a:gd name="T94" fmla="*/ 27 w 4384"/>
                <a:gd name="T95" fmla="*/ 3198 h 4317"/>
                <a:gd name="T96" fmla="*/ 32 w 4384"/>
                <a:gd name="T97" fmla="*/ 3212 h 4317"/>
                <a:gd name="T98" fmla="*/ 38 w 4384"/>
                <a:gd name="T99" fmla="*/ 3225 h 4317"/>
                <a:gd name="T100" fmla="*/ 39 w 4384"/>
                <a:gd name="T101" fmla="*/ 3228 h 4317"/>
                <a:gd name="T102" fmla="*/ 359 w 4384"/>
                <a:gd name="T103" fmla="*/ 3502 h 4317"/>
                <a:gd name="T104" fmla="*/ 369 w 4384"/>
                <a:gd name="T105" fmla="*/ 3504 h 4317"/>
                <a:gd name="T106" fmla="*/ 1901 w 4384"/>
                <a:gd name="T107" fmla="*/ 4038 h 4317"/>
                <a:gd name="T108" fmla="*/ 3771 w 4384"/>
                <a:gd name="T109" fmla="*/ 4292 h 4317"/>
                <a:gd name="T110" fmla="*/ 3805 w 4384"/>
                <a:gd name="T111" fmla="*/ 4299 h 4317"/>
                <a:gd name="T112" fmla="*/ 3836 w 4384"/>
                <a:gd name="T113" fmla="*/ 4303 h 4317"/>
                <a:gd name="T114" fmla="*/ 3839 w 4384"/>
                <a:gd name="T115" fmla="*/ 4303 h 4317"/>
                <a:gd name="T116" fmla="*/ 4216 w 4384"/>
                <a:gd name="T117" fmla="*/ 4164 h 4317"/>
                <a:gd name="T118" fmla="*/ 4226 w 4384"/>
                <a:gd name="T119" fmla="*/ 4153 h 4317"/>
                <a:gd name="T120" fmla="*/ 4226 w 4384"/>
                <a:gd name="T121" fmla="*/ 4153 h 4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84" h="4317">
                  <a:moveTo>
                    <a:pt x="4247" y="4129"/>
                  </a:moveTo>
                  <a:lnTo>
                    <a:pt x="4247" y="4129"/>
                  </a:lnTo>
                  <a:lnTo>
                    <a:pt x="4247" y="4129"/>
                  </a:lnTo>
                  <a:cubicBezTo>
                    <a:pt x="4342" y="4014"/>
                    <a:pt x="4383" y="3854"/>
                    <a:pt x="4334" y="3690"/>
                  </a:cubicBezTo>
                  <a:lnTo>
                    <a:pt x="4334" y="3690"/>
                  </a:lnTo>
                  <a:cubicBezTo>
                    <a:pt x="4246" y="3217"/>
                    <a:pt x="4127" y="2703"/>
                    <a:pt x="3968" y="2158"/>
                  </a:cubicBezTo>
                  <a:lnTo>
                    <a:pt x="3968" y="2158"/>
                  </a:lnTo>
                  <a:cubicBezTo>
                    <a:pt x="3770" y="1483"/>
                    <a:pt x="3543" y="878"/>
                    <a:pt x="3315" y="349"/>
                  </a:cubicBezTo>
                  <a:lnTo>
                    <a:pt x="3315" y="349"/>
                  </a:lnTo>
                  <a:cubicBezTo>
                    <a:pt x="3307" y="322"/>
                    <a:pt x="3296" y="296"/>
                    <a:pt x="3284" y="272"/>
                  </a:cubicBezTo>
                  <a:lnTo>
                    <a:pt x="3284" y="272"/>
                  </a:lnTo>
                  <a:cubicBezTo>
                    <a:pt x="3278" y="260"/>
                    <a:pt x="3272" y="249"/>
                    <a:pt x="3265" y="238"/>
                  </a:cubicBezTo>
                  <a:lnTo>
                    <a:pt x="3265" y="238"/>
                  </a:lnTo>
                  <a:cubicBezTo>
                    <a:pt x="3197" y="127"/>
                    <a:pt x="3088" y="53"/>
                    <a:pt x="2967" y="26"/>
                  </a:cubicBezTo>
                  <a:lnTo>
                    <a:pt x="2967" y="26"/>
                  </a:lnTo>
                  <a:cubicBezTo>
                    <a:pt x="2958" y="23"/>
                    <a:pt x="2949" y="21"/>
                    <a:pt x="2941" y="20"/>
                  </a:cubicBezTo>
                  <a:lnTo>
                    <a:pt x="2941" y="20"/>
                  </a:lnTo>
                  <a:cubicBezTo>
                    <a:pt x="2936" y="20"/>
                    <a:pt x="2932" y="19"/>
                    <a:pt x="2928" y="18"/>
                  </a:cubicBezTo>
                  <a:lnTo>
                    <a:pt x="2928" y="18"/>
                  </a:lnTo>
                  <a:cubicBezTo>
                    <a:pt x="2924" y="18"/>
                    <a:pt x="2920" y="17"/>
                    <a:pt x="2916" y="17"/>
                  </a:cubicBezTo>
                  <a:lnTo>
                    <a:pt x="2916" y="17"/>
                  </a:lnTo>
                  <a:cubicBezTo>
                    <a:pt x="2777" y="0"/>
                    <a:pt x="2630" y="44"/>
                    <a:pt x="2520" y="157"/>
                  </a:cubicBezTo>
                  <a:lnTo>
                    <a:pt x="2520" y="157"/>
                  </a:lnTo>
                  <a:cubicBezTo>
                    <a:pt x="2515" y="161"/>
                    <a:pt x="2513" y="163"/>
                    <a:pt x="2512" y="164"/>
                  </a:cubicBezTo>
                  <a:lnTo>
                    <a:pt x="2512" y="164"/>
                  </a:lnTo>
                  <a:cubicBezTo>
                    <a:pt x="2126" y="457"/>
                    <a:pt x="1691" y="831"/>
                    <a:pt x="1251" y="1298"/>
                  </a:cubicBezTo>
                  <a:lnTo>
                    <a:pt x="1251" y="1298"/>
                  </a:lnTo>
                  <a:cubicBezTo>
                    <a:pt x="799" y="1775"/>
                    <a:pt x="444" y="2243"/>
                    <a:pt x="169" y="2655"/>
                  </a:cubicBezTo>
                  <a:lnTo>
                    <a:pt x="169" y="2655"/>
                  </a:lnTo>
                  <a:cubicBezTo>
                    <a:pt x="149" y="2685"/>
                    <a:pt x="129" y="2714"/>
                    <a:pt x="106" y="2741"/>
                  </a:cubicBezTo>
                  <a:lnTo>
                    <a:pt x="106" y="2741"/>
                  </a:lnTo>
                  <a:cubicBezTo>
                    <a:pt x="105" y="2742"/>
                    <a:pt x="105" y="2742"/>
                    <a:pt x="105" y="2743"/>
                  </a:cubicBezTo>
                  <a:lnTo>
                    <a:pt x="105" y="2743"/>
                  </a:lnTo>
                  <a:cubicBezTo>
                    <a:pt x="99" y="2750"/>
                    <a:pt x="92" y="2759"/>
                    <a:pt x="87" y="2768"/>
                  </a:cubicBezTo>
                  <a:lnTo>
                    <a:pt x="87" y="2768"/>
                  </a:lnTo>
                  <a:cubicBezTo>
                    <a:pt x="84" y="2771"/>
                    <a:pt x="82" y="2774"/>
                    <a:pt x="81" y="2777"/>
                  </a:cubicBezTo>
                  <a:lnTo>
                    <a:pt x="81" y="2777"/>
                  </a:lnTo>
                  <a:cubicBezTo>
                    <a:pt x="76" y="2783"/>
                    <a:pt x="73" y="2788"/>
                    <a:pt x="69" y="2795"/>
                  </a:cubicBezTo>
                  <a:lnTo>
                    <a:pt x="69" y="2795"/>
                  </a:lnTo>
                  <a:cubicBezTo>
                    <a:pt x="66" y="2798"/>
                    <a:pt x="65" y="2802"/>
                    <a:pt x="62" y="2805"/>
                  </a:cubicBezTo>
                  <a:lnTo>
                    <a:pt x="62" y="2805"/>
                  </a:lnTo>
                  <a:cubicBezTo>
                    <a:pt x="59" y="2811"/>
                    <a:pt x="56" y="2816"/>
                    <a:pt x="53" y="2822"/>
                  </a:cubicBezTo>
                  <a:lnTo>
                    <a:pt x="53" y="2822"/>
                  </a:lnTo>
                  <a:cubicBezTo>
                    <a:pt x="51" y="2826"/>
                    <a:pt x="49" y="2830"/>
                    <a:pt x="47" y="2834"/>
                  </a:cubicBezTo>
                  <a:lnTo>
                    <a:pt x="47" y="2834"/>
                  </a:lnTo>
                  <a:cubicBezTo>
                    <a:pt x="44" y="2840"/>
                    <a:pt x="42" y="2844"/>
                    <a:pt x="40" y="2850"/>
                  </a:cubicBezTo>
                  <a:lnTo>
                    <a:pt x="40" y="2850"/>
                  </a:lnTo>
                  <a:cubicBezTo>
                    <a:pt x="38" y="2854"/>
                    <a:pt x="36" y="2859"/>
                    <a:pt x="35" y="2863"/>
                  </a:cubicBezTo>
                  <a:lnTo>
                    <a:pt x="35" y="2863"/>
                  </a:lnTo>
                  <a:cubicBezTo>
                    <a:pt x="32" y="2868"/>
                    <a:pt x="30" y="2873"/>
                    <a:pt x="28" y="2879"/>
                  </a:cubicBezTo>
                  <a:lnTo>
                    <a:pt x="28" y="2879"/>
                  </a:lnTo>
                  <a:cubicBezTo>
                    <a:pt x="27" y="2883"/>
                    <a:pt x="25" y="2888"/>
                    <a:pt x="24" y="2892"/>
                  </a:cubicBezTo>
                  <a:lnTo>
                    <a:pt x="24" y="2892"/>
                  </a:lnTo>
                  <a:cubicBezTo>
                    <a:pt x="22" y="2897"/>
                    <a:pt x="20" y="2903"/>
                    <a:pt x="19" y="2907"/>
                  </a:cubicBezTo>
                  <a:lnTo>
                    <a:pt x="19" y="2907"/>
                  </a:lnTo>
                  <a:cubicBezTo>
                    <a:pt x="18" y="2912"/>
                    <a:pt x="16" y="2917"/>
                    <a:pt x="15" y="2922"/>
                  </a:cubicBezTo>
                  <a:lnTo>
                    <a:pt x="15" y="2922"/>
                  </a:lnTo>
                  <a:cubicBezTo>
                    <a:pt x="14" y="2927"/>
                    <a:pt x="13" y="2932"/>
                    <a:pt x="12" y="2937"/>
                  </a:cubicBezTo>
                  <a:lnTo>
                    <a:pt x="12" y="2937"/>
                  </a:lnTo>
                  <a:cubicBezTo>
                    <a:pt x="10" y="2942"/>
                    <a:pt x="10" y="2946"/>
                    <a:pt x="8" y="2951"/>
                  </a:cubicBezTo>
                  <a:lnTo>
                    <a:pt x="8" y="2951"/>
                  </a:lnTo>
                  <a:cubicBezTo>
                    <a:pt x="8" y="2957"/>
                    <a:pt x="7" y="2962"/>
                    <a:pt x="6" y="2967"/>
                  </a:cubicBezTo>
                  <a:lnTo>
                    <a:pt x="6" y="2967"/>
                  </a:lnTo>
                  <a:cubicBezTo>
                    <a:pt x="5" y="2971"/>
                    <a:pt x="5" y="2976"/>
                    <a:pt x="4" y="2981"/>
                  </a:cubicBezTo>
                  <a:lnTo>
                    <a:pt x="4" y="2981"/>
                  </a:lnTo>
                  <a:cubicBezTo>
                    <a:pt x="3" y="2986"/>
                    <a:pt x="2" y="2991"/>
                    <a:pt x="2" y="2997"/>
                  </a:cubicBezTo>
                  <a:lnTo>
                    <a:pt x="2" y="2997"/>
                  </a:lnTo>
                  <a:cubicBezTo>
                    <a:pt x="2" y="3001"/>
                    <a:pt x="2" y="3006"/>
                    <a:pt x="1" y="3010"/>
                  </a:cubicBezTo>
                  <a:lnTo>
                    <a:pt x="1" y="3010"/>
                  </a:lnTo>
                  <a:cubicBezTo>
                    <a:pt x="1" y="3016"/>
                    <a:pt x="0" y="3021"/>
                    <a:pt x="0" y="3026"/>
                  </a:cubicBezTo>
                  <a:lnTo>
                    <a:pt x="0" y="3026"/>
                  </a:lnTo>
                  <a:cubicBezTo>
                    <a:pt x="0" y="3031"/>
                    <a:pt x="0" y="3036"/>
                    <a:pt x="0" y="3040"/>
                  </a:cubicBezTo>
                  <a:lnTo>
                    <a:pt x="0" y="3040"/>
                  </a:lnTo>
                  <a:cubicBezTo>
                    <a:pt x="0" y="3046"/>
                    <a:pt x="0" y="3051"/>
                    <a:pt x="0" y="3056"/>
                  </a:cubicBezTo>
                  <a:lnTo>
                    <a:pt x="0" y="3056"/>
                  </a:lnTo>
                  <a:cubicBezTo>
                    <a:pt x="0" y="3061"/>
                    <a:pt x="1" y="3065"/>
                    <a:pt x="1" y="3070"/>
                  </a:cubicBezTo>
                  <a:lnTo>
                    <a:pt x="1" y="3070"/>
                  </a:lnTo>
                  <a:cubicBezTo>
                    <a:pt x="2" y="3075"/>
                    <a:pt x="2" y="3081"/>
                    <a:pt x="2" y="3085"/>
                  </a:cubicBezTo>
                  <a:lnTo>
                    <a:pt x="2" y="3085"/>
                  </a:lnTo>
                  <a:cubicBezTo>
                    <a:pt x="3" y="3090"/>
                    <a:pt x="3" y="3095"/>
                    <a:pt x="4" y="3100"/>
                  </a:cubicBezTo>
                  <a:lnTo>
                    <a:pt x="4" y="3100"/>
                  </a:lnTo>
                  <a:cubicBezTo>
                    <a:pt x="5" y="3105"/>
                    <a:pt x="5" y="3110"/>
                    <a:pt x="7" y="3115"/>
                  </a:cubicBezTo>
                  <a:lnTo>
                    <a:pt x="7" y="3115"/>
                  </a:lnTo>
                  <a:cubicBezTo>
                    <a:pt x="7" y="3120"/>
                    <a:pt x="8" y="3125"/>
                    <a:pt x="9" y="3129"/>
                  </a:cubicBezTo>
                  <a:lnTo>
                    <a:pt x="9" y="3129"/>
                  </a:lnTo>
                  <a:cubicBezTo>
                    <a:pt x="10" y="3134"/>
                    <a:pt x="11" y="3139"/>
                    <a:pt x="12" y="3144"/>
                  </a:cubicBezTo>
                  <a:lnTo>
                    <a:pt x="12" y="3144"/>
                  </a:lnTo>
                  <a:cubicBezTo>
                    <a:pt x="13" y="3148"/>
                    <a:pt x="14" y="3153"/>
                    <a:pt x="15" y="3158"/>
                  </a:cubicBezTo>
                  <a:lnTo>
                    <a:pt x="15" y="3158"/>
                  </a:lnTo>
                  <a:cubicBezTo>
                    <a:pt x="16" y="3163"/>
                    <a:pt x="18" y="3168"/>
                    <a:pt x="19" y="3173"/>
                  </a:cubicBezTo>
                  <a:lnTo>
                    <a:pt x="19" y="3173"/>
                  </a:lnTo>
                  <a:cubicBezTo>
                    <a:pt x="20" y="3175"/>
                    <a:pt x="21" y="3177"/>
                    <a:pt x="21" y="3180"/>
                  </a:cubicBezTo>
                  <a:lnTo>
                    <a:pt x="21" y="3180"/>
                  </a:lnTo>
                  <a:cubicBezTo>
                    <a:pt x="22" y="3182"/>
                    <a:pt x="23" y="3185"/>
                    <a:pt x="24" y="3188"/>
                  </a:cubicBezTo>
                  <a:lnTo>
                    <a:pt x="24" y="3188"/>
                  </a:lnTo>
                  <a:cubicBezTo>
                    <a:pt x="25" y="3191"/>
                    <a:pt x="26" y="3194"/>
                    <a:pt x="27" y="3198"/>
                  </a:cubicBezTo>
                  <a:lnTo>
                    <a:pt x="27" y="3198"/>
                  </a:lnTo>
                  <a:cubicBezTo>
                    <a:pt x="29" y="3203"/>
                    <a:pt x="31" y="3207"/>
                    <a:pt x="32" y="3212"/>
                  </a:cubicBezTo>
                  <a:lnTo>
                    <a:pt x="32" y="3212"/>
                  </a:lnTo>
                  <a:cubicBezTo>
                    <a:pt x="34" y="3216"/>
                    <a:pt x="36" y="3221"/>
                    <a:pt x="38" y="3225"/>
                  </a:cubicBezTo>
                  <a:lnTo>
                    <a:pt x="38" y="3225"/>
                  </a:lnTo>
                  <a:cubicBezTo>
                    <a:pt x="38" y="3226"/>
                    <a:pt x="38" y="3227"/>
                    <a:pt x="39" y="3228"/>
                  </a:cubicBezTo>
                  <a:lnTo>
                    <a:pt x="39" y="3228"/>
                  </a:lnTo>
                  <a:cubicBezTo>
                    <a:pt x="94" y="3357"/>
                    <a:pt x="205" y="3463"/>
                    <a:pt x="359" y="3502"/>
                  </a:cubicBezTo>
                  <a:lnTo>
                    <a:pt x="359" y="3502"/>
                  </a:lnTo>
                  <a:cubicBezTo>
                    <a:pt x="365" y="3503"/>
                    <a:pt x="368" y="3504"/>
                    <a:pt x="369" y="3504"/>
                  </a:cubicBezTo>
                  <a:lnTo>
                    <a:pt x="369" y="3504"/>
                  </a:lnTo>
                  <a:cubicBezTo>
                    <a:pt x="784" y="3693"/>
                    <a:pt x="1298" y="3889"/>
                    <a:pt x="1901" y="4038"/>
                  </a:cubicBezTo>
                  <a:lnTo>
                    <a:pt x="1901" y="4038"/>
                  </a:lnTo>
                  <a:cubicBezTo>
                    <a:pt x="2618" y="4216"/>
                    <a:pt x="3258" y="4278"/>
                    <a:pt x="3771" y="4292"/>
                  </a:cubicBezTo>
                  <a:lnTo>
                    <a:pt x="3771" y="4292"/>
                  </a:lnTo>
                  <a:cubicBezTo>
                    <a:pt x="3782" y="4295"/>
                    <a:pt x="3794" y="4297"/>
                    <a:pt x="3805" y="4299"/>
                  </a:cubicBezTo>
                  <a:lnTo>
                    <a:pt x="3805" y="4299"/>
                  </a:lnTo>
                  <a:cubicBezTo>
                    <a:pt x="3815" y="4300"/>
                    <a:pt x="3826" y="4302"/>
                    <a:pt x="3836" y="4303"/>
                  </a:cubicBezTo>
                  <a:lnTo>
                    <a:pt x="3836" y="4303"/>
                  </a:lnTo>
                  <a:cubicBezTo>
                    <a:pt x="3837" y="4303"/>
                    <a:pt x="3838" y="4303"/>
                    <a:pt x="3839" y="4303"/>
                  </a:cubicBezTo>
                  <a:lnTo>
                    <a:pt x="3839" y="4303"/>
                  </a:lnTo>
                  <a:cubicBezTo>
                    <a:pt x="3986" y="4316"/>
                    <a:pt x="4121" y="4260"/>
                    <a:pt x="4216" y="4164"/>
                  </a:cubicBezTo>
                  <a:lnTo>
                    <a:pt x="4216" y="4164"/>
                  </a:lnTo>
                  <a:cubicBezTo>
                    <a:pt x="4220" y="4161"/>
                    <a:pt x="4223" y="4157"/>
                    <a:pt x="4226" y="4153"/>
                  </a:cubicBezTo>
                  <a:lnTo>
                    <a:pt x="4226" y="4153"/>
                  </a:lnTo>
                  <a:lnTo>
                    <a:pt x="4226" y="4153"/>
                  </a:lnTo>
                  <a:cubicBezTo>
                    <a:pt x="4234" y="4146"/>
                    <a:pt x="4240" y="4137"/>
                    <a:pt x="4247" y="412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36" name="Freeform 476"/>
            <p:cNvSpPr>
              <a:spLocks noChangeArrowheads="1"/>
            </p:cNvSpPr>
            <p:nvPr/>
          </p:nvSpPr>
          <p:spPr bwMode="auto">
            <a:xfrm>
              <a:off x="9127850" y="1197995"/>
              <a:ext cx="236586" cy="227123"/>
            </a:xfrm>
            <a:custGeom>
              <a:avLst/>
              <a:gdLst>
                <a:gd name="T0" fmla="*/ 215 w 442"/>
                <a:gd name="T1" fmla="*/ 422 h 423"/>
                <a:gd name="T2" fmla="*/ 215 w 442"/>
                <a:gd name="T3" fmla="*/ 422 h 423"/>
                <a:gd name="T4" fmla="*/ 76 w 442"/>
                <a:gd name="T5" fmla="*/ 364 h 423"/>
                <a:gd name="T6" fmla="*/ 76 w 442"/>
                <a:gd name="T7" fmla="*/ 364 h 423"/>
                <a:gd name="T8" fmla="*/ 76 w 442"/>
                <a:gd name="T9" fmla="*/ 87 h 423"/>
                <a:gd name="T10" fmla="*/ 151 w 442"/>
                <a:gd name="T11" fmla="*/ 12 h 423"/>
                <a:gd name="T12" fmla="*/ 151 w 442"/>
                <a:gd name="T13" fmla="*/ 12 h 423"/>
                <a:gd name="T14" fmla="*/ 197 w 442"/>
                <a:gd name="T15" fmla="*/ 12 h 423"/>
                <a:gd name="T16" fmla="*/ 197 w 442"/>
                <a:gd name="T17" fmla="*/ 12 h 423"/>
                <a:gd name="T18" fmla="*/ 197 w 442"/>
                <a:gd name="T19" fmla="*/ 58 h 423"/>
                <a:gd name="T20" fmla="*/ 122 w 442"/>
                <a:gd name="T21" fmla="*/ 133 h 423"/>
                <a:gd name="T22" fmla="*/ 122 w 442"/>
                <a:gd name="T23" fmla="*/ 133 h 423"/>
                <a:gd name="T24" fmla="*/ 84 w 442"/>
                <a:gd name="T25" fmla="*/ 226 h 423"/>
                <a:gd name="T26" fmla="*/ 84 w 442"/>
                <a:gd name="T27" fmla="*/ 226 h 423"/>
                <a:gd name="T28" fmla="*/ 122 w 442"/>
                <a:gd name="T29" fmla="*/ 319 h 423"/>
                <a:gd name="T30" fmla="*/ 122 w 442"/>
                <a:gd name="T31" fmla="*/ 319 h 423"/>
                <a:gd name="T32" fmla="*/ 215 w 442"/>
                <a:gd name="T33" fmla="*/ 357 h 423"/>
                <a:gd name="T34" fmla="*/ 215 w 442"/>
                <a:gd name="T35" fmla="*/ 357 h 423"/>
                <a:gd name="T36" fmla="*/ 308 w 442"/>
                <a:gd name="T37" fmla="*/ 319 h 423"/>
                <a:gd name="T38" fmla="*/ 382 w 442"/>
                <a:gd name="T39" fmla="*/ 244 h 423"/>
                <a:gd name="T40" fmla="*/ 382 w 442"/>
                <a:gd name="T41" fmla="*/ 244 h 423"/>
                <a:gd name="T42" fmla="*/ 428 w 442"/>
                <a:gd name="T43" fmla="*/ 244 h 423"/>
                <a:gd name="T44" fmla="*/ 428 w 442"/>
                <a:gd name="T45" fmla="*/ 244 h 423"/>
                <a:gd name="T46" fmla="*/ 428 w 442"/>
                <a:gd name="T47" fmla="*/ 289 h 423"/>
                <a:gd name="T48" fmla="*/ 353 w 442"/>
                <a:gd name="T49" fmla="*/ 364 h 423"/>
                <a:gd name="T50" fmla="*/ 353 w 442"/>
                <a:gd name="T51" fmla="*/ 364 h 423"/>
                <a:gd name="T52" fmla="*/ 215 w 442"/>
                <a:gd name="T53" fmla="*/ 42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2" h="423">
                  <a:moveTo>
                    <a:pt x="215" y="422"/>
                  </a:moveTo>
                  <a:lnTo>
                    <a:pt x="215" y="422"/>
                  </a:lnTo>
                  <a:cubicBezTo>
                    <a:pt x="163" y="422"/>
                    <a:pt x="114" y="402"/>
                    <a:pt x="76" y="364"/>
                  </a:cubicBezTo>
                  <a:lnTo>
                    <a:pt x="76" y="364"/>
                  </a:lnTo>
                  <a:cubicBezTo>
                    <a:pt x="0" y="288"/>
                    <a:pt x="0" y="164"/>
                    <a:pt x="76" y="87"/>
                  </a:cubicBezTo>
                  <a:lnTo>
                    <a:pt x="151" y="12"/>
                  </a:lnTo>
                  <a:lnTo>
                    <a:pt x="151" y="12"/>
                  </a:lnTo>
                  <a:cubicBezTo>
                    <a:pt x="163" y="0"/>
                    <a:pt x="184" y="0"/>
                    <a:pt x="197" y="12"/>
                  </a:cubicBezTo>
                  <a:lnTo>
                    <a:pt x="197" y="12"/>
                  </a:lnTo>
                  <a:cubicBezTo>
                    <a:pt x="209" y="25"/>
                    <a:pt x="210" y="45"/>
                    <a:pt x="197" y="58"/>
                  </a:cubicBezTo>
                  <a:lnTo>
                    <a:pt x="122" y="133"/>
                  </a:lnTo>
                  <a:lnTo>
                    <a:pt x="122" y="133"/>
                  </a:lnTo>
                  <a:cubicBezTo>
                    <a:pt x="98" y="158"/>
                    <a:pt x="84" y="191"/>
                    <a:pt x="84" y="226"/>
                  </a:cubicBezTo>
                  <a:lnTo>
                    <a:pt x="84" y="226"/>
                  </a:lnTo>
                  <a:cubicBezTo>
                    <a:pt x="84" y="261"/>
                    <a:pt x="98" y="294"/>
                    <a:pt x="122" y="319"/>
                  </a:cubicBezTo>
                  <a:lnTo>
                    <a:pt x="122" y="319"/>
                  </a:lnTo>
                  <a:cubicBezTo>
                    <a:pt x="147" y="344"/>
                    <a:pt x="180" y="357"/>
                    <a:pt x="215" y="357"/>
                  </a:cubicBezTo>
                  <a:lnTo>
                    <a:pt x="215" y="357"/>
                  </a:lnTo>
                  <a:cubicBezTo>
                    <a:pt x="250" y="357"/>
                    <a:pt x="283" y="344"/>
                    <a:pt x="308" y="319"/>
                  </a:cubicBezTo>
                  <a:lnTo>
                    <a:pt x="382" y="244"/>
                  </a:lnTo>
                  <a:lnTo>
                    <a:pt x="382" y="244"/>
                  </a:lnTo>
                  <a:cubicBezTo>
                    <a:pt x="395" y="231"/>
                    <a:pt x="415" y="231"/>
                    <a:pt x="428" y="244"/>
                  </a:cubicBezTo>
                  <a:lnTo>
                    <a:pt x="428" y="244"/>
                  </a:lnTo>
                  <a:cubicBezTo>
                    <a:pt x="441" y="256"/>
                    <a:pt x="441" y="277"/>
                    <a:pt x="428" y="289"/>
                  </a:cubicBezTo>
                  <a:lnTo>
                    <a:pt x="353" y="364"/>
                  </a:lnTo>
                  <a:lnTo>
                    <a:pt x="353" y="364"/>
                  </a:lnTo>
                  <a:cubicBezTo>
                    <a:pt x="317" y="402"/>
                    <a:pt x="267" y="422"/>
                    <a:pt x="215" y="42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37" name="Freeform 477"/>
            <p:cNvSpPr>
              <a:spLocks noChangeArrowheads="1"/>
            </p:cNvSpPr>
            <p:nvPr/>
          </p:nvSpPr>
          <p:spPr bwMode="auto">
            <a:xfrm>
              <a:off x="9324217" y="989799"/>
              <a:ext cx="229488" cy="236586"/>
            </a:xfrm>
            <a:custGeom>
              <a:avLst/>
              <a:gdLst>
                <a:gd name="T0" fmla="*/ 275 w 426"/>
                <a:gd name="T1" fmla="*/ 439 h 440"/>
                <a:gd name="T2" fmla="*/ 275 w 426"/>
                <a:gd name="T3" fmla="*/ 439 h 440"/>
                <a:gd name="T4" fmla="*/ 253 w 426"/>
                <a:gd name="T5" fmla="*/ 430 h 440"/>
                <a:gd name="T6" fmla="*/ 253 w 426"/>
                <a:gd name="T7" fmla="*/ 430 h 440"/>
                <a:gd name="T8" fmla="*/ 251 w 426"/>
                <a:gd name="T9" fmla="*/ 384 h 440"/>
                <a:gd name="T10" fmla="*/ 323 w 426"/>
                <a:gd name="T11" fmla="*/ 306 h 440"/>
                <a:gd name="T12" fmla="*/ 323 w 426"/>
                <a:gd name="T13" fmla="*/ 306 h 440"/>
                <a:gd name="T14" fmla="*/ 359 w 426"/>
                <a:gd name="T15" fmla="*/ 212 h 440"/>
                <a:gd name="T16" fmla="*/ 359 w 426"/>
                <a:gd name="T17" fmla="*/ 212 h 440"/>
                <a:gd name="T18" fmla="*/ 317 w 426"/>
                <a:gd name="T19" fmla="*/ 121 h 440"/>
                <a:gd name="T20" fmla="*/ 317 w 426"/>
                <a:gd name="T21" fmla="*/ 121 h 440"/>
                <a:gd name="T22" fmla="*/ 132 w 426"/>
                <a:gd name="T23" fmla="*/ 127 h 440"/>
                <a:gd name="T24" fmla="*/ 60 w 426"/>
                <a:gd name="T25" fmla="*/ 204 h 440"/>
                <a:gd name="T26" fmla="*/ 60 w 426"/>
                <a:gd name="T27" fmla="*/ 204 h 440"/>
                <a:gd name="T28" fmla="*/ 15 w 426"/>
                <a:gd name="T29" fmla="*/ 206 h 440"/>
                <a:gd name="T30" fmla="*/ 15 w 426"/>
                <a:gd name="T31" fmla="*/ 206 h 440"/>
                <a:gd name="T32" fmla="*/ 13 w 426"/>
                <a:gd name="T33" fmla="*/ 161 h 440"/>
                <a:gd name="T34" fmla="*/ 84 w 426"/>
                <a:gd name="T35" fmla="*/ 83 h 440"/>
                <a:gd name="T36" fmla="*/ 84 w 426"/>
                <a:gd name="T37" fmla="*/ 83 h 440"/>
                <a:gd name="T38" fmla="*/ 361 w 426"/>
                <a:gd name="T39" fmla="*/ 73 h 440"/>
                <a:gd name="T40" fmla="*/ 361 w 426"/>
                <a:gd name="T41" fmla="*/ 73 h 440"/>
                <a:gd name="T42" fmla="*/ 424 w 426"/>
                <a:gd name="T43" fmla="*/ 210 h 440"/>
                <a:gd name="T44" fmla="*/ 424 w 426"/>
                <a:gd name="T45" fmla="*/ 210 h 440"/>
                <a:gd name="T46" fmla="*/ 371 w 426"/>
                <a:gd name="T47" fmla="*/ 351 h 440"/>
                <a:gd name="T48" fmla="*/ 299 w 426"/>
                <a:gd name="T49" fmla="*/ 428 h 440"/>
                <a:gd name="T50" fmla="*/ 299 w 426"/>
                <a:gd name="T51" fmla="*/ 428 h 440"/>
                <a:gd name="T52" fmla="*/ 275 w 426"/>
                <a:gd name="T53" fmla="*/ 439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26" h="440">
                  <a:moveTo>
                    <a:pt x="275" y="439"/>
                  </a:moveTo>
                  <a:lnTo>
                    <a:pt x="275" y="439"/>
                  </a:lnTo>
                  <a:cubicBezTo>
                    <a:pt x="267" y="439"/>
                    <a:pt x="260" y="435"/>
                    <a:pt x="253" y="430"/>
                  </a:cubicBezTo>
                  <a:lnTo>
                    <a:pt x="253" y="430"/>
                  </a:lnTo>
                  <a:cubicBezTo>
                    <a:pt x="240" y="418"/>
                    <a:pt x="239" y="397"/>
                    <a:pt x="251" y="384"/>
                  </a:cubicBezTo>
                  <a:lnTo>
                    <a:pt x="323" y="306"/>
                  </a:lnTo>
                  <a:lnTo>
                    <a:pt x="323" y="306"/>
                  </a:lnTo>
                  <a:cubicBezTo>
                    <a:pt x="347" y="281"/>
                    <a:pt x="360" y="247"/>
                    <a:pt x="359" y="212"/>
                  </a:cubicBezTo>
                  <a:lnTo>
                    <a:pt x="359" y="212"/>
                  </a:lnTo>
                  <a:cubicBezTo>
                    <a:pt x="358" y="177"/>
                    <a:pt x="343" y="145"/>
                    <a:pt x="317" y="121"/>
                  </a:cubicBezTo>
                  <a:lnTo>
                    <a:pt x="317" y="121"/>
                  </a:lnTo>
                  <a:cubicBezTo>
                    <a:pt x="264" y="72"/>
                    <a:pt x="181" y="74"/>
                    <a:pt x="132" y="127"/>
                  </a:cubicBezTo>
                  <a:lnTo>
                    <a:pt x="60" y="204"/>
                  </a:lnTo>
                  <a:lnTo>
                    <a:pt x="60" y="204"/>
                  </a:lnTo>
                  <a:cubicBezTo>
                    <a:pt x="48" y="218"/>
                    <a:pt x="27" y="218"/>
                    <a:pt x="15" y="206"/>
                  </a:cubicBezTo>
                  <a:lnTo>
                    <a:pt x="15" y="206"/>
                  </a:lnTo>
                  <a:cubicBezTo>
                    <a:pt x="1" y="194"/>
                    <a:pt x="0" y="174"/>
                    <a:pt x="13" y="161"/>
                  </a:cubicBezTo>
                  <a:lnTo>
                    <a:pt x="84" y="83"/>
                  </a:lnTo>
                  <a:lnTo>
                    <a:pt x="84" y="83"/>
                  </a:lnTo>
                  <a:cubicBezTo>
                    <a:pt x="158" y="4"/>
                    <a:pt x="282" y="0"/>
                    <a:pt x="361" y="73"/>
                  </a:cubicBezTo>
                  <a:lnTo>
                    <a:pt x="361" y="73"/>
                  </a:lnTo>
                  <a:cubicBezTo>
                    <a:pt x="400" y="110"/>
                    <a:pt x="422" y="158"/>
                    <a:pt x="424" y="210"/>
                  </a:cubicBezTo>
                  <a:lnTo>
                    <a:pt x="424" y="210"/>
                  </a:lnTo>
                  <a:cubicBezTo>
                    <a:pt x="425" y="262"/>
                    <a:pt x="406" y="312"/>
                    <a:pt x="371" y="351"/>
                  </a:cubicBezTo>
                  <a:lnTo>
                    <a:pt x="299" y="428"/>
                  </a:lnTo>
                  <a:lnTo>
                    <a:pt x="299" y="428"/>
                  </a:lnTo>
                  <a:cubicBezTo>
                    <a:pt x="293" y="435"/>
                    <a:pt x="284" y="439"/>
                    <a:pt x="275" y="43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38" name="Freeform 478"/>
            <p:cNvSpPr>
              <a:spLocks noChangeArrowheads="1"/>
            </p:cNvSpPr>
            <p:nvPr/>
          </p:nvSpPr>
          <p:spPr bwMode="auto">
            <a:xfrm>
              <a:off x="9267436" y="1148311"/>
              <a:ext cx="146684" cy="144318"/>
            </a:xfrm>
            <a:custGeom>
              <a:avLst/>
              <a:gdLst>
                <a:gd name="T0" fmla="*/ 36 w 273"/>
                <a:gd name="T1" fmla="*/ 269 h 270"/>
                <a:gd name="T2" fmla="*/ 36 w 273"/>
                <a:gd name="T3" fmla="*/ 269 h 270"/>
                <a:gd name="T4" fmla="*/ 12 w 273"/>
                <a:gd name="T5" fmla="*/ 260 h 270"/>
                <a:gd name="T6" fmla="*/ 12 w 273"/>
                <a:gd name="T7" fmla="*/ 260 h 270"/>
                <a:gd name="T8" fmla="*/ 12 w 273"/>
                <a:gd name="T9" fmla="*/ 214 h 270"/>
                <a:gd name="T10" fmla="*/ 213 w 273"/>
                <a:gd name="T11" fmla="*/ 13 h 270"/>
                <a:gd name="T12" fmla="*/ 213 w 273"/>
                <a:gd name="T13" fmla="*/ 13 h 270"/>
                <a:gd name="T14" fmla="*/ 259 w 273"/>
                <a:gd name="T15" fmla="*/ 13 h 270"/>
                <a:gd name="T16" fmla="*/ 259 w 273"/>
                <a:gd name="T17" fmla="*/ 13 h 270"/>
                <a:gd name="T18" fmla="*/ 259 w 273"/>
                <a:gd name="T19" fmla="*/ 58 h 270"/>
                <a:gd name="T20" fmla="*/ 58 w 273"/>
                <a:gd name="T21" fmla="*/ 260 h 270"/>
                <a:gd name="T22" fmla="*/ 58 w 273"/>
                <a:gd name="T23" fmla="*/ 260 h 270"/>
                <a:gd name="T24" fmla="*/ 36 w 273"/>
                <a:gd name="T25" fmla="*/ 269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" h="270">
                  <a:moveTo>
                    <a:pt x="36" y="269"/>
                  </a:moveTo>
                  <a:lnTo>
                    <a:pt x="36" y="269"/>
                  </a:lnTo>
                  <a:cubicBezTo>
                    <a:pt x="27" y="269"/>
                    <a:pt x="19" y="266"/>
                    <a:pt x="12" y="260"/>
                  </a:cubicBezTo>
                  <a:lnTo>
                    <a:pt x="12" y="260"/>
                  </a:lnTo>
                  <a:cubicBezTo>
                    <a:pt x="0" y="247"/>
                    <a:pt x="0" y="227"/>
                    <a:pt x="12" y="214"/>
                  </a:cubicBezTo>
                  <a:lnTo>
                    <a:pt x="213" y="13"/>
                  </a:lnTo>
                  <a:lnTo>
                    <a:pt x="213" y="13"/>
                  </a:lnTo>
                  <a:cubicBezTo>
                    <a:pt x="226" y="0"/>
                    <a:pt x="247" y="0"/>
                    <a:pt x="259" y="13"/>
                  </a:cubicBezTo>
                  <a:lnTo>
                    <a:pt x="259" y="13"/>
                  </a:lnTo>
                  <a:cubicBezTo>
                    <a:pt x="272" y="25"/>
                    <a:pt x="272" y="46"/>
                    <a:pt x="259" y="58"/>
                  </a:cubicBezTo>
                  <a:lnTo>
                    <a:pt x="58" y="260"/>
                  </a:lnTo>
                  <a:lnTo>
                    <a:pt x="58" y="260"/>
                  </a:lnTo>
                  <a:cubicBezTo>
                    <a:pt x="52" y="266"/>
                    <a:pt x="44" y="269"/>
                    <a:pt x="36" y="26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39" name="Freeform 479"/>
            <p:cNvSpPr>
              <a:spLocks noChangeArrowheads="1"/>
            </p:cNvSpPr>
            <p:nvPr/>
          </p:nvSpPr>
          <p:spPr bwMode="auto">
            <a:xfrm>
              <a:off x="6747794" y="1749240"/>
              <a:ext cx="454245" cy="352514"/>
            </a:xfrm>
            <a:custGeom>
              <a:avLst/>
              <a:gdLst>
                <a:gd name="T0" fmla="*/ 460 w 845"/>
                <a:gd name="T1" fmla="*/ 271 h 658"/>
                <a:gd name="T2" fmla="*/ 408 w 845"/>
                <a:gd name="T3" fmla="*/ 414 h 658"/>
                <a:gd name="T4" fmla="*/ 356 w 845"/>
                <a:gd name="T5" fmla="*/ 474 h 658"/>
                <a:gd name="T6" fmla="*/ 293 w 845"/>
                <a:gd name="T7" fmla="*/ 182 h 658"/>
                <a:gd name="T8" fmla="*/ 356 w 845"/>
                <a:gd name="T9" fmla="*/ 474 h 658"/>
                <a:gd name="T10" fmla="*/ 126 w 845"/>
                <a:gd name="T11" fmla="*/ 51 h 658"/>
                <a:gd name="T12" fmla="*/ 241 w 845"/>
                <a:gd name="T13" fmla="*/ 605 h 658"/>
                <a:gd name="T14" fmla="*/ 753 w 845"/>
                <a:gd name="T15" fmla="*/ 221 h 658"/>
                <a:gd name="T16" fmla="*/ 792 w 845"/>
                <a:gd name="T17" fmla="*/ 471 h 658"/>
                <a:gd name="T18" fmla="*/ 753 w 845"/>
                <a:gd name="T19" fmla="*/ 221 h 658"/>
                <a:gd name="T20" fmla="*/ 702 w 845"/>
                <a:gd name="T21" fmla="*/ 227 h 658"/>
                <a:gd name="T22" fmla="*/ 512 w 845"/>
                <a:gd name="T23" fmla="*/ 419 h 658"/>
                <a:gd name="T24" fmla="*/ 818 w 845"/>
                <a:gd name="T25" fmla="*/ 168 h 658"/>
                <a:gd name="T26" fmla="*/ 728 w 845"/>
                <a:gd name="T27" fmla="*/ 168 h 658"/>
                <a:gd name="T28" fmla="*/ 725 w 845"/>
                <a:gd name="T29" fmla="*/ 168 h 658"/>
                <a:gd name="T30" fmla="*/ 725 w 845"/>
                <a:gd name="T31" fmla="*/ 168 h 658"/>
                <a:gd name="T32" fmla="*/ 725 w 845"/>
                <a:gd name="T33" fmla="*/ 168 h 658"/>
                <a:gd name="T34" fmla="*/ 483 w 845"/>
                <a:gd name="T35" fmla="*/ 219 h 658"/>
                <a:gd name="T36" fmla="*/ 408 w 845"/>
                <a:gd name="T37" fmla="*/ 162 h 658"/>
                <a:gd name="T38" fmla="*/ 379 w 845"/>
                <a:gd name="T39" fmla="*/ 130 h 658"/>
                <a:gd name="T40" fmla="*/ 293 w 845"/>
                <a:gd name="T41" fmla="*/ 36 h 658"/>
                <a:gd name="T42" fmla="*/ 290 w 845"/>
                <a:gd name="T43" fmla="*/ 19 h 658"/>
                <a:gd name="T44" fmla="*/ 263 w 845"/>
                <a:gd name="T45" fmla="*/ 0 h 658"/>
                <a:gd name="T46" fmla="*/ 106 w 845"/>
                <a:gd name="T47" fmla="*/ 0 h 658"/>
                <a:gd name="T48" fmla="*/ 79 w 845"/>
                <a:gd name="T49" fmla="*/ 19 h 658"/>
                <a:gd name="T50" fmla="*/ 2 w 845"/>
                <a:gd name="T51" fmla="*/ 616 h 658"/>
                <a:gd name="T52" fmla="*/ 10 w 845"/>
                <a:gd name="T53" fmla="*/ 645 h 658"/>
                <a:gd name="T54" fmla="*/ 37 w 845"/>
                <a:gd name="T55" fmla="*/ 657 h 658"/>
                <a:gd name="T56" fmla="*/ 263 w 845"/>
                <a:gd name="T57" fmla="*/ 657 h 658"/>
                <a:gd name="T58" fmla="*/ 290 w 845"/>
                <a:gd name="T59" fmla="*/ 638 h 658"/>
                <a:gd name="T60" fmla="*/ 293 w 845"/>
                <a:gd name="T61" fmla="*/ 526 h 658"/>
                <a:gd name="T62" fmla="*/ 379 w 845"/>
                <a:gd name="T63" fmla="*/ 526 h 658"/>
                <a:gd name="T64" fmla="*/ 408 w 845"/>
                <a:gd name="T65" fmla="*/ 466 h 658"/>
                <a:gd name="T66" fmla="*/ 721 w 845"/>
                <a:gd name="T67" fmla="*/ 522 h 658"/>
                <a:gd name="T68" fmla="*/ 722 w 845"/>
                <a:gd name="T69" fmla="*/ 522 h 658"/>
                <a:gd name="T70" fmla="*/ 723 w 845"/>
                <a:gd name="T71" fmla="*/ 522 h 658"/>
                <a:gd name="T72" fmla="*/ 725 w 845"/>
                <a:gd name="T73" fmla="*/ 523 h 658"/>
                <a:gd name="T74" fmla="*/ 725 w 845"/>
                <a:gd name="T75" fmla="*/ 523 h 658"/>
                <a:gd name="T76" fmla="*/ 728 w 845"/>
                <a:gd name="T77" fmla="*/ 523 h 658"/>
                <a:gd name="T78" fmla="*/ 728 w 845"/>
                <a:gd name="T79" fmla="*/ 523 h 658"/>
                <a:gd name="T80" fmla="*/ 818 w 845"/>
                <a:gd name="T81" fmla="*/ 523 h 658"/>
                <a:gd name="T82" fmla="*/ 844 w 845"/>
                <a:gd name="T83" fmla="*/ 194 h 658"/>
                <a:gd name="T84" fmla="*/ 818 w 845"/>
                <a:gd name="T85" fmla="*/ 16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5" h="658">
                  <a:moveTo>
                    <a:pt x="408" y="271"/>
                  </a:moveTo>
                  <a:lnTo>
                    <a:pt x="460" y="271"/>
                  </a:lnTo>
                  <a:lnTo>
                    <a:pt x="460" y="414"/>
                  </a:lnTo>
                  <a:lnTo>
                    <a:pt x="408" y="414"/>
                  </a:lnTo>
                  <a:lnTo>
                    <a:pt x="408" y="271"/>
                  </a:lnTo>
                  <a:close/>
                  <a:moveTo>
                    <a:pt x="356" y="474"/>
                  </a:moveTo>
                  <a:lnTo>
                    <a:pt x="293" y="474"/>
                  </a:lnTo>
                  <a:lnTo>
                    <a:pt x="293" y="182"/>
                  </a:lnTo>
                  <a:lnTo>
                    <a:pt x="356" y="182"/>
                  </a:lnTo>
                  <a:lnTo>
                    <a:pt x="356" y="474"/>
                  </a:lnTo>
                  <a:close/>
                  <a:moveTo>
                    <a:pt x="55" y="605"/>
                  </a:moveTo>
                  <a:lnTo>
                    <a:pt x="126" y="51"/>
                  </a:lnTo>
                  <a:lnTo>
                    <a:pt x="241" y="51"/>
                  </a:lnTo>
                  <a:lnTo>
                    <a:pt x="241" y="605"/>
                  </a:lnTo>
                  <a:lnTo>
                    <a:pt x="55" y="605"/>
                  </a:lnTo>
                  <a:close/>
                  <a:moveTo>
                    <a:pt x="753" y="221"/>
                  </a:moveTo>
                  <a:lnTo>
                    <a:pt x="792" y="221"/>
                  </a:lnTo>
                  <a:lnTo>
                    <a:pt x="792" y="471"/>
                  </a:lnTo>
                  <a:lnTo>
                    <a:pt x="753" y="471"/>
                  </a:lnTo>
                  <a:lnTo>
                    <a:pt x="753" y="221"/>
                  </a:lnTo>
                  <a:close/>
                  <a:moveTo>
                    <a:pt x="512" y="266"/>
                  </a:moveTo>
                  <a:lnTo>
                    <a:pt x="702" y="227"/>
                  </a:lnTo>
                  <a:lnTo>
                    <a:pt x="702" y="464"/>
                  </a:lnTo>
                  <a:lnTo>
                    <a:pt x="512" y="419"/>
                  </a:lnTo>
                  <a:lnTo>
                    <a:pt x="512" y="266"/>
                  </a:lnTo>
                  <a:close/>
                  <a:moveTo>
                    <a:pt x="818" y="168"/>
                  </a:moveTo>
                  <a:lnTo>
                    <a:pt x="728" y="168"/>
                  </a:lnTo>
                  <a:lnTo>
                    <a:pt x="728" y="168"/>
                  </a:lnTo>
                  <a:cubicBezTo>
                    <a:pt x="727" y="168"/>
                    <a:pt x="726" y="168"/>
                    <a:pt x="725" y="168"/>
                  </a:cubicBezTo>
                  <a:lnTo>
                    <a:pt x="725" y="168"/>
                  </a:lnTo>
                  <a:lnTo>
                    <a:pt x="725" y="168"/>
                  </a:lnTo>
                  <a:lnTo>
                    <a:pt x="725" y="168"/>
                  </a:lnTo>
                  <a:lnTo>
                    <a:pt x="725" y="168"/>
                  </a:lnTo>
                  <a:lnTo>
                    <a:pt x="725" y="168"/>
                  </a:lnTo>
                  <a:cubicBezTo>
                    <a:pt x="723" y="169"/>
                    <a:pt x="723" y="169"/>
                    <a:pt x="722" y="169"/>
                  </a:cubicBezTo>
                  <a:lnTo>
                    <a:pt x="483" y="219"/>
                  </a:lnTo>
                  <a:lnTo>
                    <a:pt x="408" y="219"/>
                  </a:lnTo>
                  <a:lnTo>
                    <a:pt x="408" y="162"/>
                  </a:lnTo>
                  <a:lnTo>
                    <a:pt x="408" y="162"/>
                  </a:lnTo>
                  <a:cubicBezTo>
                    <a:pt x="408" y="144"/>
                    <a:pt x="395" y="130"/>
                    <a:pt x="379" y="130"/>
                  </a:cubicBezTo>
                  <a:lnTo>
                    <a:pt x="293" y="130"/>
                  </a:lnTo>
                  <a:lnTo>
                    <a:pt x="293" y="36"/>
                  </a:lnTo>
                  <a:lnTo>
                    <a:pt x="293" y="36"/>
                  </a:lnTo>
                  <a:cubicBezTo>
                    <a:pt x="293" y="30"/>
                    <a:pt x="292" y="24"/>
                    <a:pt x="290" y="19"/>
                  </a:cubicBezTo>
                  <a:lnTo>
                    <a:pt x="290" y="19"/>
                  </a:lnTo>
                  <a:cubicBezTo>
                    <a:pt x="285" y="7"/>
                    <a:pt x="275" y="0"/>
                    <a:pt x="263" y="0"/>
                  </a:cubicBezTo>
                  <a:lnTo>
                    <a:pt x="106" y="0"/>
                  </a:lnTo>
                  <a:lnTo>
                    <a:pt x="106" y="0"/>
                  </a:lnTo>
                  <a:cubicBezTo>
                    <a:pt x="95" y="0"/>
                    <a:pt x="84" y="7"/>
                    <a:pt x="79" y="19"/>
                  </a:cubicBezTo>
                  <a:lnTo>
                    <a:pt x="79" y="19"/>
                  </a:lnTo>
                  <a:cubicBezTo>
                    <a:pt x="78" y="24"/>
                    <a:pt x="76" y="29"/>
                    <a:pt x="76" y="35"/>
                  </a:cubicBezTo>
                  <a:lnTo>
                    <a:pt x="2" y="616"/>
                  </a:lnTo>
                  <a:lnTo>
                    <a:pt x="2" y="616"/>
                  </a:lnTo>
                  <a:cubicBezTo>
                    <a:pt x="0" y="627"/>
                    <a:pt x="3" y="637"/>
                    <a:pt x="10" y="645"/>
                  </a:cubicBezTo>
                  <a:lnTo>
                    <a:pt x="10" y="645"/>
                  </a:lnTo>
                  <a:cubicBezTo>
                    <a:pt x="17" y="652"/>
                    <a:pt x="27" y="657"/>
                    <a:pt x="37" y="657"/>
                  </a:cubicBezTo>
                  <a:lnTo>
                    <a:pt x="263" y="657"/>
                  </a:lnTo>
                  <a:lnTo>
                    <a:pt x="263" y="657"/>
                  </a:lnTo>
                  <a:cubicBezTo>
                    <a:pt x="275" y="657"/>
                    <a:pt x="285" y="650"/>
                    <a:pt x="290" y="638"/>
                  </a:cubicBezTo>
                  <a:lnTo>
                    <a:pt x="290" y="638"/>
                  </a:lnTo>
                  <a:cubicBezTo>
                    <a:pt x="292" y="632"/>
                    <a:pt x="293" y="626"/>
                    <a:pt x="293" y="620"/>
                  </a:cubicBezTo>
                  <a:lnTo>
                    <a:pt x="293" y="526"/>
                  </a:lnTo>
                  <a:lnTo>
                    <a:pt x="379" y="526"/>
                  </a:lnTo>
                  <a:lnTo>
                    <a:pt x="379" y="526"/>
                  </a:lnTo>
                  <a:cubicBezTo>
                    <a:pt x="395" y="526"/>
                    <a:pt x="408" y="512"/>
                    <a:pt x="408" y="494"/>
                  </a:cubicBezTo>
                  <a:lnTo>
                    <a:pt x="408" y="466"/>
                  </a:lnTo>
                  <a:lnTo>
                    <a:pt x="483" y="466"/>
                  </a:lnTo>
                  <a:lnTo>
                    <a:pt x="721" y="522"/>
                  </a:lnTo>
                  <a:lnTo>
                    <a:pt x="721" y="522"/>
                  </a:lnTo>
                  <a:lnTo>
                    <a:pt x="722" y="522"/>
                  </a:lnTo>
                  <a:lnTo>
                    <a:pt x="722" y="522"/>
                  </a:lnTo>
                  <a:lnTo>
                    <a:pt x="723" y="522"/>
                  </a:lnTo>
                  <a:lnTo>
                    <a:pt x="723" y="522"/>
                  </a:lnTo>
                  <a:cubicBezTo>
                    <a:pt x="723" y="523"/>
                    <a:pt x="724" y="523"/>
                    <a:pt x="725" y="523"/>
                  </a:cubicBezTo>
                  <a:lnTo>
                    <a:pt x="725" y="523"/>
                  </a:lnTo>
                  <a:lnTo>
                    <a:pt x="725" y="523"/>
                  </a:lnTo>
                  <a:lnTo>
                    <a:pt x="725" y="523"/>
                  </a:lnTo>
                  <a:cubicBezTo>
                    <a:pt x="726" y="523"/>
                    <a:pt x="727" y="523"/>
                    <a:pt x="728" y="523"/>
                  </a:cubicBezTo>
                  <a:lnTo>
                    <a:pt x="728" y="523"/>
                  </a:lnTo>
                  <a:lnTo>
                    <a:pt x="728" y="523"/>
                  </a:lnTo>
                  <a:lnTo>
                    <a:pt x="818" y="523"/>
                  </a:lnTo>
                  <a:lnTo>
                    <a:pt x="818" y="523"/>
                  </a:lnTo>
                  <a:cubicBezTo>
                    <a:pt x="833" y="523"/>
                    <a:pt x="844" y="511"/>
                    <a:pt x="844" y="497"/>
                  </a:cubicBezTo>
                  <a:lnTo>
                    <a:pt x="844" y="194"/>
                  </a:lnTo>
                  <a:lnTo>
                    <a:pt x="844" y="194"/>
                  </a:lnTo>
                  <a:cubicBezTo>
                    <a:pt x="844" y="180"/>
                    <a:pt x="833" y="168"/>
                    <a:pt x="818" y="1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40" name="Freeform 480"/>
            <p:cNvSpPr>
              <a:spLocks noChangeArrowheads="1"/>
            </p:cNvSpPr>
            <p:nvPr/>
          </p:nvSpPr>
          <p:spPr bwMode="auto">
            <a:xfrm>
              <a:off x="9087631" y="3689245"/>
              <a:ext cx="359611" cy="354879"/>
            </a:xfrm>
            <a:custGeom>
              <a:avLst/>
              <a:gdLst>
                <a:gd name="T0" fmla="*/ 122 w 671"/>
                <a:gd name="T1" fmla="*/ 442 h 661"/>
                <a:gd name="T2" fmla="*/ 337 w 671"/>
                <a:gd name="T3" fmla="*/ 228 h 661"/>
                <a:gd name="T4" fmla="*/ 443 w 671"/>
                <a:gd name="T5" fmla="*/ 334 h 661"/>
                <a:gd name="T6" fmla="*/ 230 w 671"/>
                <a:gd name="T7" fmla="*/ 549 h 661"/>
                <a:gd name="T8" fmla="*/ 85 w 671"/>
                <a:gd name="T9" fmla="*/ 579 h 661"/>
                <a:gd name="T10" fmla="*/ 122 w 671"/>
                <a:gd name="T11" fmla="*/ 442 h 661"/>
                <a:gd name="T12" fmla="*/ 482 w 671"/>
                <a:gd name="T13" fmla="*/ 85 h 661"/>
                <a:gd name="T14" fmla="*/ 584 w 671"/>
                <a:gd name="T15" fmla="*/ 192 h 661"/>
                <a:gd name="T16" fmla="*/ 491 w 671"/>
                <a:gd name="T17" fmla="*/ 285 h 661"/>
                <a:gd name="T18" fmla="*/ 386 w 671"/>
                <a:gd name="T19" fmla="*/ 179 h 661"/>
                <a:gd name="T20" fmla="*/ 482 w 671"/>
                <a:gd name="T21" fmla="*/ 85 h 661"/>
                <a:gd name="T22" fmla="*/ 37 w 671"/>
                <a:gd name="T23" fmla="*/ 660 h 661"/>
                <a:gd name="T24" fmla="*/ 37 w 671"/>
                <a:gd name="T25" fmla="*/ 660 h 661"/>
                <a:gd name="T26" fmla="*/ 44 w 671"/>
                <a:gd name="T27" fmla="*/ 659 h 661"/>
                <a:gd name="T28" fmla="*/ 255 w 671"/>
                <a:gd name="T29" fmla="*/ 614 h 661"/>
                <a:gd name="T30" fmla="*/ 255 w 671"/>
                <a:gd name="T31" fmla="*/ 614 h 661"/>
                <a:gd name="T32" fmla="*/ 273 w 671"/>
                <a:gd name="T33" fmla="*/ 605 h 661"/>
                <a:gd name="T34" fmla="*/ 657 w 671"/>
                <a:gd name="T35" fmla="*/ 216 h 661"/>
                <a:gd name="T36" fmla="*/ 657 w 671"/>
                <a:gd name="T37" fmla="*/ 216 h 661"/>
                <a:gd name="T38" fmla="*/ 657 w 671"/>
                <a:gd name="T39" fmla="*/ 168 h 661"/>
                <a:gd name="T40" fmla="*/ 507 w 671"/>
                <a:gd name="T41" fmla="*/ 11 h 661"/>
                <a:gd name="T42" fmla="*/ 507 w 671"/>
                <a:gd name="T43" fmla="*/ 11 h 661"/>
                <a:gd name="T44" fmla="*/ 483 w 671"/>
                <a:gd name="T45" fmla="*/ 0 h 661"/>
                <a:gd name="T46" fmla="*/ 483 w 671"/>
                <a:gd name="T47" fmla="*/ 0 h 661"/>
                <a:gd name="T48" fmla="*/ 458 w 671"/>
                <a:gd name="T49" fmla="*/ 11 h 661"/>
                <a:gd name="T50" fmla="*/ 67 w 671"/>
                <a:gd name="T51" fmla="*/ 400 h 661"/>
                <a:gd name="T52" fmla="*/ 67 w 671"/>
                <a:gd name="T53" fmla="*/ 400 h 661"/>
                <a:gd name="T54" fmla="*/ 58 w 671"/>
                <a:gd name="T55" fmla="*/ 416 h 661"/>
                <a:gd name="T56" fmla="*/ 3 w 671"/>
                <a:gd name="T57" fmla="*/ 615 h 661"/>
                <a:gd name="T58" fmla="*/ 3 w 671"/>
                <a:gd name="T59" fmla="*/ 615 h 661"/>
                <a:gd name="T60" fmla="*/ 12 w 671"/>
                <a:gd name="T61" fmla="*/ 649 h 661"/>
                <a:gd name="T62" fmla="*/ 12 w 671"/>
                <a:gd name="T63" fmla="*/ 649 h 661"/>
                <a:gd name="T64" fmla="*/ 37 w 671"/>
                <a:gd name="T65" fmla="*/ 66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71" h="661">
                  <a:moveTo>
                    <a:pt x="122" y="442"/>
                  </a:moveTo>
                  <a:lnTo>
                    <a:pt x="337" y="228"/>
                  </a:lnTo>
                  <a:lnTo>
                    <a:pt x="443" y="334"/>
                  </a:lnTo>
                  <a:lnTo>
                    <a:pt x="230" y="549"/>
                  </a:lnTo>
                  <a:lnTo>
                    <a:pt x="85" y="579"/>
                  </a:lnTo>
                  <a:lnTo>
                    <a:pt x="122" y="442"/>
                  </a:lnTo>
                  <a:close/>
                  <a:moveTo>
                    <a:pt x="482" y="85"/>
                  </a:moveTo>
                  <a:lnTo>
                    <a:pt x="584" y="192"/>
                  </a:lnTo>
                  <a:lnTo>
                    <a:pt x="491" y="285"/>
                  </a:lnTo>
                  <a:lnTo>
                    <a:pt x="386" y="179"/>
                  </a:lnTo>
                  <a:lnTo>
                    <a:pt x="482" y="85"/>
                  </a:lnTo>
                  <a:close/>
                  <a:moveTo>
                    <a:pt x="37" y="660"/>
                  </a:moveTo>
                  <a:lnTo>
                    <a:pt x="37" y="660"/>
                  </a:lnTo>
                  <a:cubicBezTo>
                    <a:pt x="39" y="660"/>
                    <a:pt x="42" y="659"/>
                    <a:pt x="44" y="659"/>
                  </a:cubicBezTo>
                  <a:lnTo>
                    <a:pt x="255" y="614"/>
                  </a:lnTo>
                  <a:lnTo>
                    <a:pt x="255" y="614"/>
                  </a:lnTo>
                  <a:cubicBezTo>
                    <a:pt x="262" y="613"/>
                    <a:pt x="268" y="610"/>
                    <a:pt x="273" y="605"/>
                  </a:cubicBezTo>
                  <a:lnTo>
                    <a:pt x="657" y="216"/>
                  </a:lnTo>
                  <a:lnTo>
                    <a:pt x="657" y="216"/>
                  </a:lnTo>
                  <a:cubicBezTo>
                    <a:pt x="670" y="203"/>
                    <a:pt x="670" y="181"/>
                    <a:pt x="657" y="168"/>
                  </a:cubicBezTo>
                  <a:lnTo>
                    <a:pt x="507" y="11"/>
                  </a:lnTo>
                  <a:lnTo>
                    <a:pt x="507" y="11"/>
                  </a:lnTo>
                  <a:cubicBezTo>
                    <a:pt x="501" y="5"/>
                    <a:pt x="492" y="0"/>
                    <a:pt x="483" y="0"/>
                  </a:cubicBezTo>
                  <a:lnTo>
                    <a:pt x="483" y="0"/>
                  </a:lnTo>
                  <a:cubicBezTo>
                    <a:pt x="474" y="0"/>
                    <a:pt x="465" y="4"/>
                    <a:pt x="458" y="11"/>
                  </a:cubicBezTo>
                  <a:lnTo>
                    <a:pt x="67" y="400"/>
                  </a:lnTo>
                  <a:lnTo>
                    <a:pt x="67" y="400"/>
                  </a:lnTo>
                  <a:cubicBezTo>
                    <a:pt x="63" y="405"/>
                    <a:pt x="59" y="410"/>
                    <a:pt x="58" y="416"/>
                  </a:cubicBezTo>
                  <a:lnTo>
                    <a:pt x="3" y="615"/>
                  </a:lnTo>
                  <a:lnTo>
                    <a:pt x="3" y="615"/>
                  </a:lnTo>
                  <a:cubicBezTo>
                    <a:pt x="0" y="627"/>
                    <a:pt x="3" y="640"/>
                    <a:pt x="12" y="649"/>
                  </a:cubicBezTo>
                  <a:lnTo>
                    <a:pt x="12" y="649"/>
                  </a:lnTo>
                  <a:cubicBezTo>
                    <a:pt x="19" y="656"/>
                    <a:pt x="28" y="660"/>
                    <a:pt x="37" y="6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41" name="Freeform 481"/>
            <p:cNvSpPr>
              <a:spLocks noChangeArrowheads="1"/>
            </p:cNvSpPr>
            <p:nvPr/>
          </p:nvSpPr>
          <p:spPr bwMode="auto">
            <a:xfrm>
              <a:off x="9026119" y="4070149"/>
              <a:ext cx="440050" cy="37854"/>
            </a:xfrm>
            <a:custGeom>
              <a:avLst/>
              <a:gdLst>
                <a:gd name="T0" fmla="*/ 784 w 819"/>
                <a:gd name="T1" fmla="*/ 0 h 71"/>
                <a:gd name="T2" fmla="*/ 35 w 819"/>
                <a:gd name="T3" fmla="*/ 0 h 71"/>
                <a:gd name="T4" fmla="*/ 35 w 819"/>
                <a:gd name="T5" fmla="*/ 0 h 71"/>
                <a:gd name="T6" fmla="*/ 0 w 819"/>
                <a:gd name="T7" fmla="*/ 35 h 71"/>
                <a:gd name="T8" fmla="*/ 0 w 819"/>
                <a:gd name="T9" fmla="*/ 35 h 71"/>
                <a:gd name="T10" fmla="*/ 35 w 819"/>
                <a:gd name="T11" fmla="*/ 70 h 71"/>
                <a:gd name="T12" fmla="*/ 784 w 819"/>
                <a:gd name="T13" fmla="*/ 70 h 71"/>
                <a:gd name="T14" fmla="*/ 784 w 819"/>
                <a:gd name="T15" fmla="*/ 70 h 71"/>
                <a:gd name="T16" fmla="*/ 818 w 819"/>
                <a:gd name="T17" fmla="*/ 35 h 71"/>
                <a:gd name="T18" fmla="*/ 818 w 819"/>
                <a:gd name="T19" fmla="*/ 35 h 71"/>
                <a:gd name="T20" fmla="*/ 784 w 819"/>
                <a:gd name="T2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9" h="71">
                  <a:moveTo>
                    <a:pt x="784" y="0"/>
                  </a:moveTo>
                  <a:lnTo>
                    <a:pt x="35" y="0"/>
                  </a:lnTo>
                  <a:lnTo>
                    <a:pt x="35" y="0"/>
                  </a:lnTo>
                  <a:cubicBezTo>
                    <a:pt x="16" y="0"/>
                    <a:pt x="0" y="16"/>
                    <a:pt x="0" y="35"/>
                  </a:cubicBezTo>
                  <a:lnTo>
                    <a:pt x="0" y="35"/>
                  </a:lnTo>
                  <a:cubicBezTo>
                    <a:pt x="0" y="54"/>
                    <a:pt x="16" y="70"/>
                    <a:pt x="35" y="70"/>
                  </a:cubicBezTo>
                  <a:lnTo>
                    <a:pt x="784" y="70"/>
                  </a:lnTo>
                  <a:lnTo>
                    <a:pt x="784" y="70"/>
                  </a:lnTo>
                  <a:cubicBezTo>
                    <a:pt x="803" y="70"/>
                    <a:pt x="818" y="54"/>
                    <a:pt x="818" y="35"/>
                  </a:cubicBezTo>
                  <a:lnTo>
                    <a:pt x="818" y="35"/>
                  </a:lnTo>
                  <a:cubicBezTo>
                    <a:pt x="818" y="16"/>
                    <a:pt x="803" y="0"/>
                    <a:pt x="784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42" name="Freeform 482"/>
            <p:cNvSpPr>
              <a:spLocks noChangeArrowheads="1"/>
            </p:cNvSpPr>
            <p:nvPr/>
          </p:nvSpPr>
          <p:spPr bwMode="auto">
            <a:xfrm>
              <a:off x="6331403" y="4223929"/>
              <a:ext cx="160879" cy="267343"/>
            </a:xfrm>
            <a:custGeom>
              <a:avLst/>
              <a:gdLst>
                <a:gd name="T0" fmla="*/ 76 w 302"/>
                <a:gd name="T1" fmla="*/ 77 h 498"/>
                <a:gd name="T2" fmla="*/ 76 w 302"/>
                <a:gd name="T3" fmla="*/ 77 h 498"/>
                <a:gd name="T4" fmla="*/ 150 w 302"/>
                <a:gd name="T5" fmla="*/ 46 h 498"/>
                <a:gd name="T6" fmla="*/ 150 w 302"/>
                <a:gd name="T7" fmla="*/ 46 h 498"/>
                <a:gd name="T8" fmla="*/ 150 w 302"/>
                <a:gd name="T9" fmla="*/ 46 h 498"/>
                <a:gd name="T10" fmla="*/ 224 w 302"/>
                <a:gd name="T11" fmla="*/ 77 h 498"/>
                <a:gd name="T12" fmla="*/ 224 w 302"/>
                <a:gd name="T13" fmla="*/ 77 h 498"/>
                <a:gd name="T14" fmla="*/ 254 w 302"/>
                <a:gd name="T15" fmla="*/ 151 h 498"/>
                <a:gd name="T16" fmla="*/ 255 w 302"/>
                <a:gd name="T17" fmla="*/ 233 h 498"/>
                <a:gd name="T18" fmla="*/ 255 w 302"/>
                <a:gd name="T19" fmla="*/ 240 h 498"/>
                <a:gd name="T20" fmla="*/ 255 w 302"/>
                <a:gd name="T21" fmla="*/ 241 h 498"/>
                <a:gd name="T22" fmla="*/ 255 w 302"/>
                <a:gd name="T23" fmla="*/ 346 h 498"/>
                <a:gd name="T24" fmla="*/ 255 w 302"/>
                <a:gd name="T25" fmla="*/ 346 h 498"/>
                <a:gd name="T26" fmla="*/ 150 w 302"/>
                <a:gd name="T27" fmla="*/ 450 h 498"/>
                <a:gd name="T28" fmla="*/ 150 w 302"/>
                <a:gd name="T29" fmla="*/ 450 h 498"/>
                <a:gd name="T30" fmla="*/ 150 w 302"/>
                <a:gd name="T31" fmla="*/ 450 h 498"/>
                <a:gd name="T32" fmla="*/ 77 w 302"/>
                <a:gd name="T33" fmla="*/ 420 h 498"/>
                <a:gd name="T34" fmla="*/ 77 w 302"/>
                <a:gd name="T35" fmla="*/ 420 h 498"/>
                <a:gd name="T36" fmla="*/ 46 w 302"/>
                <a:gd name="T37" fmla="*/ 346 h 498"/>
                <a:gd name="T38" fmla="*/ 46 w 302"/>
                <a:gd name="T39" fmla="*/ 238 h 498"/>
                <a:gd name="T40" fmla="*/ 46 w 302"/>
                <a:gd name="T41" fmla="*/ 234 h 498"/>
                <a:gd name="T42" fmla="*/ 46 w 302"/>
                <a:gd name="T43" fmla="*/ 234 h 498"/>
                <a:gd name="T44" fmla="*/ 46 w 302"/>
                <a:gd name="T45" fmla="*/ 233 h 498"/>
                <a:gd name="T46" fmla="*/ 46 w 302"/>
                <a:gd name="T47" fmla="*/ 151 h 498"/>
                <a:gd name="T48" fmla="*/ 46 w 302"/>
                <a:gd name="T49" fmla="*/ 151 h 498"/>
                <a:gd name="T50" fmla="*/ 76 w 302"/>
                <a:gd name="T51" fmla="*/ 77 h 498"/>
                <a:gd name="T52" fmla="*/ 0 w 302"/>
                <a:gd name="T53" fmla="*/ 236 h 498"/>
                <a:gd name="T54" fmla="*/ 0 w 302"/>
                <a:gd name="T55" fmla="*/ 236 h 498"/>
                <a:gd name="T56" fmla="*/ 0 w 302"/>
                <a:gd name="T57" fmla="*/ 237 h 498"/>
                <a:gd name="T58" fmla="*/ 0 w 302"/>
                <a:gd name="T59" fmla="*/ 346 h 498"/>
                <a:gd name="T60" fmla="*/ 0 w 302"/>
                <a:gd name="T61" fmla="*/ 346 h 498"/>
                <a:gd name="T62" fmla="*/ 44 w 302"/>
                <a:gd name="T63" fmla="*/ 453 h 498"/>
                <a:gd name="T64" fmla="*/ 44 w 302"/>
                <a:gd name="T65" fmla="*/ 453 h 498"/>
                <a:gd name="T66" fmla="*/ 150 w 302"/>
                <a:gd name="T67" fmla="*/ 497 h 498"/>
                <a:gd name="T68" fmla="*/ 150 w 302"/>
                <a:gd name="T69" fmla="*/ 497 h 498"/>
                <a:gd name="T70" fmla="*/ 150 w 302"/>
                <a:gd name="T71" fmla="*/ 497 h 498"/>
                <a:gd name="T72" fmla="*/ 301 w 302"/>
                <a:gd name="T73" fmla="*/ 346 h 498"/>
                <a:gd name="T74" fmla="*/ 301 w 302"/>
                <a:gd name="T75" fmla="*/ 241 h 498"/>
                <a:gd name="T76" fmla="*/ 301 w 302"/>
                <a:gd name="T77" fmla="*/ 234 h 498"/>
                <a:gd name="T78" fmla="*/ 301 w 302"/>
                <a:gd name="T79" fmla="*/ 234 h 498"/>
                <a:gd name="T80" fmla="*/ 301 w 302"/>
                <a:gd name="T81" fmla="*/ 233 h 498"/>
                <a:gd name="T82" fmla="*/ 301 w 302"/>
                <a:gd name="T83" fmla="*/ 151 h 498"/>
                <a:gd name="T84" fmla="*/ 301 w 302"/>
                <a:gd name="T85" fmla="*/ 151 h 498"/>
                <a:gd name="T86" fmla="*/ 257 w 302"/>
                <a:gd name="T87" fmla="*/ 45 h 498"/>
                <a:gd name="T88" fmla="*/ 257 w 302"/>
                <a:gd name="T89" fmla="*/ 45 h 498"/>
                <a:gd name="T90" fmla="*/ 150 w 302"/>
                <a:gd name="T91" fmla="*/ 0 h 498"/>
                <a:gd name="T92" fmla="*/ 150 w 302"/>
                <a:gd name="T93" fmla="*/ 0 h 498"/>
                <a:gd name="T94" fmla="*/ 150 w 302"/>
                <a:gd name="T95" fmla="*/ 0 h 498"/>
                <a:gd name="T96" fmla="*/ 44 w 302"/>
                <a:gd name="T97" fmla="*/ 45 h 498"/>
                <a:gd name="T98" fmla="*/ 44 w 302"/>
                <a:gd name="T99" fmla="*/ 45 h 498"/>
                <a:gd name="T100" fmla="*/ 0 w 302"/>
                <a:gd name="T101" fmla="*/ 151 h 498"/>
                <a:gd name="T102" fmla="*/ 0 w 302"/>
                <a:gd name="T103" fmla="*/ 233 h 498"/>
                <a:gd name="T104" fmla="*/ 0 w 302"/>
                <a:gd name="T105" fmla="*/ 236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" h="498">
                  <a:moveTo>
                    <a:pt x="76" y="77"/>
                  </a:moveTo>
                  <a:lnTo>
                    <a:pt x="76" y="77"/>
                  </a:lnTo>
                  <a:cubicBezTo>
                    <a:pt x="96" y="57"/>
                    <a:pt x="122" y="46"/>
                    <a:pt x="150" y="46"/>
                  </a:cubicBezTo>
                  <a:lnTo>
                    <a:pt x="150" y="46"/>
                  </a:lnTo>
                  <a:lnTo>
                    <a:pt x="150" y="46"/>
                  </a:lnTo>
                  <a:cubicBezTo>
                    <a:pt x="178" y="46"/>
                    <a:pt x="204" y="57"/>
                    <a:pt x="224" y="77"/>
                  </a:cubicBezTo>
                  <a:lnTo>
                    <a:pt x="224" y="77"/>
                  </a:lnTo>
                  <a:cubicBezTo>
                    <a:pt x="244" y="97"/>
                    <a:pt x="255" y="123"/>
                    <a:pt x="254" y="151"/>
                  </a:cubicBezTo>
                  <a:lnTo>
                    <a:pt x="255" y="233"/>
                  </a:lnTo>
                  <a:lnTo>
                    <a:pt x="255" y="240"/>
                  </a:lnTo>
                  <a:lnTo>
                    <a:pt x="255" y="241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404"/>
                    <a:pt x="208" y="450"/>
                    <a:pt x="150" y="450"/>
                  </a:cubicBezTo>
                  <a:lnTo>
                    <a:pt x="150" y="450"/>
                  </a:lnTo>
                  <a:lnTo>
                    <a:pt x="150" y="450"/>
                  </a:lnTo>
                  <a:cubicBezTo>
                    <a:pt x="123" y="450"/>
                    <a:pt x="96" y="440"/>
                    <a:pt x="77" y="420"/>
                  </a:cubicBezTo>
                  <a:lnTo>
                    <a:pt x="77" y="420"/>
                  </a:lnTo>
                  <a:cubicBezTo>
                    <a:pt x="57" y="400"/>
                    <a:pt x="46" y="374"/>
                    <a:pt x="46" y="346"/>
                  </a:cubicBezTo>
                  <a:lnTo>
                    <a:pt x="46" y="238"/>
                  </a:lnTo>
                  <a:lnTo>
                    <a:pt x="46" y="234"/>
                  </a:lnTo>
                  <a:lnTo>
                    <a:pt x="46" y="234"/>
                  </a:lnTo>
                  <a:lnTo>
                    <a:pt x="46" y="233"/>
                  </a:lnTo>
                  <a:lnTo>
                    <a:pt x="46" y="151"/>
                  </a:lnTo>
                  <a:lnTo>
                    <a:pt x="46" y="151"/>
                  </a:lnTo>
                  <a:cubicBezTo>
                    <a:pt x="46" y="123"/>
                    <a:pt x="57" y="97"/>
                    <a:pt x="76" y="77"/>
                  </a:cubicBezTo>
                  <a:close/>
                  <a:moveTo>
                    <a:pt x="0" y="236"/>
                  </a:moveTo>
                  <a:lnTo>
                    <a:pt x="0" y="236"/>
                  </a:lnTo>
                  <a:cubicBezTo>
                    <a:pt x="0" y="237"/>
                    <a:pt x="0" y="237"/>
                    <a:pt x="0" y="237"/>
                  </a:cubicBezTo>
                  <a:lnTo>
                    <a:pt x="0" y="346"/>
                  </a:lnTo>
                  <a:lnTo>
                    <a:pt x="0" y="346"/>
                  </a:lnTo>
                  <a:cubicBezTo>
                    <a:pt x="0" y="386"/>
                    <a:pt x="16" y="424"/>
                    <a:pt x="44" y="453"/>
                  </a:cubicBezTo>
                  <a:lnTo>
                    <a:pt x="44" y="453"/>
                  </a:lnTo>
                  <a:cubicBezTo>
                    <a:pt x="72" y="481"/>
                    <a:pt x="110" y="497"/>
                    <a:pt x="150" y="497"/>
                  </a:cubicBezTo>
                  <a:lnTo>
                    <a:pt x="150" y="497"/>
                  </a:lnTo>
                  <a:lnTo>
                    <a:pt x="150" y="497"/>
                  </a:lnTo>
                  <a:cubicBezTo>
                    <a:pt x="233" y="497"/>
                    <a:pt x="301" y="430"/>
                    <a:pt x="301" y="346"/>
                  </a:cubicBezTo>
                  <a:lnTo>
                    <a:pt x="301" y="241"/>
                  </a:lnTo>
                  <a:lnTo>
                    <a:pt x="301" y="234"/>
                  </a:lnTo>
                  <a:lnTo>
                    <a:pt x="301" y="234"/>
                  </a:lnTo>
                  <a:lnTo>
                    <a:pt x="301" y="233"/>
                  </a:lnTo>
                  <a:lnTo>
                    <a:pt x="301" y="151"/>
                  </a:lnTo>
                  <a:lnTo>
                    <a:pt x="301" y="151"/>
                  </a:lnTo>
                  <a:cubicBezTo>
                    <a:pt x="301" y="110"/>
                    <a:pt x="285" y="73"/>
                    <a:pt x="257" y="45"/>
                  </a:cubicBezTo>
                  <a:lnTo>
                    <a:pt x="257" y="45"/>
                  </a:lnTo>
                  <a:cubicBezTo>
                    <a:pt x="228" y="16"/>
                    <a:pt x="191" y="0"/>
                    <a:pt x="150" y="0"/>
                  </a:cubicBezTo>
                  <a:lnTo>
                    <a:pt x="150" y="0"/>
                  </a:lnTo>
                  <a:lnTo>
                    <a:pt x="150" y="0"/>
                  </a:lnTo>
                  <a:cubicBezTo>
                    <a:pt x="110" y="0"/>
                    <a:pt x="72" y="16"/>
                    <a:pt x="44" y="45"/>
                  </a:cubicBezTo>
                  <a:lnTo>
                    <a:pt x="44" y="45"/>
                  </a:lnTo>
                  <a:cubicBezTo>
                    <a:pt x="15" y="73"/>
                    <a:pt x="0" y="110"/>
                    <a:pt x="0" y="151"/>
                  </a:cubicBezTo>
                  <a:lnTo>
                    <a:pt x="0" y="233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43" name="Freeform 483"/>
            <p:cNvSpPr>
              <a:spLocks noChangeArrowheads="1"/>
            </p:cNvSpPr>
            <p:nvPr/>
          </p:nvSpPr>
          <p:spPr bwMode="auto">
            <a:xfrm>
              <a:off x="6281721" y="4399003"/>
              <a:ext cx="262610" cy="208196"/>
            </a:xfrm>
            <a:custGeom>
              <a:avLst/>
              <a:gdLst>
                <a:gd name="T0" fmla="*/ 488 w 489"/>
                <a:gd name="T1" fmla="*/ 23 h 390"/>
                <a:gd name="T2" fmla="*/ 488 w 489"/>
                <a:gd name="T3" fmla="*/ 23 h 390"/>
                <a:gd name="T4" fmla="*/ 465 w 489"/>
                <a:gd name="T5" fmla="*/ 0 h 390"/>
                <a:gd name="T6" fmla="*/ 465 w 489"/>
                <a:gd name="T7" fmla="*/ 0 h 390"/>
                <a:gd name="T8" fmla="*/ 442 w 489"/>
                <a:gd name="T9" fmla="*/ 23 h 390"/>
                <a:gd name="T10" fmla="*/ 442 w 489"/>
                <a:gd name="T11" fmla="*/ 23 h 390"/>
                <a:gd name="T12" fmla="*/ 244 w 489"/>
                <a:gd name="T13" fmla="*/ 221 h 390"/>
                <a:gd name="T14" fmla="*/ 244 w 489"/>
                <a:gd name="T15" fmla="*/ 221 h 390"/>
                <a:gd name="T16" fmla="*/ 47 w 489"/>
                <a:gd name="T17" fmla="*/ 23 h 390"/>
                <a:gd name="T18" fmla="*/ 47 w 489"/>
                <a:gd name="T19" fmla="*/ 23 h 390"/>
                <a:gd name="T20" fmla="*/ 23 w 489"/>
                <a:gd name="T21" fmla="*/ 0 h 390"/>
                <a:gd name="T22" fmla="*/ 23 w 489"/>
                <a:gd name="T23" fmla="*/ 0 h 390"/>
                <a:gd name="T24" fmla="*/ 0 w 489"/>
                <a:gd name="T25" fmla="*/ 23 h 390"/>
                <a:gd name="T26" fmla="*/ 0 w 489"/>
                <a:gd name="T27" fmla="*/ 23 h 390"/>
                <a:gd name="T28" fmla="*/ 221 w 489"/>
                <a:gd name="T29" fmla="*/ 266 h 390"/>
                <a:gd name="T30" fmla="*/ 221 w 489"/>
                <a:gd name="T31" fmla="*/ 342 h 390"/>
                <a:gd name="T32" fmla="*/ 154 w 489"/>
                <a:gd name="T33" fmla="*/ 342 h 390"/>
                <a:gd name="T34" fmla="*/ 154 w 489"/>
                <a:gd name="T35" fmla="*/ 342 h 390"/>
                <a:gd name="T36" fmla="*/ 131 w 489"/>
                <a:gd name="T37" fmla="*/ 365 h 390"/>
                <a:gd name="T38" fmla="*/ 131 w 489"/>
                <a:gd name="T39" fmla="*/ 365 h 390"/>
                <a:gd name="T40" fmla="*/ 154 w 489"/>
                <a:gd name="T41" fmla="*/ 389 h 390"/>
                <a:gd name="T42" fmla="*/ 240 w 489"/>
                <a:gd name="T43" fmla="*/ 389 h 390"/>
                <a:gd name="T44" fmla="*/ 240 w 489"/>
                <a:gd name="T45" fmla="*/ 389 h 390"/>
                <a:gd name="T46" fmla="*/ 244 w 489"/>
                <a:gd name="T47" fmla="*/ 389 h 390"/>
                <a:gd name="T48" fmla="*/ 244 w 489"/>
                <a:gd name="T49" fmla="*/ 389 h 390"/>
                <a:gd name="T50" fmla="*/ 248 w 489"/>
                <a:gd name="T51" fmla="*/ 389 h 390"/>
                <a:gd name="T52" fmla="*/ 335 w 489"/>
                <a:gd name="T53" fmla="*/ 389 h 390"/>
                <a:gd name="T54" fmla="*/ 335 w 489"/>
                <a:gd name="T55" fmla="*/ 389 h 390"/>
                <a:gd name="T56" fmla="*/ 358 w 489"/>
                <a:gd name="T57" fmla="*/ 365 h 390"/>
                <a:gd name="T58" fmla="*/ 358 w 489"/>
                <a:gd name="T59" fmla="*/ 365 h 390"/>
                <a:gd name="T60" fmla="*/ 335 w 489"/>
                <a:gd name="T61" fmla="*/ 342 h 390"/>
                <a:gd name="T62" fmla="*/ 267 w 489"/>
                <a:gd name="T63" fmla="*/ 342 h 390"/>
                <a:gd name="T64" fmla="*/ 267 w 489"/>
                <a:gd name="T65" fmla="*/ 266 h 390"/>
                <a:gd name="T66" fmla="*/ 267 w 489"/>
                <a:gd name="T67" fmla="*/ 266 h 390"/>
                <a:gd name="T68" fmla="*/ 488 w 489"/>
                <a:gd name="T69" fmla="*/ 23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9" h="390">
                  <a:moveTo>
                    <a:pt x="488" y="23"/>
                  </a:moveTo>
                  <a:lnTo>
                    <a:pt x="488" y="23"/>
                  </a:lnTo>
                  <a:cubicBezTo>
                    <a:pt x="488" y="10"/>
                    <a:pt x="478" y="0"/>
                    <a:pt x="465" y="0"/>
                  </a:cubicBezTo>
                  <a:lnTo>
                    <a:pt x="465" y="0"/>
                  </a:lnTo>
                  <a:cubicBezTo>
                    <a:pt x="452" y="0"/>
                    <a:pt x="442" y="10"/>
                    <a:pt x="442" y="23"/>
                  </a:cubicBezTo>
                  <a:lnTo>
                    <a:pt x="442" y="23"/>
                  </a:lnTo>
                  <a:cubicBezTo>
                    <a:pt x="442" y="133"/>
                    <a:pt x="353" y="221"/>
                    <a:pt x="244" y="221"/>
                  </a:cubicBezTo>
                  <a:lnTo>
                    <a:pt x="244" y="221"/>
                  </a:lnTo>
                  <a:cubicBezTo>
                    <a:pt x="135" y="221"/>
                    <a:pt x="47" y="133"/>
                    <a:pt x="47" y="23"/>
                  </a:cubicBezTo>
                  <a:lnTo>
                    <a:pt x="47" y="23"/>
                  </a:lnTo>
                  <a:cubicBezTo>
                    <a:pt x="47" y="10"/>
                    <a:pt x="36" y="0"/>
                    <a:pt x="23" y="0"/>
                  </a:cubicBezTo>
                  <a:lnTo>
                    <a:pt x="23" y="0"/>
                  </a:lnTo>
                  <a:cubicBezTo>
                    <a:pt x="11" y="0"/>
                    <a:pt x="0" y="10"/>
                    <a:pt x="0" y="23"/>
                  </a:cubicBezTo>
                  <a:lnTo>
                    <a:pt x="0" y="23"/>
                  </a:lnTo>
                  <a:cubicBezTo>
                    <a:pt x="0" y="150"/>
                    <a:pt x="97" y="254"/>
                    <a:pt x="221" y="266"/>
                  </a:cubicBezTo>
                  <a:lnTo>
                    <a:pt x="221" y="342"/>
                  </a:lnTo>
                  <a:lnTo>
                    <a:pt x="154" y="342"/>
                  </a:lnTo>
                  <a:lnTo>
                    <a:pt x="154" y="342"/>
                  </a:lnTo>
                  <a:cubicBezTo>
                    <a:pt x="141" y="342"/>
                    <a:pt x="131" y="353"/>
                    <a:pt x="131" y="365"/>
                  </a:cubicBezTo>
                  <a:lnTo>
                    <a:pt x="131" y="365"/>
                  </a:lnTo>
                  <a:cubicBezTo>
                    <a:pt x="131" y="378"/>
                    <a:pt x="141" y="389"/>
                    <a:pt x="154" y="389"/>
                  </a:cubicBezTo>
                  <a:lnTo>
                    <a:pt x="240" y="389"/>
                  </a:lnTo>
                  <a:lnTo>
                    <a:pt x="240" y="389"/>
                  </a:lnTo>
                  <a:cubicBezTo>
                    <a:pt x="241" y="389"/>
                    <a:pt x="243" y="389"/>
                    <a:pt x="244" y="389"/>
                  </a:cubicBezTo>
                  <a:lnTo>
                    <a:pt x="244" y="389"/>
                  </a:lnTo>
                  <a:cubicBezTo>
                    <a:pt x="246" y="389"/>
                    <a:pt x="247" y="389"/>
                    <a:pt x="248" y="389"/>
                  </a:cubicBezTo>
                  <a:lnTo>
                    <a:pt x="335" y="389"/>
                  </a:lnTo>
                  <a:lnTo>
                    <a:pt x="335" y="389"/>
                  </a:lnTo>
                  <a:cubicBezTo>
                    <a:pt x="348" y="389"/>
                    <a:pt x="358" y="378"/>
                    <a:pt x="358" y="365"/>
                  </a:cubicBezTo>
                  <a:lnTo>
                    <a:pt x="358" y="365"/>
                  </a:lnTo>
                  <a:cubicBezTo>
                    <a:pt x="358" y="353"/>
                    <a:pt x="348" y="342"/>
                    <a:pt x="335" y="342"/>
                  </a:cubicBezTo>
                  <a:lnTo>
                    <a:pt x="267" y="342"/>
                  </a:lnTo>
                  <a:lnTo>
                    <a:pt x="267" y="266"/>
                  </a:lnTo>
                  <a:lnTo>
                    <a:pt x="267" y="266"/>
                  </a:lnTo>
                  <a:cubicBezTo>
                    <a:pt x="391" y="254"/>
                    <a:pt x="488" y="150"/>
                    <a:pt x="488" y="2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  <p:sp>
          <p:nvSpPr>
            <p:cNvPr id="546" name="CuadroTexto 545"/>
            <p:cNvSpPr txBox="1"/>
            <p:nvPr/>
          </p:nvSpPr>
          <p:spPr>
            <a:xfrm>
              <a:off x="6135253" y="2185112"/>
              <a:ext cx="1320732" cy="392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12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Transaction </a:t>
              </a:r>
              <a:r>
                <a:rPr lang="en-US" sz="1200" dirty="0" err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Behaviour</a:t>
              </a:r>
              <a:r>
                <a:rPr lang="en-US" sz="12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Analysis</a:t>
              </a:r>
              <a:endPara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47" name="Rectángulo 546"/>
            <p:cNvSpPr/>
            <p:nvPr/>
          </p:nvSpPr>
          <p:spPr>
            <a:xfrm>
              <a:off x="6074393" y="2641047"/>
              <a:ext cx="1598459" cy="7649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Laundering transactions often appear normal individually, but risky patterns emerge when transaction </a:t>
              </a:r>
              <a:r>
                <a:rPr lang="en-US" sz="1050" dirty="0" err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behaviour</a:t>
              </a: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is </a:t>
              </a:r>
              <a:r>
                <a:rPr lang="en-US" sz="1050" dirty="0" err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analysed</a:t>
              </a: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collectively.</a:t>
              </a:r>
            </a:p>
          </p:txBody>
        </p:sp>
        <p:sp>
          <p:nvSpPr>
            <p:cNvPr id="548" name="CuadroTexto 547"/>
            <p:cNvSpPr txBox="1"/>
            <p:nvPr/>
          </p:nvSpPr>
          <p:spPr>
            <a:xfrm>
              <a:off x="8740789" y="1547052"/>
              <a:ext cx="1191389" cy="392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12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High-Risk Channels Identified</a:t>
              </a:r>
              <a:endPara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49" name="Rectángulo 548"/>
            <p:cNvSpPr/>
            <p:nvPr/>
          </p:nvSpPr>
          <p:spPr>
            <a:xfrm>
              <a:off x="8572655" y="1994624"/>
              <a:ext cx="1598459" cy="62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Cash-based, cross-border, and foreign exchange transactions show significantly higher money laundering risk.</a:t>
              </a:r>
            </a:p>
          </p:txBody>
        </p:sp>
        <p:sp>
          <p:nvSpPr>
            <p:cNvPr id="550" name="CuadroTexto 549"/>
            <p:cNvSpPr txBox="1"/>
            <p:nvPr/>
          </p:nvSpPr>
          <p:spPr>
            <a:xfrm>
              <a:off x="8493871" y="4235315"/>
              <a:ext cx="1191389" cy="392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12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Compliance-Focused Modelling</a:t>
              </a:r>
              <a:endPara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51" name="Rectángulo 550"/>
            <p:cNvSpPr/>
            <p:nvPr/>
          </p:nvSpPr>
          <p:spPr>
            <a:xfrm>
              <a:off x="8339289" y="4719227"/>
              <a:ext cx="1598459" cy="62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The model </a:t>
              </a:r>
              <a:r>
                <a:rPr lang="en-US" sz="1050" dirty="0" err="1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prioritises</a:t>
              </a:r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high recall to ensure suspicious activities are detected in line with AML regulatory expectations.</a:t>
              </a:r>
            </a:p>
          </p:txBody>
        </p:sp>
        <p:sp>
          <p:nvSpPr>
            <p:cNvPr id="552" name="CuadroTexto 551"/>
            <p:cNvSpPr txBox="1"/>
            <p:nvPr/>
          </p:nvSpPr>
          <p:spPr>
            <a:xfrm>
              <a:off x="5796093" y="4654651"/>
              <a:ext cx="1268854" cy="392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12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Data-Driven Risk Detection</a:t>
              </a:r>
              <a:endPara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53" name="Rectángulo 552"/>
            <p:cNvSpPr/>
            <p:nvPr/>
          </p:nvSpPr>
          <p:spPr>
            <a:xfrm>
              <a:off x="5724777" y="5033055"/>
              <a:ext cx="1394924" cy="7649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105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Combining multiple transaction features provides stronger detection capability than relying on single-rule thresholds.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822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 txBox="1">
            <a:spLocks/>
          </p:cNvSpPr>
          <p:nvPr/>
        </p:nvSpPr>
        <p:spPr>
          <a:xfrm>
            <a:off x="492706" y="664772"/>
            <a:ext cx="6399320" cy="817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b="1" kern="1200" dirty="0">
                <a:solidFill>
                  <a:srgbClr val="364556"/>
                </a:solidFill>
                <a:latin typeface="Lato Heavy" charset="0"/>
                <a:ea typeface="+mn-ea"/>
                <a:cs typeface="+mn-cs"/>
              </a:rPr>
              <a:t>What Does This AML Project Cover?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030" y="1557816"/>
            <a:ext cx="5384289" cy="4458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defRPr/>
            </a:pPr>
            <a:r>
              <a:rPr lang="en-US" sz="1300" dirty="0"/>
              <a:t>This project focuses on </a:t>
            </a:r>
            <a:r>
              <a:rPr lang="en-US" sz="1300" dirty="0" err="1"/>
              <a:t>analysing</a:t>
            </a:r>
            <a:r>
              <a:rPr lang="en-US" sz="1300" dirty="0"/>
              <a:t> real-world transaction data to understand how money laundering activities differ from normal financial </a:t>
            </a:r>
            <a:r>
              <a:rPr lang="en-US" sz="1300" dirty="0" err="1"/>
              <a:t>behaviour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Instead of relying on fixed rules, the study examines </a:t>
            </a:r>
            <a:r>
              <a:rPr lang="en-US" sz="1300" dirty="0" err="1"/>
              <a:t>behavioural</a:t>
            </a:r>
            <a:r>
              <a:rPr lang="en-US" sz="1300" dirty="0"/>
              <a:t> patterns across multiple transaction attributes to identify hidden risk signals.</a:t>
            </a:r>
            <a:r>
              <a:rPr lang="en-US" sz="1400" dirty="0">
                <a:solidFill>
                  <a:srgbClr val="57565A"/>
                </a:solidFill>
                <a:latin typeface="Roboto Light"/>
              </a:rPr>
              <a:t> </a:t>
            </a:r>
          </a:p>
          <a:p>
            <a:pPr defTabSz="1219170">
              <a:defRPr/>
            </a:pPr>
            <a:endParaRPr lang="en-US" sz="1400" dirty="0">
              <a:solidFill>
                <a:srgbClr val="57565A"/>
              </a:solidFill>
              <a:latin typeface="Roboto Light"/>
            </a:endParaRPr>
          </a:p>
          <a:p>
            <a:pPr defTabSz="1219170">
              <a:defRPr/>
            </a:pPr>
            <a:r>
              <a:rPr lang="en-US" sz="1300" dirty="0"/>
              <a:t>The analysis combines exploratory data analysis with machine learning to evaluate transaction risk in a structured and scalable way.</a:t>
            </a:r>
            <a:br>
              <a:rPr lang="en-US" sz="1300" dirty="0"/>
            </a:br>
            <a:r>
              <a:rPr lang="en-US" sz="1300" dirty="0"/>
              <a:t>The objective is to support compliance teams by highlighting high-risk transactions for further investigation. </a:t>
            </a:r>
          </a:p>
          <a:p>
            <a:pPr defTabSz="1219170">
              <a:defRPr/>
            </a:pPr>
            <a:endParaRPr lang="en-US" sz="1400" dirty="0">
              <a:solidFill>
                <a:srgbClr val="57565A"/>
              </a:solidFill>
              <a:latin typeface="Roboto Light"/>
            </a:endParaRPr>
          </a:p>
          <a:p>
            <a:pPr marL="342900" indent="-342900" defTabSz="1219170">
              <a:lnSpc>
                <a:spcPct val="150000"/>
              </a:lnSpc>
              <a:buClr>
                <a:srgbClr val="1798D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1798D2"/>
                </a:solidFill>
                <a:latin typeface="Roboto Light"/>
              </a:rPr>
              <a:t>Large and small transactions</a:t>
            </a:r>
          </a:p>
          <a:p>
            <a:pPr marL="342900" indent="-342900" defTabSz="1219170">
              <a:lnSpc>
                <a:spcPct val="150000"/>
              </a:lnSpc>
              <a:buClr>
                <a:srgbClr val="1798D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1798D2"/>
                </a:solidFill>
                <a:latin typeface="Roboto Light"/>
              </a:rPr>
              <a:t>Domestic and cross-border transfers</a:t>
            </a:r>
          </a:p>
          <a:p>
            <a:pPr marL="342900" indent="-342900" defTabSz="1219170">
              <a:lnSpc>
                <a:spcPct val="150000"/>
              </a:lnSpc>
              <a:buClr>
                <a:srgbClr val="1798D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1798D2"/>
                </a:solidFill>
                <a:latin typeface="Roboto Light"/>
              </a:rPr>
              <a:t>Cash, digital, and foreign exchange transactions</a:t>
            </a:r>
          </a:p>
          <a:p>
            <a:pPr defTabSz="1219170">
              <a:lnSpc>
                <a:spcPct val="89000"/>
              </a:lnSpc>
              <a:defRPr/>
            </a:pPr>
            <a:endParaRPr lang="en-US" sz="1400" dirty="0">
              <a:solidFill>
                <a:srgbClr val="57565A"/>
              </a:solidFill>
              <a:latin typeface="Roboto Light"/>
            </a:endParaRPr>
          </a:p>
          <a:p>
            <a:pPr defTabSz="1219170">
              <a:lnSpc>
                <a:spcPct val="89000"/>
              </a:lnSpc>
              <a:defRPr/>
            </a:pPr>
            <a:endParaRPr lang="en-US" sz="1400" dirty="0">
              <a:solidFill>
                <a:srgbClr val="57565A"/>
              </a:solidFill>
              <a:latin typeface="Roboto Light"/>
            </a:endParaRPr>
          </a:p>
          <a:p>
            <a:pPr defTabSz="1219170">
              <a:lnSpc>
                <a:spcPct val="89000"/>
              </a:lnSpc>
              <a:defRPr/>
            </a:pPr>
            <a:r>
              <a:rPr lang="en-US" sz="1300" dirty="0"/>
              <a:t>By covering a wide range of transaction types and scenarios, the model demonstrates how a risk-based AML approach can improve detection accuracy while aligning with regulatory expectations. </a:t>
            </a:r>
          </a:p>
          <a:p>
            <a:pPr defTabSz="1219170">
              <a:lnSpc>
                <a:spcPct val="89000"/>
              </a:lnSpc>
              <a:defRPr/>
            </a:pPr>
            <a:endParaRPr lang="en-US" sz="1400" dirty="0">
              <a:solidFill>
                <a:srgbClr val="57565A"/>
              </a:solidFill>
              <a:latin typeface="Roboto Light"/>
            </a:endParaRPr>
          </a:p>
        </p:txBody>
      </p:sp>
      <p:sp>
        <p:nvSpPr>
          <p:cNvPr id="61" name="Freeform 98"/>
          <p:cNvSpPr>
            <a:spLocks noEditPoints="1"/>
          </p:cNvSpPr>
          <p:nvPr/>
        </p:nvSpPr>
        <p:spPr bwMode="auto">
          <a:xfrm>
            <a:off x="6108664" y="1671001"/>
            <a:ext cx="923440" cy="924884"/>
          </a:xfrm>
          <a:custGeom>
            <a:avLst/>
            <a:gdLst>
              <a:gd name="T0" fmla="*/ 486 w 714"/>
              <a:gd name="T1" fmla="*/ 214 h 715"/>
              <a:gd name="T2" fmla="*/ 375 w 714"/>
              <a:gd name="T3" fmla="*/ 329 h 715"/>
              <a:gd name="T4" fmla="*/ 357 w 714"/>
              <a:gd name="T5" fmla="*/ 324 h 715"/>
              <a:gd name="T6" fmla="*/ 342 w 714"/>
              <a:gd name="T7" fmla="*/ 327 h 715"/>
              <a:gd name="T8" fmla="*/ 183 w 714"/>
              <a:gd name="T9" fmla="*/ 124 h 715"/>
              <a:gd name="T10" fmla="*/ 173 w 714"/>
              <a:gd name="T11" fmla="*/ 123 h 715"/>
              <a:gd name="T12" fmla="*/ 172 w 714"/>
              <a:gd name="T13" fmla="*/ 133 h 715"/>
              <a:gd name="T14" fmla="*/ 331 w 714"/>
              <a:gd name="T15" fmla="*/ 336 h 715"/>
              <a:gd name="T16" fmla="*/ 323 w 714"/>
              <a:gd name="T17" fmla="*/ 358 h 715"/>
              <a:gd name="T18" fmla="*/ 357 w 714"/>
              <a:gd name="T19" fmla="*/ 391 h 715"/>
              <a:gd name="T20" fmla="*/ 390 w 714"/>
              <a:gd name="T21" fmla="*/ 358 h 715"/>
              <a:gd name="T22" fmla="*/ 385 w 714"/>
              <a:gd name="T23" fmla="*/ 339 h 715"/>
              <a:gd name="T24" fmla="*/ 496 w 714"/>
              <a:gd name="T25" fmla="*/ 223 h 715"/>
              <a:gd name="T26" fmla="*/ 496 w 714"/>
              <a:gd name="T27" fmla="*/ 213 h 715"/>
              <a:gd name="T28" fmla="*/ 486 w 714"/>
              <a:gd name="T29" fmla="*/ 214 h 715"/>
              <a:gd name="T30" fmla="*/ 357 w 714"/>
              <a:gd name="T31" fmla="*/ 377 h 715"/>
              <a:gd name="T32" fmla="*/ 337 w 714"/>
              <a:gd name="T33" fmla="*/ 358 h 715"/>
              <a:gd name="T34" fmla="*/ 357 w 714"/>
              <a:gd name="T35" fmla="*/ 338 h 715"/>
              <a:gd name="T36" fmla="*/ 376 w 714"/>
              <a:gd name="T37" fmla="*/ 358 h 715"/>
              <a:gd name="T38" fmla="*/ 357 w 714"/>
              <a:gd name="T39" fmla="*/ 377 h 715"/>
              <a:gd name="T40" fmla="*/ 714 w 714"/>
              <a:gd name="T41" fmla="*/ 358 h 715"/>
              <a:gd name="T42" fmla="*/ 714 w 714"/>
              <a:gd name="T43" fmla="*/ 358 h 715"/>
              <a:gd name="T44" fmla="*/ 357 w 714"/>
              <a:gd name="T45" fmla="*/ 0 h 715"/>
              <a:gd name="T46" fmla="*/ 357 w 714"/>
              <a:gd name="T47" fmla="*/ 0 h 715"/>
              <a:gd name="T48" fmla="*/ 357 w 714"/>
              <a:gd name="T49" fmla="*/ 0 h 715"/>
              <a:gd name="T50" fmla="*/ 357 w 714"/>
              <a:gd name="T51" fmla="*/ 0 h 715"/>
              <a:gd name="T52" fmla="*/ 0 w 714"/>
              <a:gd name="T53" fmla="*/ 358 h 715"/>
              <a:gd name="T54" fmla="*/ 0 w 714"/>
              <a:gd name="T55" fmla="*/ 358 h 715"/>
              <a:gd name="T56" fmla="*/ 0 w 714"/>
              <a:gd name="T57" fmla="*/ 358 h 715"/>
              <a:gd name="T58" fmla="*/ 0 w 714"/>
              <a:gd name="T59" fmla="*/ 358 h 715"/>
              <a:gd name="T60" fmla="*/ 357 w 714"/>
              <a:gd name="T61" fmla="*/ 715 h 715"/>
              <a:gd name="T62" fmla="*/ 357 w 714"/>
              <a:gd name="T63" fmla="*/ 715 h 715"/>
              <a:gd name="T64" fmla="*/ 357 w 714"/>
              <a:gd name="T65" fmla="*/ 715 h 715"/>
              <a:gd name="T66" fmla="*/ 357 w 714"/>
              <a:gd name="T67" fmla="*/ 715 h 715"/>
              <a:gd name="T68" fmla="*/ 714 w 714"/>
              <a:gd name="T69" fmla="*/ 358 h 715"/>
              <a:gd name="T70" fmla="*/ 714 w 714"/>
              <a:gd name="T71" fmla="*/ 358 h 715"/>
              <a:gd name="T72" fmla="*/ 364 w 714"/>
              <a:gd name="T73" fmla="*/ 700 h 715"/>
              <a:gd name="T74" fmla="*/ 364 w 714"/>
              <a:gd name="T75" fmla="*/ 662 h 715"/>
              <a:gd name="T76" fmla="*/ 357 w 714"/>
              <a:gd name="T77" fmla="*/ 655 h 715"/>
              <a:gd name="T78" fmla="*/ 350 w 714"/>
              <a:gd name="T79" fmla="*/ 662 h 715"/>
              <a:gd name="T80" fmla="*/ 350 w 714"/>
              <a:gd name="T81" fmla="*/ 700 h 715"/>
              <a:gd name="T82" fmla="*/ 14 w 714"/>
              <a:gd name="T83" fmla="*/ 365 h 715"/>
              <a:gd name="T84" fmla="*/ 52 w 714"/>
              <a:gd name="T85" fmla="*/ 365 h 715"/>
              <a:gd name="T86" fmla="*/ 59 w 714"/>
              <a:gd name="T87" fmla="*/ 358 h 715"/>
              <a:gd name="T88" fmla="*/ 52 w 714"/>
              <a:gd name="T89" fmla="*/ 351 h 715"/>
              <a:gd name="T90" fmla="*/ 14 w 714"/>
              <a:gd name="T91" fmla="*/ 351 h 715"/>
              <a:gd name="T92" fmla="*/ 350 w 714"/>
              <a:gd name="T93" fmla="*/ 15 h 715"/>
              <a:gd name="T94" fmla="*/ 350 w 714"/>
              <a:gd name="T95" fmla="*/ 53 h 715"/>
              <a:gd name="T96" fmla="*/ 357 w 714"/>
              <a:gd name="T97" fmla="*/ 60 h 715"/>
              <a:gd name="T98" fmla="*/ 364 w 714"/>
              <a:gd name="T99" fmla="*/ 53 h 715"/>
              <a:gd name="T100" fmla="*/ 364 w 714"/>
              <a:gd name="T101" fmla="*/ 15 h 715"/>
              <a:gd name="T102" fmla="*/ 699 w 714"/>
              <a:gd name="T103" fmla="*/ 351 h 715"/>
              <a:gd name="T104" fmla="*/ 661 w 714"/>
              <a:gd name="T105" fmla="*/ 351 h 715"/>
              <a:gd name="T106" fmla="*/ 654 w 714"/>
              <a:gd name="T107" fmla="*/ 358 h 715"/>
              <a:gd name="T108" fmla="*/ 661 w 714"/>
              <a:gd name="T109" fmla="*/ 365 h 715"/>
              <a:gd name="T110" fmla="*/ 699 w 714"/>
              <a:gd name="T111" fmla="*/ 365 h 715"/>
              <a:gd name="T112" fmla="*/ 364 w 714"/>
              <a:gd name="T113" fmla="*/ 700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14" h="715">
                <a:moveTo>
                  <a:pt x="486" y="214"/>
                </a:moveTo>
                <a:cubicBezTo>
                  <a:pt x="375" y="329"/>
                  <a:pt x="375" y="329"/>
                  <a:pt x="375" y="329"/>
                </a:cubicBezTo>
                <a:cubicBezTo>
                  <a:pt x="369" y="326"/>
                  <a:pt x="363" y="324"/>
                  <a:pt x="357" y="324"/>
                </a:cubicBezTo>
                <a:cubicBezTo>
                  <a:pt x="351" y="324"/>
                  <a:pt x="346" y="325"/>
                  <a:pt x="342" y="327"/>
                </a:cubicBezTo>
                <a:cubicBezTo>
                  <a:pt x="183" y="124"/>
                  <a:pt x="183" y="124"/>
                  <a:pt x="183" y="124"/>
                </a:cubicBezTo>
                <a:cubicBezTo>
                  <a:pt x="180" y="121"/>
                  <a:pt x="176" y="121"/>
                  <a:pt x="173" y="123"/>
                </a:cubicBezTo>
                <a:cubicBezTo>
                  <a:pt x="170" y="126"/>
                  <a:pt x="169" y="130"/>
                  <a:pt x="172" y="133"/>
                </a:cubicBezTo>
                <a:cubicBezTo>
                  <a:pt x="331" y="336"/>
                  <a:pt x="331" y="336"/>
                  <a:pt x="331" y="336"/>
                </a:cubicBezTo>
                <a:cubicBezTo>
                  <a:pt x="326" y="342"/>
                  <a:pt x="323" y="349"/>
                  <a:pt x="323" y="358"/>
                </a:cubicBezTo>
                <a:cubicBezTo>
                  <a:pt x="323" y="376"/>
                  <a:pt x="338" y="391"/>
                  <a:pt x="357" y="391"/>
                </a:cubicBezTo>
                <a:cubicBezTo>
                  <a:pt x="375" y="391"/>
                  <a:pt x="390" y="376"/>
                  <a:pt x="390" y="358"/>
                </a:cubicBezTo>
                <a:cubicBezTo>
                  <a:pt x="390" y="351"/>
                  <a:pt x="388" y="344"/>
                  <a:pt x="385" y="339"/>
                </a:cubicBezTo>
                <a:cubicBezTo>
                  <a:pt x="496" y="223"/>
                  <a:pt x="496" y="223"/>
                  <a:pt x="496" y="223"/>
                </a:cubicBezTo>
                <a:cubicBezTo>
                  <a:pt x="499" y="220"/>
                  <a:pt x="499" y="216"/>
                  <a:pt x="496" y="213"/>
                </a:cubicBezTo>
                <a:cubicBezTo>
                  <a:pt x="493" y="211"/>
                  <a:pt x="489" y="211"/>
                  <a:pt x="486" y="214"/>
                </a:cubicBezTo>
                <a:close/>
                <a:moveTo>
                  <a:pt x="357" y="377"/>
                </a:moveTo>
                <a:cubicBezTo>
                  <a:pt x="346" y="377"/>
                  <a:pt x="337" y="368"/>
                  <a:pt x="337" y="358"/>
                </a:cubicBezTo>
                <a:cubicBezTo>
                  <a:pt x="337" y="347"/>
                  <a:pt x="346" y="338"/>
                  <a:pt x="357" y="338"/>
                </a:cubicBezTo>
                <a:cubicBezTo>
                  <a:pt x="368" y="338"/>
                  <a:pt x="376" y="347"/>
                  <a:pt x="376" y="358"/>
                </a:cubicBezTo>
                <a:cubicBezTo>
                  <a:pt x="376" y="368"/>
                  <a:pt x="368" y="377"/>
                  <a:pt x="357" y="377"/>
                </a:cubicBezTo>
                <a:close/>
                <a:moveTo>
                  <a:pt x="714" y="358"/>
                </a:moveTo>
                <a:cubicBezTo>
                  <a:pt x="714" y="358"/>
                  <a:pt x="714" y="358"/>
                  <a:pt x="714" y="358"/>
                </a:cubicBezTo>
                <a:cubicBezTo>
                  <a:pt x="714" y="161"/>
                  <a:pt x="553" y="0"/>
                  <a:pt x="357" y="0"/>
                </a:cubicBezTo>
                <a:cubicBezTo>
                  <a:pt x="357" y="0"/>
                  <a:pt x="357" y="0"/>
                  <a:pt x="357" y="0"/>
                </a:cubicBezTo>
                <a:cubicBezTo>
                  <a:pt x="357" y="0"/>
                  <a:pt x="357" y="0"/>
                  <a:pt x="357" y="0"/>
                </a:cubicBezTo>
                <a:cubicBezTo>
                  <a:pt x="357" y="0"/>
                  <a:pt x="357" y="0"/>
                  <a:pt x="357" y="0"/>
                </a:cubicBezTo>
                <a:cubicBezTo>
                  <a:pt x="160" y="0"/>
                  <a:pt x="0" y="161"/>
                  <a:pt x="0" y="358"/>
                </a:cubicBezTo>
                <a:cubicBezTo>
                  <a:pt x="0" y="358"/>
                  <a:pt x="0" y="358"/>
                  <a:pt x="0" y="358"/>
                </a:cubicBezTo>
                <a:cubicBezTo>
                  <a:pt x="0" y="358"/>
                  <a:pt x="0" y="358"/>
                  <a:pt x="0" y="358"/>
                </a:cubicBezTo>
                <a:cubicBezTo>
                  <a:pt x="0" y="358"/>
                  <a:pt x="0" y="358"/>
                  <a:pt x="0" y="358"/>
                </a:cubicBezTo>
                <a:cubicBezTo>
                  <a:pt x="0" y="554"/>
                  <a:pt x="160" y="715"/>
                  <a:pt x="357" y="715"/>
                </a:cubicBezTo>
                <a:cubicBezTo>
                  <a:pt x="357" y="715"/>
                  <a:pt x="357" y="715"/>
                  <a:pt x="357" y="715"/>
                </a:cubicBezTo>
                <a:cubicBezTo>
                  <a:pt x="357" y="715"/>
                  <a:pt x="357" y="715"/>
                  <a:pt x="357" y="715"/>
                </a:cubicBezTo>
                <a:cubicBezTo>
                  <a:pt x="357" y="715"/>
                  <a:pt x="357" y="715"/>
                  <a:pt x="357" y="715"/>
                </a:cubicBezTo>
                <a:cubicBezTo>
                  <a:pt x="553" y="715"/>
                  <a:pt x="714" y="554"/>
                  <a:pt x="714" y="358"/>
                </a:cubicBezTo>
                <a:cubicBezTo>
                  <a:pt x="714" y="358"/>
                  <a:pt x="714" y="358"/>
                  <a:pt x="714" y="358"/>
                </a:cubicBezTo>
                <a:close/>
                <a:moveTo>
                  <a:pt x="364" y="700"/>
                </a:moveTo>
                <a:cubicBezTo>
                  <a:pt x="364" y="662"/>
                  <a:pt x="364" y="662"/>
                  <a:pt x="364" y="662"/>
                </a:cubicBezTo>
                <a:cubicBezTo>
                  <a:pt x="364" y="658"/>
                  <a:pt x="360" y="655"/>
                  <a:pt x="357" y="655"/>
                </a:cubicBezTo>
                <a:cubicBezTo>
                  <a:pt x="353" y="655"/>
                  <a:pt x="350" y="658"/>
                  <a:pt x="350" y="662"/>
                </a:cubicBezTo>
                <a:cubicBezTo>
                  <a:pt x="350" y="700"/>
                  <a:pt x="350" y="700"/>
                  <a:pt x="350" y="700"/>
                </a:cubicBezTo>
                <a:cubicBezTo>
                  <a:pt x="166" y="697"/>
                  <a:pt x="17" y="548"/>
                  <a:pt x="14" y="365"/>
                </a:cubicBezTo>
                <a:cubicBezTo>
                  <a:pt x="52" y="365"/>
                  <a:pt x="52" y="365"/>
                  <a:pt x="52" y="365"/>
                </a:cubicBezTo>
                <a:cubicBezTo>
                  <a:pt x="56" y="365"/>
                  <a:pt x="59" y="361"/>
                  <a:pt x="59" y="358"/>
                </a:cubicBezTo>
                <a:cubicBezTo>
                  <a:pt x="59" y="354"/>
                  <a:pt x="56" y="351"/>
                  <a:pt x="52" y="351"/>
                </a:cubicBezTo>
                <a:cubicBezTo>
                  <a:pt x="14" y="351"/>
                  <a:pt x="14" y="351"/>
                  <a:pt x="14" y="351"/>
                </a:cubicBezTo>
                <a:cubicBezTo>
                  <a:pt x="17" y="167"/>
                  <a:pt x="166" y="18"/>
                  <a:pt x="350" y="15"/>
                </a:cubicBezTo>
                <a:cubicBezTo>
                  <a:pt x="350" y="53"/>
                  <a:pt x="350" y="53"/>
                  <a:pt x="350" y="53"/>
                </a:cubicBezTo>
                <a:cubicBezTo>
                  <a:pt x="350" y="57"/>
                  <a:pt x="353" y="60"/>
                  <a:pt x="357" y="60"/>
                </a:cubicBezTo>
                <a:cubicBezTo>
                  <a:pt x="360" y="60"/>
                  <a:pt x="364" y="57"/>
                  <a:pt x="364" y="53"/>
                </a:cubicBezTo>
                <a:cubicBezTo>
                  <a:pt x="364" y="15"/>
                  <a:pt x="364" y="15"/>
                  <a:pt x="364" y="15"/>
                </a:cubicBezTo>
                <a:cubicBezTo>
                  <a:pt x="547" y="18"/>
                  <a:pt x="696" y="167"/>
                  <a:pt x="699" y="351"/>
                </a:cubicBezTo>
                <a:cubicBezTo>
                  <a:pt x="661" y="351"/>
                  <a:pt x="661" y="351"/>
                  <a:pt x="661" y="351"/>
                </a:cubicBezTo>
                <a:cubicBezTo>
                  <a:pt x="657" y="351"/>
                  <a:pt x="654" y="354"/>
                  <a:pt x="654" y="358"/>
                </a:cubicBezTo>
                <a:cubicBezTo>
                  <a:pt x="654" y="361"/>
                  <a:pt x="657" y="365"/>
                  <a:pt x="661" y="365"/>
                </a:cubicBezTo>
                <a:cubicBezTo>
                  <a:pt x="699" y="365"/>
                  <a:pt x="699" y="365"/>
                  <a:pt x="699" y="365"/>
                </a:cubicBezTo>
                <a:cubicBezTo>
                  <a:pt x="696" y="548"/>
                  <a:pt x="547" y="697"/>
                  <a:pt x="364" y="7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>
              <a:defRPr/>
            </a:pPr>
            <a:endParaRPr lang="en-US" sz="2400">
              <a:solidFill>
                <a:srgbClr val="57565A"/>
              </a:solidFill>
              <a:latin typeface="Roboto Light"/>
            </a:endParaRPr>
          </a:p>
        </p:txBody>
      </p:sp>
      <p:sp>
        <p:nvSpPr>
          <p:cNvPr id="6" name="Freeform 123"/>
          <p:cNvSpPr>
            <a:spLocks noEditPoints="1"/>
          </p:cNvSpPr>
          <p:nvPr/>
        </p:nvSpPr>
        <p:spPr bwMode="auto">
          <a:xfrm rot="10800000">
            <a:off x="6266241" y="4552275"/>
            <a:ext cx="409900" cy="500673"/>
          </a:xfrm>
          <a:custGeom>
            <a:avLst/>
            <a:gdLst>
              <a:gd name="T0" fmla="*/ 126 w 128"/>
              <a:gd name="T1" fmla="*/ 128 h 128"/>
              <a:gd name="T2" fmla="*/ 128 w 128"/>
              <a:gd name="T3" fmla="*/ 126 h 128"/>
              <a:gd name="T4" fmla="*/ 127 w 128"/>
              <a:gd name="T5" fmla="*/ 103 h 128"/>
              <a:gd name="T6" fmla="*/ 124 w 128"/>
              <a:gd name="T7" fmla="*/ 25 h 128"/>
              <a:gd name="T8" fmla="*/ 124 w 128"/>
              <a:gd name="T9" fmla="*/ 7 h 128"/>
              <a:gd name="T10" fmla="*/ 107 w 128"/>
              <a:gd name="T11" fmla="*/ 8 h 128"/>
              <a:gd name="T12" fmla="*/ 41 w 128"/>
              <a:gd name="T13" fmla="*/ 17 h 128"/>
              <a:gd name="T14" fmla="*/ 17 w 128"/>
              <a:gd name="T15" fmla="*/ 0 h 128"/>
              <a:gd name="T16" fmla="*/ 0 w 128"/>
              <a:gd name="T17" fmla="*/ 17 h 128"/>
              <a:gd name="T18" fmla="*/ 48 w 128"/>
              <a:gd name="T19" fmla="*/ 72 h 128"/>
              <a:gd name="T20" fmla="*/ 37 w 128"/>
              <a:gd name="T21" fmla="*/ 80 h 128"/>
              <a:gd name="T22" fmla="*/ 28 w 128"/>
              <a:gd name="T23" fmla="*/ 87 h 128"/>
              <a:gd name="T24" fmla="*/ 16 w 128"/>
              <a:gd name="T25" fmla="*/ 90 h 128"/>
              <a:gd name="T26" fmla="*/ 7 w 128"/>
              <a:gd name="T27" fmla="*/ 103 h 128"/>
              <a:gd name="T28" fmla="*/ 0 w 128"/>
              <a:gd name="T29" fmla="*/ 118 h 128"/>
              <a:gd name="T30" fmla="*/ 5 w 128"/>
              <a:gd name="T31" fmla="*/ 124 h 128"/>
              <a:gd name="T32" fmla="*/ 35 w 128"/>
              <a:gd name="T33" fmla="*/ 122 h 128"/>
              <a:gd name="T34" fmla="*/ 45 w 128"/>
              <a:gd name="T35" fmla="*/ 105 h 128"/>
              <a:gd name="T36" fmla="*/ 51 w 128"/>
              <a:gd name="T37" fmla="*/ 98 h 128"/>
              <a:gd name="T38" fmla="*/ 50 w 128"/>
              <a:gd name="T39" fmla="*/ 93 h 128"/>
              <a:gd name="T40" fmla="*/ 103 w 128"/>
              <a:gd name="T41" fmla="*/ 127 h 128"/>
              <a:gd name="T42" fmla="*/ 105 w 128"/>
              <a:gd name="T43" fmla="*/ 128 h 128"/>
              <a:gd name="T44" fmla="*/ 110 w 128"/>
              <a:gd name="T45" fmla="*/ 11 h 128"/>
              <a:gd name="T46" fmla="*/ 111 w 128"/>
              <a:gd name="T47" fmla="*/ 10 h 128"/>
              <a:gd name="T48" fmla="*/ 124 w 128"/>
              <a:gd name="T49" fmla="*/ 15 h 128"/>
              <a:gd name="T50" fmla="*/ 82 w 128"/>
              <a:gd name="T51" fmla="*/ 57 h 128"/>
              <a:gd name="T52" fmla="*/ 110 w 128"/>
              <a:gd name="T53" fmla="*/ 11 h 128"/>
              <a:gd name="T54" fmla="*/ 8 w 128"/>
              <a:gd name="T55" fmla="*/ 26 h 128"/>
              <a:gd name="T56" fmla="*/ 8 w 128"/>
              <a:gd name="T57" fmla="*/ 8 h 128"/>
              <a:gd name="T58" fmla="*/ 30 w 128"/>
              <a:gd name="T59" fmla="*/ 12 h 128"/>
              <a:gd name="T60" fmla="*/ 9 w 128"/>
              <a:gd name="T61" fmla="*/ 27 h 128"/>
              <a:gd name="T62" fmla="*/ 33 w 128"/>
              <a:gd name="T63" fmla="*/ 15 h 128"/>
              <a:gd name="T64" fmla="*/ 22 w 128"/>
              <a:gd name="T65" fmla="*/ 40 h 128"/>
              <a:gd name="T66" fmla="*/ 40 w 128"/>
              <a:gd name="T67" fmla="*/ 102 h 128"/>
              <a:gd name="T68" fmla="*/ 40 w 128"/>
              <a:gd name="T69" fmla="*/ 105 h 128"/>
              <a:gd name="T70" fmla="*/ 29 w 128"/>
              <a:gd name="T71" fmla="*/ 119 h 128"/>
              <a:gd name="T72" fmla="*/ 6 w 128"/>
              <a:gd name="T73" fmla="*/ 119 h 128"/>
              <a:gd name="T74" fmla="*/ 5 w 128"/>
              <a:gd name="T75" fmla="*/ 117 h 128"/>
              <a:gd name="T76" fmla="*/ 13 w 128"/>
              <a:gd name="T77" fmla="*/ 100 h 128"/>
              <a:gd name="T78" fmla="*/ 26 w 128"/>
              <a:gd name="T79" fmla="*/ 91 h 128"/>
              <a:gd name="T80" fmla="*/ 35 w 128"/>
              <a:gd name="T81" fmla="*/ 85 h 128"/>
              <a:gd name="T82" fmla="*/ 40 w 128"/>
              <a:gd name="T83" fmla="*/ 102 h 128"/>
              <a:gd name="T84" fmla="*/ 42 w 128"/>
              <a:gd name="T85" fmla="*/ 85 h 128"/>
              <a:gd name="T86" fmla="*/ 56 w 128"/>
              <a:gd name="T87" fmla="*/ 81 h 128"/>
              <a:gd name="T88" fmla="*/ 26 w 128"/>
              <a:gd name="T89" fmla="*/ 43 h 128"/>
              <a:gd name="T90" fmla="*/ 44 w 128"/>
              <a:gd name="T91" fmla="*/ 27 h 128"/>
              <a:gd name="T92" fmla="*/ 123 w 128"/>
              <a:gd name="T93" fmla="*/ 106 h 128"/>
              <a:gd name="T94" fmla="*/ 106 w 128"/>
              <a:gd name="T9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26" y="128"/>
                </a:moveTo>
                <a:cubicBezTo>
                  <a:pt x="126" y="128"/>
                  <a:pt x="126" y="128"/>
                  <a:pt x="126" y="128"/>
                </a:cubicBezTo>
                <a:cubicBezTo>
                  <a:pt x="126" y="128"/>
                  <a:pt x="127" y="128"/>
                  <a:pt x="127" y="127"/>
                </a:cubicBezTo>
                <a:cubicBezTo>
                  <a:pt x="128" y="127"/>
                  <a:pt x="128" y="126"/>
                  <a:pt x="128" y="126"/>
                </a:cubicBezTo>
                <a:cubicBezTo>
                  <a:pt x="128" y="105"/>
                  <a:pt x="128" y="105"/>
                  <a:pt x="128" y="105"/>
                </a:cubicBezTo>
                <a:cubicBezTo>
                  <a:pt x="128" y="104"/>
                  <a:pt x="128" y="104"/>
                  <a:pt x="127" y="103"/>
                </a:cubicBezTo>
                <a:cubicBezTo>
                  <a:pt x="85" y="61"/>
                  <a:pt x="85" y="61"/>
                  <a:pt x="85" y="61"/>
                </a:cubicBezTo>
                <a:cubicBezTo>
                  <a:pt x="124" y="25"/>
                  <a:pt x="124" y="25"/>
                  <a:pt x="124" y="25"/>
                </a:cubicBezTo>
                <a:cubicBezTo>
                  <a:pt x="126" y="22"/>
                  <a:pt x="128" y="19"/>
                  <a:pt x="128" y="15"/>
                </a:cubicBezTo>
                <a:cubicBezTo>
                  <a:pt x="128" y="12"/>
                  <a:pt x="127" y="9"/>
                  <a:pt x="124" y="7"/>
                </a:cubicBezTo>
                <a:cubicBezTo>
                  <a:pt x="120" y="2"/>
                  <a:pt x="112" y="2"/>
                  <a:pt x="107" y="7"/>
                </a:cubicBezTo>
                <a:cubicBezTo>
                  <a:pt x="107" y="8"/>
                  <a:pt x="107" y="8"/>
                  <a:pt x="107" y="8"/>
                </a:cubicBezTo>
                <a:cubicBezTo>
                  <a:pt x="71" y="47"/>
                  <a:pt x="71" y="47"/>
                  <a:pt x="71" y="47"/>
                </a:cubicBezTo>
                <a:cubicBezTo>
                  <a:pt x="41" y="17"/>
                  <a:pt x="41" y="17"/>
                  <a:pt x="41" y="17"/>
                </a:cubicBezTo>
                <a:cubicBezTo>
                  <a:pt x="29" y="5"/>
                  <a:pt x="29" y="5"/>
                  <a:pt x="29" y="5"/>
                </a:cubicBezTo>
                <a:cubicBezTo>
                  <a:pt x="26" y="2"/>
                  <a:pt x="22" y="0"/>
                  <a:pt x="17" y="0"/>
                </a:cubicBezTo>
                <a:cubicBezTo>
                  <a:pt x="13" y="0"/>
                  <a:pt x="8" y="2"/>
                  <a:pt x="5" y="5"/>
                </a:cubicBezTo>
                <a:cubicBezTo>
                  <a:pt x="2" y="8"/>
                  <a:pt x="0" y="13"/>
                  <a:pt x="0" y="17"/>
                </a:cubicBezTo>
                <a:cubicBezTo>
                  <a:pt x="0" y="22"/>
                  <a:pt x="2" y="26"/>
                  <a:pt x="5" y="29"/>
                </a:cubicBezTo>
                <a:cubicBezTo>
                  <a:pt x="48" y="72"/>
                  <a:pt x="48" y="72"/>
                  <a:pt x="48" y="72"/>
                </a:cubicBezTo>
                <a:cubicBezTo>
                  <a:pt x="39" y="82"/>
                  <a:pt x="39" y="82"/>
                  <a:pt x="39" y="82"/>
                </a:cubicBezTo>
                <a:cubicBezTo>
                  <a:pt x="37" y="80"/>
                  <a:pt x="37" y="80"/>
                  <a:pt x="37" y="80"/>
                </a:cubicBezTo>
                <a:cubicBezTo>
                  <a:pt x="36" y="79"/>
                  <a:pt x="35" y="79"/>
                  <a:pt x="34" y="80"/>
                </a:cubicBezTo>
                <a:cubicBezTo>
                  <a:pt x="28" y="87"/>
                  <a:pt x="28" y="87"/>
                  <a:pt x="28" y="87"/>
                </a:cubicBezTo>
                <a:cubicBezTo>
                  <a:pt x="26" y="87"/>
                  <a:pt x="26" y="87"/>
                  <a:pt x="26" y="87"/>
                </a:cubicBezTo>
                <a:cubicBezTo>
                  <a:pt x="23" y="87"/>
                  <a:pt x="19" y="88"/>
                  <a:pt x="16" y="90"/>
                </a:cubicBezTo>
                <a:cubicBezTo>
                  <a:pt x="13" y="92"/>
                  <a:pt x="11" y="95"/>
                  <a:pt x="9" y="98"/>
                </a:cubicBezTo>
                <a:cubicBezTo>
                  <a:pt x="8" y="100"/>
                  <a:pt x="8" y="102"/>
                  <a:pt x="7" y="103"/>
                </a:cubicBezTo>
                <a:cubicBezTo>
                  <a:pt x="6" y="107"/>
                  <a:pt x="5" y="110"/>
                  <a:pt x="2" y="113"/>
                </a:cubicBezTo>
                <a:cubicBezTo>
                  <a:pt x="1" y="115"/>
                  <a:pt x="0" y="116"/>
                  <a:pt x="0" y="118"/>
                </a:cubicBezTo>
                <a:cubicBezTo>
                  <a:pt x="0" y="119"/>
                  <a:pt x="1" y="121"/>
                  <a:pt x="2" y="122"/>
                </a:cubicBezTo>
                <a:cubicBezTo>
                  <a:pt x="3" y="123"/>
                  <a:pt x="4" y="123"/>
                  <a:pt x="5" y="124"/>
                </a:cubicBezTo>
                <a:cubicBezTo>
                  <a:pt x="17" y="125"/>
                  <a:pt x="26" y="125"/>
                  <a:pt x="30" y="123"/>
                </a:cubicBezTo>
                <a:cubicBezTo>
                  <a:pt x="32" y="123"/>
                  <a:pt x="33" y="122"/>
                  <a:pt x="35" y="122"/>
                </a:cubicBezTo>
                <a:cubicBezTo>
                  <a:pt x="38" y="120"/>
                  <a:pt x="40" y="118"/>
                  <a:pt x="42" y="115"/>
                </a:cubicBezTo>
                <a:cubicBezTo>
                  <a:pt x="44" y="112"/>
                  <a:pt x="45" y="109"/>
                  <a:pt x="45" y="105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51" y="98"/>
                  <a:pt x="51" y="98"/>
                  <a:pt x="51" y="98"/>
                </a:cubicBezTo>
                <a:cubicBezTo>
                  <a:pt x="52" y="97"/>
                  <a:pt x="52" y="95"/>
                  <a:pt x="51" y="94"/>
                </a:cubicBezTo>
                <a:cubicBezTo>
                  <a:pt x="50" y="93"/>
                  <a:pt x="50" y="93"/>
                  <a:pt x="50" y="93"/>
                </a:cubicBezTo>
                <a:cubicBezTo>
                  <a:pt x="59" y="84"/>
                  <a:pt x="59" y="84"/>
                  <a:pt x="59" y="84"/>
                </a:cubicBezTo>
                <a:cubicBezTo>
                  <a:pt x="103" y="127"/>
                  <a:pt x="103" y="127"/>
                  <a:pt x="103" y="127"/>
                </a:cubicBezTo>
                <a:cubicBezTo>
                  <a:pt x="104" y="128"/>
                  <a:pt x="104" y="128"/>
                  <a:pt x="105" y="128"/>
                </a:cubicBezTo>
                <a:cubicBezTo>
                  <a:pt x="105" y="128"/>
                  <a:pt x="105" y="128"/>
                  <a:pt x="105" y="128"/>
                </a:cubicBezTo>
                <a:lnTo>
                  <a:pt x="126" y="128"/>
                </a:lnTo>
                <a:close/>
                <a:moveTo>
                  <a:pt x="110" y="11"/>
                </a:moveTo>
                <a:cubicBezTo>
                  <a:pt x="110" y="10"/>
                  <a:pt x="110" y="10"/>
                  <a:pt x="110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4" y="7"/>
                  <a:pt x="118" y="7"/>
                  <a:pt x="121" y="10"/>
                </a:cubicBezTo>
                <a:cubicBezTo>
                  <a:pt x="123" y="11"/>
                  <a:pt x="124" y="13"/>
                  <a:pt x="124" y="15"/>
                </a:cubicBezTo>
                <a:cubicBezTo>
                  <a:pt x="124" y="18"/>
                  <a:pt x="123" y="20"/>
                  <a:pt x="121" y="21"/>
                </a:cubicBezTo>
                <a:cubicBezTo>
                  <a:pt x="82" y="57"/>
                  <a:pt x="82" y="57"/>
                  <a:pt x="82" y="57"/>
                </a:cubicBezTo>
                <a:cubicBezTo>
                  <a:pt x="74" y="50"/>
                  <a:pt x="74" y="50"/>
                  <a:pt x="74" y="50"/>
                </a:cubicBezTo>
                <a:lnTo>
                  <a:pt x="110" y="11"/>
                </a:lnTo>
                <a:close/>
                <a:moveTo>
                  <a:pt x="9" y="27"/>
                </a:moveTo>
                <a:cubicBezTo>
                  <a:pt x="9" y="26"/>
                  <a:pt x="8" y="26"/>
                  <a:pt x="8" y="26"/>
                </a:cubicBezTo>
                <a:cubicBezTo>
                  <a:pt x="6" y="24"/>
                  <a:pt x="5" y="20"/>
                  <a:pt x="5" y="17"/>
                </a:cubicBezTo>
                <a:cubicBezTo>
                  <a:pt x="5" y="14"/>
                  <a:pt x="6" y="11"/>
                  <a:pt x="8" y="8"/>
                </a:cubicBezTo>
                <a:cubicBezTo>
                  <a:pt x="13" y="3"/>
                  <a:pt x="21" y="3"/>
                  <a:pt x="26" y="8"/>
                </a:cubicBezTo>
                <a:cubicBezTo>
                  <a:pt x="30" y="12"/>
                  <a:pt x="30" y="12"/>
                  <a:pt x="30" y="12"/>
                </a:cubicBezTo>
                <a:cubicBezTo>
                  <a:pt x="12" y="30"/>
                  <a:pt x="12" y="30"/>
                  <a:pt x="12" y="30"/>
                </a:cubicBezTo>
                <a:lnTo>
                  <a:pt x="9" y="27"/>
                </a:lnTo>
                <a:close/>
                <a:moveTo>
                  <a:pt x="15" y="33"/>
                </a:moveTo>
                <a:cubicBezTo>
                  <a:pt x="33" y="15"/>
                  <a:pt x="33" y="15"/>
                  <a:pt x="33" y="15"/>
                </a:cubicBezTo>
                <a:cubicBezTo>
                  <a:pt x="40" y="22"/>
                  <a:pt x="40" y="22"/>
                  <a:pt x="40" y="22"/>
                </a:cubicBezTo>
                <a:cubicBezTo>
                  <a:pt x="22" y="40"/>
                  <a:pt x="22" y="40"/>
                  <a:pt x="22" y="40"/>
                </a:cubicBezTo>
                <a:lnTo>
                  <a:pt x="15" y="33"/>
                </a:lnTo>
                <a:close/>
                <a:moveTo>
                  <a:pt x="40" y="102"/>
                </a:moveTo>
                <a:cubicBezTo>
                  <a:pt x="40" y="103"/>
                  <a:pt x="40" y="103"/>
                  <a:pt x="40" y="103"/>
                </a:cubicBezTo>
                <a:cubicBezTo>
                  <a:pt x="40" y="104"/>
                  <a:pt x="40" y="104"/>
                  <a:pt x="40" y="105"/>
                </a:cubicBezTo>
                <a:cubicBezTo>
                  <a:pt x="40" y="110"/>
                  <a:pt x="37" y="115"/>
                  <a:pt x="33" y="118"/>
                </a:cubicBezTo>
                <a:cubicBezTo>
                  <a:pt x="31" y="118"/>
                  <a:pt x="30" y="119"/>
                  <a:pt x="29" y="119"/>
                </a:cubicBezTo>
                <a:cubicBezTo>
                  <a:pt x="27" y="120"/>
                  <a:pt x="24" y="120"/>
                  <a:pt x="20" y="120"/>
                </a:cubicBezTo>
                <a:cubicBezTo>
                  <a:pt x="16" y="120"/>
                  <a:pt x="11" y="120"/>
                  <a:pt x="6" y="119"/>
                </a:cubicBezTo>
                <a:cubicBezTo>
                  <a:pt x="3" y="118"/>
                  <a:pt x="3" y="118"/>
                  <a:pt x="3" y="118"/>
                </a:cubicBezTo>
                <a:cubicBezTo>
                  <a:pt x="5" y="117"/>
                  <a:pt x="5" y="117"/>
                  <a:pt x="5" y="117"/>
                </a:cubicBezTo>
                <a:cubicBezTo>
                  <a:pt x="9" y="113"/>
                  <a:pt x="10" y="109"/>
                  <a:pt x="12" y="105"/>
                </a:cubicBezTo>
                <a:cubicBezTo>
                  <a:pt x="12" y="103"/>
                  <a:pt x="13" y="101"/>
                  <a:pt x="13" y="100"/>
                </a:cubicBezTo>
                <a:cubicBezTo>
                  <a:pt x="14" y="97"/>
                  <a:pt x="16" y="95"/>
                  <a:pt x="18" y="94"/>
                </a:cubicBezTo>
                <a:cubicBezTo>
                  <a:pt x="21" y="92"/>
                  <a:pt x="24" y="91"/>
                  <a:pt x="26" y="91"/>
                </a:cubicBezTo>
                <a:cubicBezTo>
                  <a:pt x="27" y="91"/>
                  <a:pt x="29" y="91"/>
                  <a:pt x="29" y="91"/>
                </a:cubicBezTo>
                <a:cubicBezTo>
                  <a:pt x="35" y="85"/>
                  <a:pt x="35" y="85"/>
                  <a:pt x="35" y="85"/>
                </a:cubicBezTo>
                <a:cubicBezTo>
                  <a:pt x="46" y="96"/>
                  <a:pt x="46" y="96"/>
                  <a:pt x="46" y="96"/>
                </a:cubicBezTo>
                <a:lnTo>
                  <a:pt x="40" y="102"/>
                </a:lnTo>
                <a:close/>
                <a:moveTo>
                  <a:pt x="46" y="90"/>
                </a:moveTo>
                <a:cubicBezTo>
                  <a:pt x="42" y="85"/>
                  <a:pt x="42" y="85"/>
                  <a:pt x="42" y="85"/>
                </a:cubicBezTo>
                <a:cubicBezTo>
                  <a:pt x="51" y="75"/>
                  <a:pt x="51" y="75"/>
                  <a:pt x="51" y="75"/>
                </a:cubicBezTo>
                <a:cubicBezTo>
                  <a:pt x="56" y="81"/>
                  <a:pt x="56" y="81"/>
                  <a:pt x="56" y="81"/>
                </a:cubicBezTo>
                <a:lnTo>
                  <a:pt x="46" y="90"/>
                </a:lnTo>
                <a:close/>
                <a:moveTo>
                  <a:pt x="26" y="43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7"/>
                  <a:pt x="44" y="27"/>
                  <a:pt x="44" y="27"/>
                </a:cubicBezTo>
                <a:cubicBezTo>
                  <a:pt x="70" y="52"/>
                  <a:pt x="115" y="97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3" y="123"/>
                  <a:pt x="123" y="123"/>
                  <a:pt x="123" y="123"/>
                </a:cubicBezTo>
                <a:cubicBezTo>
                  <a:pt x="106" y="123"/>
                  <a:pt x="106" y="123"/>
                  <a:pt x="106" y="123"/>
                </a:cubicBezTo>
                <a:lnTo>
                  <a:pt x="26" y="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>
              <a:defRPr/>
            </a:pPr>
            <a:endParaRPr lang="en-US" sz="2400">
              <a:solidFill>
                <a:srgbClr val="57565A"/>
              </a:solidFill>
              <a:latin typeface="Roboto Light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0495490" y="3891421"/>
            <a:ext cx="887584" cy="1100235"/>
            <a:chOff x="3775075" y="4125005"/>
            <a:chExt cx="1219200" cy="1511301"/>
          </a:xfrm>
        </p:grpSpPr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4160837" y="4125005"/>
              <a:ext cx="177800" cy="214313"/>
            </a:xfrm>
            <a:custGeom>
              <a:avLst/>
              <a:gdLst>
                <a:gd name="T0" fmla="*/ 0 w 47"/>
                <a:gd name="T1" fmla="*/ 0 h 57"/>
                <a:gd name="T2" fmla="*/ 46 w 47"/>
                <a:gd name="T3" fmla="*/ 57 h 57"/>
                <a:gd name="T4" fmla="*/ 42 w 47"/>
                <a:gd name="T5" fmla="*/ 12 h 57"/>
                <a:gd name="T6" fmla="*/ 0 w 47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57">
                  <a:moveTo>
                    <a:pt x="0" y="0"/>
                  </a:moveTo>
                  <a:cubicBezTo>
                    <a:pt x="0" y="0"/>
                    <a:pt x="2" y="26"/>
                    <a:pt x="46" y="57"/>
                  </a:cubicBezTo>
                  <a:cubicBezTo>
                    <a:pt x="47" y="40"/>
                    <a:pt x="47" y="24"/>
                    <a:pt x="42" y="12"/>
                  </a:cubicBezTo>
                  <a:cubicBezTo>
                    <a:pt x="37" y="0"/>
                    <a:pt x="8" y="0"/>
                    <a:pt x="0" y="0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4349750" y="4125005"/>
              <a:ext cx="142875" cy="206375"/>
            </a:xfrm>
            <a:custGeom>
              <a:avLst/>
              <a:gdLst>
                <a:gd name="T0" fmla="*/ 0 w 38"/>
                <a:gd name="T1" fmla="*/ 52 h 55"/>
                <a:gd name="T2" fmla="*/ 3 w 38"/>
                <a:gd name="T3" fmla="*/ 12 h 55"/>
                <a:gd name="T4" fmla="*/ 38 w 38"/>
                <a:gd name="T5" fmla="*/ 2 h 55"/>
                <a:gd name="T6" fmla="*/ 4 w 38"/>
                <a:gd name="T7" fmla="*/ 55 h 55"/>
                <a:gd name="T8" fmla="*/ 0 w 38"/>
                <a:gd name="T9" fmla="*/ 5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55">
                  <a:moveTo>
                    <a:pt x="0" y="52"/>
                  </a:moveTo>
                  <a:cubicBezTo>
                    <a:pt x="0" y="52"/>
                    <a:pt x="0" y="18"/>
                    <a:pt x="3" y="12"/>
                  </a:cubicBezTo>
                  <a:cubicBezTo>
                    <a:pt x="5" y="6"/>
                    <a:pt x="21" y="0"/>
                    <a:pt x="38" y="2"/>
                  </a:cubicBezTo>
                  <a:cubicBezTo>
                    <a:pt x="37" y="18"/>
                    <a:pt x="12" y="49"/>
                    <a:pt x="4" y="55"/>
                  </a:cubicBezTo>
                  <a:cubicBezTo>
                    <a:pt x="0" y="52"/>
                    <a:pt x="0" y="52"/>
                    <a:pt x="0" y="52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4165600" y="4402818"/>
              <a:ext cx="127000" cy="90488"/>
            </a:xfrm>
            <a:custGeom>
              <a:avLst/>
              <a:gdLst>
                <a:gd name="T0" fmla="*/ 0 w 34"/>
                <a:gd name="T1" fmla="*/ 0 h 24"/>
                <a:gd name="T2" fmla="*/ 26 w 34"/>
                <a:gd name="T3" fmla="*/ 23 h 24"/>
                <a:gd name="T4" fmla="*/ 0 w 34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24">
                  <a:moveTo>
                    <a:pt x="0" y="0"/>
                  </a:moveTo>
                  <a:cubicBezTo>
                    <a:pt x="0" y="0"/>
                    <a:pt x="0" y="24"/>
                    <a:pt x="26" y="23"/>
                  </a:cubicBezTo>
                  <a:cubicBezTo>
                    <a:pt x="34" y="8"/>
                    <a:pt x="9" y="0"/>
                    <a:pt x="0" y="0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4473575" y="4218668"/>
              <a:ext cx="269875" cy="260350"/>
            </a:xfrm>
            <a:custGeom>
              <a:avLst/>
              <a:gdLst>
                <a:gd name="T0" fmla="*/ 4 w 72"/>
                <a:gd name="T1" fmla="*/ 69 h 69"/>
                <a:gd name="T2" fmla="*/ 0 w 72"/>
                <a:gd name="T3" fmla="*/ 65 h 69"/>
                <a:gd name="T4" fmla="*/ 13 w 72"/>
                <a:gd name="T5" fmla="*/ 30 h 69"/>
                <a:gd name="T6" fmla="*/ 35 w 72"/>
                <a:gd name="T7" fmla="*/ 3 h 69"/>
                <a:gd name="T8" fmla="*/ 72 w 72"/>
                <a:gd name="T9" fmla="*/ 2 h 69"/>
                <a:gd name="T10" fmla="*/ 44 w 72"/>
                <a:gd name="T11" fmla="*/ 40 h 69"/>
                <a:gd name="T12" fmla="*/ 4 w 72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9">
                  <a:moveTo>
                    <a:pt x="4" y="69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13" y="46"/>
                    <a:pt x="13" y="30"/>
                  </a:cubicBezTo>
                  <a:cubicBezTo>
                    <a:pt x="13" y="14"/>
                    <a:pt x="24" y="7"/>
                    <a:pt x="35" y="3"/>
                  </a:cubicBezTo>
                  <a:cubicBezTo>
                    <a:pt x="45" y="0"/>
                    <a:pt x="72" y="2"/>
                    <a:pt x="72" y="2"/>
                  </a:cubicBezTo>
                  <a:cubicBezTo>
                    <a:pt x="72" y="2"/>
                    <a:pt x="63" y="32"/>
                    <a:pt x="44" y="40"/>
                  </a:cubicBezTo>
                  <a:cubicBezTo>
                    <a:pt x="25" y="49"/>
                    <a:pt x="4" y="69"/>
                    <a:pt x="4" y="69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775075" y="4377418"/>
              <a:ext cx="352425" cy="239713"/>
            </a:xfrm>
            <a:custGeom>
              <a:avLst/>
              <a:gdLst>
                <a:gd name="T0" fmla="*/ 94 w 94"/>
                <a:gd name="T1" fmla="*/ 60 h 64"/>
                <a:gd name="T2" fmla="*/ 90 w 94"/>
                <a:gd name="T3" fmla="*/ 64 h 64"/>
                <a:gd name="T4" fmla="*/ 46 w 94"/>
                <a:gd name="T5" fmla="*/ 49 h 64"/>
                <a:gd name="T6" fmla="*/ 0 w 94"/>
                <a:gd name="T7" fmla="*/ 11 h 64"/>
                <a:gd name="T8" fmla="*/ 41 w 94"/>
                <a:gd name="T9" fmla="*/ 0 h 64"/>
                <a:gd name="T10" fmla="*/ 76 w 94"/>
                <a:gd name="T11" fmla="*/ 28 h 64"/>
                <a:gd name="T12" fmla="*/ 94 w 94"/>
                <a:gd name="T13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64">
                  <a:moveTo>
                    <a:pt x="94" y="60"/>
                  </a:moveTo>
                  <a:cubicBezTo>
                    <a:pt x="90" y="64"/>
                    <a:pt x="90" y="64"/>
                    <a:pt x="90" y="64"/>
                  </a:cubicBezTo>
                  <a:cubicBezTo>
                    <a:pt x="90" y="64"/>
                    <a:pt x="73" y="54"/>
                    <a:pt x="46" y="49"/>
                  </a:cubicBezTo>
                  <a:cubicBezTo>
                    <a:pt x="19" y="43"/>
                    <a:pt x="0" y="11"/>
                    <a:pt x="0" y="11"/>
                  </a:cubicBezTo>
                  <a:cubicBezTo>
                    <a:pt x="0" y="11"/>
                    <a:pt x="20" y="0"/>
                    <a:pt x="41" y="0"/>
                  </a:cubicBezTo>
                  <a:cubicBezTo>
                    <a:pt x="63" y="0"/>
                    <a:pt x="69" y="15"/>
                    <a:pt x="76" y="28"/>
                  </a:cubicBezTo>
                  <a:cubicBezTo>
                    <a:pt x="82" y="42"/>
                    <a:pt x="94" y="60"/>
                    <a:pt x="94" y="60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4525962" y="4448855"/>
              <a:ext cx="157163" cy="104775"/>
            </a:xfrm>
            <a:custGeom>
              <a:avLst/>
              <a:gdLst>
                <a:gd name="T0" fmla="*/ 0 w 42"/>
                <a:gd name="T1" fmla="*/ 25 h 28"/>
                <a:gd name="T2" fmla="*/ 22 w 42"/>
                <a:gd name="T3" fmla="*/ 3 h 28"/>
                <a:gd name="T4" fmla="*/ 31 w 42"/>
                <a:gd name="T5" fmla="*/ 10 h 28"/>
                <a:gd name="T6" fmla="*/ 33 w 42"/>
                <a:gd name="T7" fmla="*/ 25 h 28"/>
                <a:gd name="T8" fmla="*/ 0 w 42"/>
                <a:gd name="T9" fmla="*/ 2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8">
                  <a:moveTo>
                    <a:pt x="0" y="25"/>
                  </a:moveTo>
                  <a:cubicBezTo>
                    <a:pt x="0" y="25"/>
                    <a:pt x="17" y="6"/>
                    <a:pt x="22" y="3"/>
                  </a:cubicBezTo>
                  <a:cubicBezTo>
                    <a:pt x="27" y="0"/>
                    <a:pt x="25" y="9"/>
                    <a:pt x="31" y="10"/>
                  </a:cubicBezTo>
                  <a:cubicBezTo>
                    <a:pt x="38" y="12"/>
                    <a:pt x="42" y="22"/>
                    <a:pt x="33" y="25"/>
                  </a:cubicBezTo>
                  <a:cubicBezTo>
                    <a:pt x="24" y="28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3902075" y="4640943"/>
              <a:ext cx="225425" cy="107950"/>
            </a:xfrm>
            <a:custGeom>
              <a:avLst/>
              <a:gdLst>
                <a:gd name="T0" fmla="*/ 60 w 60"/>
                <a:gd name="T1" fmla="*/ 18 h 29"/>
                <a:gd name="T2" fmla="*/ 59 w 60"/>
                <a:gd name="T3" fmla="*/ 22 h 29"/>
                <a:gd name="T4" fmla="*/ 32 w 60"/>
                <a:gd name="T5" fmla="*/ 26 h 29"/>
                <a:gd name="T6" fmla="*/ 0 w 60"/>
                <a:gd name="T7" fmla="*/ 18 h 29"/>
                <a:gd name="T8" fmla="*/ 35 w 60"/>
                <a:gd name="T9" fmla="*/ 2 h 29"/>
                <a:gd name="T10" fmla="*/ 60 w 60"/>
                <a:gd name="T11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29">
                  <a:moveTo>
                    <a:pt x="60" y="18"/>
                  </a:moveTo>
                  <a:cubicBezTo>
                    <a:pt x="59" y="22"/>
                    <a:pt x="59" y="22"/>
                    <a:pt x="59" y="22"/>
                  </a:cubicBezTo>
                  <a:cubicBezTo>
                    <a:pt x="59" y="22"/>
                    <a:pt x="43" y="24"/>
                    <a:pt x="32" y="26"/>
                  </a:cubicBezTo>
                  <a:cubicBezTo>
                    <a:pt x="20" y="29"/>
                    <a:pt x="6" y="19"/>
                    <a:pt x="0" y="18"/>
                  </a:cubicBezTo>
                  <a:cubicBezTo>
                    <a:pt x="11" y="5"/>
                    <a:pt x="24" y="0"/>
                    <a:pt x="35" y="2"/>
                  </a:cubicBezTo>
                  <a:cubicBezTo>
                    <a:pt x="46" y="4"/>
                    <a:pt x="53" y="16"/>
                    <a:pt x="60" y="18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4657725" y="4523468"/>
              <a:ext cx="336550" cy="206375"/>
            </a:xfrm>
            <a:custGeom>
              <a:avLst/>
              <a:gdLst>
                <a:gd name="T0" fmla="*/ 0 w 90"/>
                <a:gd name="T1" fmla="*/ 48 h 55"/>
                <a:gd name="T2" fmla="*/ 5 w 90"/>
                <a:gd name="T3" fmla="*/ 55 h 55"/>
                <a:gd name="T4" fmla="*/ 36 w 90"/>
                <a:gd name="T5" fmla="*/ 42 h 55"/>
                <a:gd name="T6" fmla="*/ 79 w 90"/>
                <a:gd name="T7" fmla="*/ 27 h 55"/>
                <a:gd name="T8" fmla="*/ 90 w 90"/>
                <a:gd name="T9" fmla="*/ 15 h 55"/>
                <a:gd name="T10" fmla="*/ 61 w 90"/>
                <a:gd name="T11" fmla="*/ 2 h 55"/>
                <a:gd name="T12" fmla="*/ 28 w 90"/>
                <a:gd name="T13" fmla="*/ 11 h 55"/>
                <a:gd name="T14" fmla="*/ 0 w 90"/>
                <a:gd name="T15" fmla="*/ 4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55">
                  <a:moveTo>
                    <a:pt x="0" y="48"/>
                  </a:moveTo>
                  <a:cubicBezTo>
                    <a:pt x="5" y="55"/>
                    <a:pt x="5" y="55"/>
                    <a:pt x="5" y="55"/>
                  </a:cubicBezTo>
                  <a:cubicBezTo>
                    <a:pt x="5" y="55"/>
                    <a:pt x="25" y="42"/>
                    <a:pt x="36" y="42"/>
                  </a:cubicBezTo>
                  <a:cubicBezTo>
                    <a:pt x="48" y="42"/>
                    <a:pt x="70" y="33"/>
                    <a:pt x="79" y="27"/>
                  </a:cubicBezTo>
                  <a:cubicBezTo>
                    <a:pt x="88" y="21"/>
                    <a:pt x="90" y="15"/>
                    <a:pt x="90" y="15"/>
                  </a:cubicBezTo>
                  <a:cubicBezTo>
                    <a:pt x="90" y="15"/>
                    <a:pt x="71" y="2"/>
                    <a:pt x="61" y="2"/>
                  </a:cubicBezTo>
                  <a:cubicBezTo>
                    <a:pt x="51" y="2"/>
                    <a:pt x="39" y="0"/>
                    <a:pt x="28" y="11"/>
                  </a:cubicBezTo>
                  <a:cubicBezTo>
                    <a:pt x="18" y="22"/>
                    <a:pt x="23" y="32"/>
                    <a:pt x="0" y="48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4664075" y="4786993"/>
              <a:ext cx="244475" cy="142875"/>
            </a:xfrm>
            <a:custGeom>
              <a:avLst/>
              <a:gdLst>
                <a:gd name="T0" fmla="*/ 0 w 65"/>
                <a:gd name="T1" fmla="*/ 22 h 38"/>
                <a:gd name="T2" fmla="*/ 0 w 65"/>
                <a:gd name="T3" fmla="*/ 17 h 38"/>
                <a:gd name="T4" fmla="*/ 22 w 65"/>
                <a:gd name="T5" fmla="*/ 7 h 38"/>
                <a:gd name="T6" fmla="*/ 65 w 65"/>
                <a:gd name="T7" fmla="*/ 29 h 38"/>
                <a:gd name="T8" fmla="*/ 26 w 65"/>
                <a:gd name="T9" fmla="*/ 32 h 38"/>
                <a:gd name="T10" fmla="*/ 0 w 65"/>
                <a:gd name="T11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38">
                  <a:moveTo>
                    <a:pt x="0" y="2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12" y="14"/>
                    <a:pt x="22" y="7"/>
                  </a:cubicBezTo>
                  <a:cubicBezTo>
                    <a:pt x="31" y="0"/>
                    <a:pt x="47" y="1"/>
                    <a:pt x="65" y="29"/>
                  </a:cubicBezTo>
                  <a:cubicBezTo>
                    <a:pt x="53" y="35"/>
                    <a:pt x="35" y="38"/>
                    <a:pt x="26" y="32"/>
                  </a:cubicBezTo>
                  <a:cubicBezTo>
                    <a:pt x="16" y="25"/>
                    <a:pt x="12" y="21"/>
                    <a:pt x="0" y="22"/>
                  </a:cubicBezTo>
                  <a:close/>
                </a:path>
              </a:pathLst>
            </a:custGeom>
            <a:solidFill>
              <a:srgbClr val="51B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4113212" y="4339318"/>
              <a:ext cx="561975" cy="1296988"/>
            </a:xfrm>
            <a:custGeom>
              <a:avLst/>
              <a:gdLst>
                <a:gd name="T0" fmla="*/ 150 w 150"/>
                <a:gd name="T1" fmla="*/ 104 h 345"/>
                <a:gd name="T2" fmla="*/ 145 w 150"/>
                <a:gd name="T3" fmla="*/ 97 h 345"/>
                <a:gd name="T4" fmla="*/ 69 w 150"/>
                <a:gd name="T5" fmla="*/ 163 h 345"/>
                <a:gd name="T6" fmla="*/ 68 w 150"/>
                <a:gd name="T7" fmla="*/ 100 h 345"/>
                <a:gd name="T8" fmla="*/ 114 w 150"/>
                <a:gd name="T9" fmla="*/ 54 h 345"/>
                <a:gd name="T10" fmla="*/ 110 w 150"/>
                <a:gd name="T11" fmla="*/ 54 h 345"/>
                <a:gd name="T12" fmla="*/ 81 w 150"/>
                <a:gd name="T13" fmla="*/ 72 h 345"/>
                <a:gd name="T14" fmla="*/ 100 w 150"/>
                <a:gd name="T15" fmla="*/ 37 h 345"/>
                <a:gd name="T16" fmla="*/ 96 w 150"/>
                <a:gd name="T17" fmla="*/ 33 h 345"/>
                <a:gd name="T18" fmla="*/ 68 w 150"/>
                <a:gd name="T19" fmla="*/ 81 h 345"/>
                <a:gd name="T20" fmla="*/ 66 w 150"/>
                <a:gd name="T21" fmla="*/ 0 h 345"/>
                <a:gd name="T22" fmla="*/ 59 w 150"/>
                <a:gd name="T23" fmla="*/ 0 h 345"/>
                <a:gd name="T24" fmla="*/ 58 w 150"/>
                <a:gd name="T25" fmla="*/ 55 h 345"/>
                <a:gd name="T26" fmla="*/ 41 w 150"/>
                <a:gd name="T27" fmla="*/ 39 h 345"/>
                <a:gd name="T28" fmla="*/ 39 w 150"/>
                <a:gd name="T29" fmla="*/ 40 h 345"/>
                <a:gd name="T30" fmla="*/ 57 w 150"/>
                <a:gd name="T31" fmla="*/ 64 h 345"/>
                <a:gd name="T32" fmla="*/ 56 w 150"/>
                <a:gd name="T33" fmla="*/ 115 h 345"/>
                <a:gd name="T34" fmla="*/ 4 w 150"/>
                <a:gd name="T35" fmla="*/ 70 h 345"/>
                <a:gd name="T36" fmla="*/ 0 w 150"/>
                <a:gd name="T37" fmla="*/ 74 h 345"/>
                <a:gd name="T38" fmla="*/ 32 w 150"/>
                <a:gd name="T39" fmla="*/ 105 h 345"/>
                <a:gd name="T40" fmla="*/ 4 w 150"/>
                <a:gd name="T41" fmla="*/ 98 h 345"/>
                <a:gd name="T42" fmla="*/ 3 w 150"/>
                <a:gd name="T43" fmla="*/ 101 h 345"/>
                <a:gd name="T44" fmla="*/ 56 w 150"/>
                <a:gd name="T45" fmla="*/ 125 h 345"/>
                <a:gd name="T46" fmla="*/ 50 w 150"/>
                <a:gd name="T47" fmla="*/ 345 h 345"/>
                <a:gd name="T48" fmla="*/ 73 w 150"/>
                <a:gd name="T49" fmla="*/ 345 h 345"/>
                <a:gd name="T50" fmla="*/ 70 w 150"/>
                <a:gd name="T51" fmla="*/ 180 h 345"/>
                <a:gd name="T52" fmla="*/ 105 w 150"/>
                <a:gd name="T53" fmla="*/ 149 h 345"/>
                <a:gd name="T54" fmla="*/ 147 w 150"/>
                <a:gd name="T55" fmla="*/ 141 h 345"/>
                <a:gd name="T56" fmla="*/ 147 w 150"/>
                <a:gd name="T57" fmla="*/ 136 h 345"/>
                <a:gd name="T58" fmla="*/ 109 w 150"/>
                <a:gd name="T59" fmla="*/ 142 h 345"/>
                <a:gd name="T60" fmla="*/ 150 w 150"/>
                <a:gd name="T61" fmla="*/ 104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345">
                  <a:moveTo>
                    <a:pt x="150" y="104"/>
                  </a:moveTo>
                  <a:cubicBezTo>
                    <a:pt x="145" y="97"/>
                    <a:pt x="145" y="97"/>
                    <a:pt x="145" y="97"/>
                  </a:cubicBezTo>
                  <a:cubicBezTo>
                    <a:pt x="69" y="163"/>
                    <a:pt x="69" y="163"/>
                    <a:pt x="69" y="163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5" y="90"/>
                    <a:pt x="100" y="57"/>
                    <a:pt x="114" y="54"/>
                  </a:cubicBezTo>
                  <a:cubicBezTo>
                    <a:pt x="110" y="54"/>
                    <a:pt x="110" y="54"/>
                    <a:pt x="110" y="54"/>
                  </a:cubicBezTo>
                  <a:cubicBezTo>
                    <a:pt x="110" y="54"/>
                    <a:pt x="94" y="59"/>
                    <a:pt x="81" y="72"/>
                  </a:cubicBezTo>
                  <a:cubicBezTo>
                    <a:pt x="89" y="57"/>
                    <a:pt x="100" y="37"/>
                    <a:pt x="100" y="37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57" y="64"/>
                    <a:pt x="57" y="64"/>
                    <a:pt x="57" y="64"/>
                  </a:cubicBezTo>
                  <a:cubicBezTo>
                    <a:pt x="56" y="115"/>
                    <a:pt x="56" y="115"/>
                    <a:pt x="56" y="115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3" y="101"/>
                    <a:pt x="45" y="112"/>
                    <a:pt x="56" y="125"/>
                  </a:cubicBezTo>
                  <a:cubicBezTo>
                    <a:pt x="50" y="345"/>
                    <a:pt x="50" y="345"/>
                    <a:pt x="50" y="345"/>
                  </a:cubicBezTo>
                  <a:cubicBezTo>
                    <a:pt x="73" y="345"/>
                    <a:pt x="73" y="345"/>
                    <a:pt x="73" y="345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20" y="144"/>
                    <a:pt x="147" y="141"/>
                    <a:pt x="147" y="141"/>
                  </a:cubicBezTo>
                  <a:cubicBezTo>
                    <a:pt x="147" y="136"/>
                    <a:pt x="147" y="136"/>
                    <a:pt x="147" y="136"/>
                  </a:cubicBezTo>
                  <a:cubicBezTo>
                    <a:pt x="137" y="137"/>
                    <a:pt x="109" y="142"/>
                    <a:pt x="109" y="142"/>
                  </a:cubicBezTo>
                  <a:lnTo>
                    <a:pt x="150" y="104"/>
                  </a:lnTo>
                  <a:close/>
                </a:path>
              </a:pathLst>
            </a:custGeom>
            <a:solidFill>
              <a:srgbClr val="9055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>
                <a:solidFill>
                  <a:srgbClr val="57565A"/>
                </a:solidFill>
                <a:latin typeface="Roboto Ligh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229294" y="4890579"/>
            <a:ext cx="662732" cy="480883"/>
            <a:chOff x="6229294" y="4890578"/>
            <a:chExt cx="662732" cy="480883"/>
          </a:xfrm>
        </p:grpSpPr>
        <p:sp useBgFill="1">
          <p:nvSpPr>
            <p:cNvPr id="24" name="Round Same Side Corner Rectangle 23"/>
            <p:cNvSpPr/>
            <p:nvPr/>
          </p:nvSpPr>
          <p:spPr>
            <a:xfrm rot="10800000">
              <a:off x="6229294" y="4890578"/>
              <a:ext cx="483796" cy="480883"/>
            </a:xfrm>
            <a:prstGeom prst="round2SameRect">
              <a:avLst>
                <a:gd name="adj1" fmla="val 16667"/>
                <a:gd name="adj2" fmla="val 0"/>
              </a:avLst>
            </a:prstGeom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  <p:sp useBgFill="1">
          <p:nvSpPr>
            <p:cNvPr id="26" name="Round Same Side Corner Rectangle 25"/>
            <p:cNvSpPr/>
            <p:nvPr/>
          </p:nvSpPr>
          <p:spPr>
            <a:xfrm rot="5400000">
              <a:off x="6704150" y="4967530"/>
              <a:ext cx="196815" cy="178937"/>
            </a:xfrm>
            <a:prstGeom prst="round2SameRect">
              <a:avLst>
                <a:gd name="adj1" fmla="val 50000"/>
                <a:gd name="adj2" fmla="val 0"/>
              </a:avLst>
            </a:prstGeom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671528" y="5389216"/>
            <a:ext cx="5933085" cy="200025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Roboto Light"/>
            </a:endParaRPr>
          </a:p>
        </p:txBody>
      </p:sp>
      <p:sp useBgFill="1">
        <p:nvSpPr>
          <p:cNvPr id="28" name="Rectangle 27"/>
          <p:cNvSpPr/>
          <p:nvPr/>
        </p:nvSpPr>
        <p:spPr>
          <a:xfrm>
            <a:off x="10478099" y="4739356"/>
            <a:ext cx="887186" cy="649024"/>
          </a:xfrm>
          <a:custGeom>
            <a:avLst/>
            <a:gdLst>
              <a:gd name="connsiteX0" fmla="*/ 0 w 887186"/>
              <a:gd name="connsiteY0" fmla="*/ 0 h 642674"/>
              <a:gd name="connsiteX1" fmla="*/ 887186 w 887186"/>
              <a:gd name="connsiteY1" fmla="*/ 0 h 642674"/>
              <a:gd name="connsiteX2" fmla="*/ 887186 w 887186"/>
              <a:gd name="connsiteY2" fmla="*/ 642674 h 642674"/>
              <a:gd name="connsiteX3" fmla="*/ 0 w 887186"/>
              <a:gd name="connsiteY3" fmla="*/ 642674 h 642674"/>
              <a:gd name="connsiteX4" fmla="*/ 0 w 887186"/>
              <a:gd name="connsiteY4" fmla="*/ 0 h 642674"/>
              <a:gd name="connsiteX0" fmla="*/ 0 w 887186"/>
              <a:gd name="connsiteY0" fmla="*/ 0 h 649024"/>
              <a:gd name="connsiteX1" fmla="*/ 887186 w 887186"/>
              <a:gd name="connsiteY1" fmla="*/ 0 h 649024"/>
              <a:gd name="connsiteX2" fmla="*/ 887186 w 887186"/>
              <a:gd name="connsiteY2" fmla="*/ 642674 h 649024"/>
              <a:gd name="connsiteX3" fmla="*/ 165100 w 887186"/>
              <a:gd name="connsiteY3" fmla="*/ 649024 h 649024"/>
              <a:gd name="connsiteX4" fmla="*/ 0 w 887186"/>
              <a:gd name="connsiteY4" fmla="*/ 0 h 649024"/>
              <a:gd name="connsiteX0" fmla="*/ 0 w 887186"/>
              <a:gd name="connsiteY0" fmla="*/ 0 h 649024"/>
              <a:gd name="connsiteX1" fmla="*/ 887186 w 887186"/>
              <a:gd name="connsiteY1" fmla="*/ 0 h 649024"/>
              <a:gd name="connsiteX2" fmla="*/ 696686 w 887186"/>
              <a:gd name="connsiteY2" fmla="*/ 649024 h 649024"/>
              <a:gd name="connsiteX3" fmla="*/ 165100 w 887186"/>
              <a:gd name="connsiteY3" fmla="*/ 649024 h 649024"/>
              <a:gd name="connsiteX4" fmla="*/ 0 w 887186"/>
              <a:gd name="connsiteY4" fmla="*/ 0 h 64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186" h="649024">
                <a:moveTo>
                  <a:pt x="0" y="0"/>
                </a:moveTo>
                <a:lnTo>
                  <a:pt x="887186" y="0"/>
                </a:lnTo>
                <a:lnTo>
                  <a:pt x="696686" y="649024"/>
                </a:lnTo>
                <a:lnTo>
                  <a:pt x="165100" y="64902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Roboto Ligh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198880" y="3052216"/>
            <a:ext cx="2998426" cy="2335213"/>
            <a:chOff x="7198880" y="3052215"/>
            <a:chExt cx="2998426" cy="2335213"/>
          </a:xfrm>
        </p:grpSpPr>
        <p:sp>
          <p:nvSpPr>
            <p:cNvPr id="48" name="Rectangle 47"/>
            <p:cNvSpPr/>
            <p:nvPr/>
          </p:nvSpPr>
          <p:spPr>
            <a:xfrm>
              <a:off x="8267700" y="4991654"/>
              <a:ext cx="833438" cy="395774"/>
            </a:xfrm>
            <a:custGeom>
              <a:avLst/>
              <a:gdLst>
                <a:gd name="connsiteX0" fmla="*/ 0 w 833438"/>
                <a:gd name="connsiteY0" fmla="*/ 0 h 400536"/>
                <a:gd name="connsiteX1" fmla="*/ 833438 w 833438"/>
                <a:gd name="connsiteY1" fmla="*/ 0 h 400536"/>
                <a:gd name="connsiteX2" fmla="*/ 833438 w 833438"/>
                <a:gd name="connsiteY2" fmla="*/ 400536 h 400536"/>
                <a:gd name="connsiteX3" fmla="*/ 0 w 833438"/>
                <a:gd name="connsiteY3" fmla="*/ 400536 h 400536"/>
                <a:gd name="connsiteX4" fmla="*/ 0 w 833438"/>
                <a:gd name="connsiteY4" fmla="*/ 0 h 400536"/>
                <a:gd name="connsiteX0" fmla="*/ 119062 w 833438"/>
                <a:gd name="connsiteY0" fmla="*/ 4762 h 400536"/>
                <a:gd name="connsiteX1" fmla="*/ 833438 w 833438"/>
                <a:gd name="connsiteY1" fmla="*/ 0 h 400536"/>
                <a:gd name="connsiteX2" fmla="*/ 833438 w 833438"/>
                <a:gd name="connsiteY2" fmla="*/ 400536 h 400536"/>
                <a:gd name="connsiteX3" fmla="*/ 0 w 833438"/>
                <a:gd name="connsiteY3" fmla="*/ 400536 h 400536"/>
                <a:gd name="connsiteX4" fmla="*/ 119062 w 833438"/>
                <a:gd name="connsiteY4" fmla="*/ 4762 h 400536"/>
                <a:gd name="connsiteX0" fmla="*/ 119062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9062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  <a:gd name="connsiteX0" fmla="*/ 116681 w 833438"/>
                <a:gd name="connsiteY0" fmla="*/ 0 h 395774"/>
                <a:gd name="connsiteX1" fmla="*/ 721520 w 833438"/>
                <a:gd name="connsiteY1" fmla="*/ 2382 h 395774"/>
                <a:gd name="connsiteX2" fmla="*/ 833438 w 833438"/>
                <a:gd name="connsiteY2" fmla="*/ 395774 h 395774"/>
                <a:gd name="connsiteX3" fmla="*/ 0 w 833438"/>
                <a:gd name="connsiteY3" fmla="*/ 395774 h 395774"/>
                <a:gd name="connsiteX4" fmla="*/ 116681 w 833438"/>
                <a:gd name="connsiteY4" fmla="*/ 0 h 395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3438" h="395774">
                  <a:moveTo>
                    <a:pt x="116681" y="0"/>
                  </a:moveTo>
                  <a:lnTo>
                    <a:pt x="721520" y="2382"/>
                  </a:lnTo>
                  <a:cubicBezTo>
                    <a:pt x="725488" y="143038"/>
                    <a:pt x="738981" y="290836"/>
                    <a:pt x="833438" y="395774"/>
                  </a:cubicBezTo>
                  <a:lnTo>
                    <a:pt x="0" y="395774"/>
                  </a:lnTo>
                  <a:cubicBezTo>
                    <a:pt x="93663" y="299568"/>
                    <a:pt x="115887" y="146212"/>
                    <a:pt x="116681" y="0"/>
                  </a:cubicBezTo>
                  <a:close/>
                </a:path>
              </a:pathLst>
            </a:custGeom>
            <a:noFill/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198880" y="3052215"/>
              <a:ext cx="2998426" cy="1939439"/>
            </a:xfrm>
            <a:prstGeom prst="roundRect">
              <a:avLst>
                <a:gd name="adj" fmla="val 4119"/>
              </a:avLst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384256" y="3225252"/>
              <a:ext cx="2647951" cy="1524000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9914805" y="4837481"/>
              <a:ext cx="78185" cy="75469"/>
            </a:xfrm>
            <a:prstGeom prst="ellipse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 sz="2400">
                <a:solidFill>
                  <a:prstClr val="white"/>
                </a:solidFill>
                <a:latin typeface="Roboto Light"/>
              </a:endParaRPr>
            </a:p>
          </p:txBody>
        </p:sp>
      </p:grpSp>
      <p:sp>
        <p:nvSpPr>
          <p:cNvPr id="55" name="Oval 54"/>
          <p:cNvSpPr/>
          <p:nvPr/>
        </p:nvSpPr>
        <p:spPr>
          <a:xfrm>
            <a:off x="8287025" y="3600728"/>
            <a:ext cx="842412" cy="8424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Roboto Light"/>
            </a:endParaRPr>
          </a:p>
        </p:txBody>
      </p:sp>
      <p:sp>
        <p:nvSpPr>
          <p:cNvPr id="63" name="Freeform 14"/>
          <p:cNvSpPr>
            <a:spLocks/>
          </p:cNvSpPr>
          <p:nvPr/>
        </p:nvSpPr>
        <p:spPr bwMode="auto">
          <a:xfrm>
            <a:off x="8502148" y="3869524"/>
            <a:ext cx="402164" cy="333938"/>
          </a:xfrm>
          <a:custGeom>
            <a:avLst/>
            <a:gdLst>
              <a:gd name="T0" fmla="*/ 0 w 1040"/>
              <a:gd name="T1" fmla="*/ 554 h 863"/>
              <a:gd name="T2" fmla="*/ 0 w 1040"/>
              <a:gd name="T3" fmla="*/ 554 h 863"/>
              <a:gd name="T4" fmla="*/ 346 w 1040"/>
              <a:gd name="T5" fmla="*/ 863 h 863"/>
              <a:gd name="T6" fmla="*/ 1040 w 1040"/>
              <a:gd name="T7" fmla="*/ 0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0" h="863">
                <a:moveTo>
                  <a:pt x="0" y="554"/>
                </a:moveTo>
                <a:lnTo>
                  <a:pt x="0" y="554"/>
                </a:lnTo>
                <a:lnTo>
                  <a:pt x="346" y="863"/>
                </a:lnTo>
                <a:lnTo>
                  <a:pt x="1040" y="0"/>
                </a:lnTo>
              </a:path>
            </a:pathLst>
          </a:custGeom>
          <a:noFill/>
          <a:ln w="1270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defRPr/>
            </a:pPr>
            <a:endParaRPr lang="en-US" sz="3200">
              <a:solidFill>
                <a:srgbClr val="57565A"/>
              </a:solidFill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91609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66667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1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2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2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25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25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3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1" grpId="0" animBg="1"/>
          <p:bldP spid="6" grpId="0" animBg="1"/>
          <p:bldP spid="23" grpId="0" animBg="1"/>
          <p:bldP spid="28" grpId="0" animBg="1"/>
          <p:bldP spid="55" grpId="0" animBg="1"/>
          <p:bldP spid="6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2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25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25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3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1" grpId="0" animBg="1"/>
          <p:bldP spid="6" grpId="0" animBg="1"/>
          <p:bldP spid="23" grpId="0" animBg="1"/>
          <p:bldP spid="28" grpId="0" animBg="1"/>
          <p:bldP spid="55" grpId="0" animBg="1"/>
          <p:bldP spid="63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Freeform: Shape 566">
            <a:extLst>
              <a:ext uri="{FF2B5EF4-FFF2-40B4-BE49-F238E27FC236}">
                <a16:creationId xmlns:a16="http://schemas.microsoft.com/office/drawing/2014/main" id="{F46E5A49-B980-4584-9EF4-6D2B10342278}"/>
              </a:ext>
            </a:extLst>
          </p:cNvPr>
          <p:cNvSpPr/>
          <p:nvPr/>
        </p:nvSpPr>
        <p:spPr>
          <a:xfrm>
            <a:off x="2146840" y="155890"/>
            <a:ext cx="9808257" cy="6157880"/>
          </a:xfrm>
          <a:custGeom>
            <a:avLst/>
            <a:gdLst>
              <a:gd name="connsiteX0" fmla="*/ 19319836 w 19616798"/>
              <a:gd name="connsiteY0" fmla="*/ 12243461 h 12315938"/>
              <a:gd name="connsiteX1" fmla="*/ 306212 w 19616798"/>
              <a:gd name="connsiteY1" fmla="*/ 12243461 h 12315938"/>
              <a:gd name="connsiteX2" fmla="*/ 91621 w 19616798"/>
              <a:gd name="connsiteY2" fmla="*/ 12028871 h 12315938"/>
              <a:gd name="connsiteX3" fmla="*/ 91621 w 19616798"/>
              <a:gd name="connsiteY3" fmla="*/ 306212 h 12315938"/>
              <a:gd name="connsiteX4" fmla="*/ 306212 w 19616798"/>
              <a:gd name="connsiteY4" fmla="*/ 91621 h 12315938"/>
              <a:gd name="connsiteX5" fmla="*/ 19319836 w 19616798"/>
              <a:gd name="connsiteY5" fmla="*/ 91621 h 12315938"/>
              <a:gd name="connsiteX6" fmla="*/ 19534428 w 19616798"/>
              <a:gd name="connsiteY6" fmla="*/ 306212 h 12315938"/>
              <a:gd name="connsiteX7" fmla="*/ 19534428 w 19616798"/>
              <a:gd name="connsiteY7" fmla="*/ 12028871 h 12315938"/>
              <a:gd name="connsiteX8" fmla="*/ 19319836 w 19616798"/>
              <a:gd name="connsiteY8" fmla="*/ 12243461 h 1231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16798" h="12315938">
                <a:moveTo>
                  <a:pt x="19319836" y="12243461"/>
                </a:moveTo>
                <a:lnTo>
                  <a:pt x="306212" y="12243461"/>
                </a:lnTo>
                <a:cubicBezTo>
                  <a:pt x="187488" y="12243461"/>
                  <a:pt x="91621" y="12147254"/>
                  <a:pt x="91621" y="12028871"/>
                </a:cubicBezTo>
                <a:lnTo>
                  <a:pt x="91621" y="306212"/>
                </a:lnTo>
                <a:cubicBezTo>
                  <a:pt x="91621" y="187488"/>
                  <a:pt x="187829" y="91621"/>
                  <a:pt x="306212" y="91621"/>
                </a:cubicBezTo>
                <a:lnTo>
                  <a:pt x="19319836" y="91621"/>
                </a:lnTo>
                <a:cubicBezTo>
                  <a:pt x="19438220" y="91621"/>
                  <a:pt x="19534428" y="187829"/>
                  <a:pt x="19534428" y="306212"/>
                </a:cubicBezTo>
                <a:lnTo>
                  <a:pt x="19534428" y="12028871"/>
                </a:lnTo>
                <a:cubicBezTo>
                  <a:pt x="19534768" y="12147254"/>
                  <a:pt x="19438562" y="12243461"/>
                  <a:pt x="19319836" y="12243461"/>
                </a:cubicBezTo>
                <a:close/>
              </a:path>
            </a:pathLst>
          </a:custGeom>
          <a:noFill/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111C5E-094C-43B5-B527-D3892FE6AF8F}"/>
              </a:ext>
            </a:extLst>
          </p:cNvPr>
          <p:cNvSpPr/>
          <p:nvPr/>
        </p:nvSpPr>
        <p:spPr>
          <a:xfrm>
            <a:off x="7322771" y="4454828"/>
            <a:ext cx="3573675" cy="1308012"/>
          </a:xfrm>
          <a:custGeom>
            <a:avLst/>
            <a:gdLst>
              <a:gd name="connsiteX0" fmla="*/ 5195211 w 5219774"/>
              <a:gd name="connsiteY0" fmla="*/ 588846 h 1910505"/>
              <a:gd name="connsiteX1" fmla="*/ 5192481 w 5219774"/>
              <a:gd name="connsiteY1" fmla="*/ 605222 h 1910505"/>
              <a:gd name="connsiteX2" fmla="*/ 5191799 w 5219774"/>
              <a:gd name="connsiteY2" fmla="*/ 606927 h 1910505"/>
              <a:gd name="connsiteX3" fmla="*/ 5184293 w 5219774"/>
              <a:gd name="connsiteY3" fmla="*/ 621938 h 1910505"/>
              <a:gd name="connsiteX4" fmla="*/ 5182587 w 5219774"/>
              <a:gd name="connsiteY4" fmla="*/ 624667 h 1910505"/>
              <a:gd name="connsiteX5" fmla="*/ 5169964 w 5219774"/>
              <a:gd name="connsiteY5" fmla="*/ 638655 h 1910505"/>
              <a:gd name="connsiteX6" fmla="*/ 5158706 w 5219774"/>
              <a:gd name="connsiteY6" fmla="*/ 646843 h 1910505"/>
              <a:gd name="connsiteX7" fmla="*/ 5148812 w 5219774"/>
              <a:gd name="connsiteY7" fmla="*/ 654008 h 1910505"/>
              <a:gd name="connsiteX8" fmla="*/ 3217837 w 5219774"/>
              <a:gd name="connsiteY8" fmla="*/ 1776088 h 1910505"/>
              <a:gd name="connsiteX9" fmla="*/ 3186109 w 5219774"/>
              <a:gd name="connsiteY9" fmla="*/ 1790076 h 1910505"/>
              <a:gd name="connsiteX10" fmla="*/ 3173827 w 5219774"/>
              <a:gd name="connsiteY10" fmla="*/ 1793829 h 1910505"/>
              <a:gd name="connsiteX11" fmla="*/ 3157793 w 5219774"/>
              <a:gd name="connsiteY11" fmla="*/ 1797923 h 1910505"/>
              <a:gd name="connsiteX12" fmla="*/ 3138005 w 5219774"/>
              <a:gd name="connsiteY12" fmla="*/ 1801335 h 1910505"/>
              <a:gd name="connsiteX13" fmla="*/ 3133229 w 5219774"/>
              <a:gd name="connsiteY13" fmla="*/ 1802017 h 1910505"/>
              <a:gd name="connsiteX14" fmla="*/ 3106277 w 5219774"/>
              <a:gd name="connsiteY14" fmla="*/ 1803382 h 1910505"/>
              <a:gd name="connsiteX15" fmla="*/ 3102183 w 5219774"/>
              <a:gd name="connsiteY15" fmla="*/ 1803382 h 1910505"/>
              <a:gd name="connsiteX16" fmla="*/ 3075573 w 5219774"/>
              <a:gd name="connsiteY16" fmla="*/ 1802017 h 1910505"/>
              <a:gd name="connsiteX17" fmla="*/ 3071479 w 5219774"/>
              <a:gd name="connsiteY17" fmla="*/ 1801675 h 1910505"/>
              <a:gd name="connsiteX18" fmla="*/ 3045550 w 5219774"/>
              <a:gd name="connsiteY18" fmla="*/ 1797241 h 1910505"/>
              <a:gd name="connsiteX19" fmla="*/ 3040774 w 5219774"/>
              <a:gd name="connsiteY19" fmla="*/ 1796217 h 1910505"/>
              <a:gd name="connsiteX20" fmla="*/ 3018598 w 5219774"/>
              <a:gd name="connsiteY20" fmla="*/ 1789394 h 1910505"/>
              <a:gd name="connsiteX21" fmla="*/ 3014846 w 5219774"/>
              <a:gd name="connsiteY21" fmla="*/ 1788029 h 1910505"/>
              <a:gd name="connsiteX22" fmla="*/ 2990282 w 5219774"/>
              <a:gd name="connsiteY22" fmla="*/ 1776429 h 1910505"/>
              <a:gd name="connsiteX23" fmla="*/ 73350 w 5219774"/>
              <a:gd name="connsiteY23" fmla="*/ 92114 h 1910505"/>
              <a:gd name="connsiteX24" fmla="*/ 25928 w 5219774"/>
              <a:gd name="connsiteY24" fmla="*/ 25587 h 1910505"/>
              <a:gd name="connsiteX25" fmla="*/ 25587 w 5219774"/>
              <a:gd name="connsiteY25" fmla="*/ 107467 h 1910505"/>
              <a:gd name="connsiteX26" fmla="*/ 73008 w 5219774"/>
              <a:gd name="connsiteY26" fmla="*/ 173993 h 1910505"/>
              <a:gd name="connsiteX27" fmla="*/ 2989941 w 5219774"/>
              <a:gd name="connsiteY27" fmla="*/ 1858308 h 1910505"/>
              <a:gd name="connsiteX28" fmla="*/ 3013140 w 5219774"/>
              <a:gd name="connsiteY28" fmla="*/ 1869567 h 1910505"/>
              <a:gd name="connsiteX29" fmla="*/ 3014505 w 5219774"/>
              <a:gd name="connsiteY29" fmla="*/ 1869907 h 1910505"/>
              <a:gd name="connsiteX30" fmla="*/ 3018598 w 5219774"/>
              <a:gd name="connsiteY30" fmla="*/ 1871272 h 1910505"/>
              <a:gd name="connsiteX31" fmla="*/ 3032928 w 5219774"/>
              <a:gd name="connsiteY31" fmla="*/ 1876049 h 1910505"/>
              <a:gd name="connsiteX32" fmla="*/ 3040774 w 5219774"/>
              <a:gd name="connsiteY32" fmla="*/ 1878096 h 1910505"/>
              <a:gd name="connsiteX33" fmla="*/ 3045209 w 5219774"/>
              <a:gd name="connsiteY33" fmla="*/ 1879119 h 1910505"/>
              <a:gd name="connsiteX34" fmla="*/ 3049303 w 5219774"/>
              <a:gd name="connsiteY34" fmla="*/ 1880143 h 1910505"/>
              <a:gd name="connsiteX35" fmla="*/ 3065337 w 5219774"/>
              <a:gd name="connsiteY35" fmla="*/ 1882872 h 1910505"/>
              <a:gd name="connsiteX36" fmla="*/ 3071137 w 5219774"/>
              <a:gd name="connsiteY36" fmla="*/ 1883555 h 1910505"/>
              <a:gd name="connsiteX37" fmla="*/ 3075231 w 5219774"/>
              <a:gd name="connsiteY37" fmla="*/ 1883895 h 1910505"/>
              <a:gd name="connsiteX38" fmla="*/ 3081031 w 5219774"/>
              <a:gd name="connsiteY38" fmla="*/ 1884578 h 1910505"/>
              <a:gd name="connsiteX39" fmla="*/ 3096725 w 5219774"/>
              <a:gd name="connsiteY39" fmla="*/ 1885260 h 1910505"/>
              <a:gd name="connsiteX40" fmla="*/ 3101500 w 5219774"/>
              <a:gd name="connsiteY40" fmla="*/ 1885260 h 1910505"/>
              <a:gd name="connsiteX41" fmla="*/ 3105936 w 5219774"/>
              <a:gd name="connsiteY41" fmla="*/ 1885260 h 1910505"/>
              <a:gd name="connsiteX42" fmla="*/ 3113101 w 5219774"/>
              <a:gd name="connsiteY42" fmla="*/ 1885260 h 1910505"/>
              <a:gd name="connsiteX43" fmla="*/ 3130841 w 5219774"/>
              <a:gd name="connsiteY43" fmla="*/ 1884237 h 1910505"/>
              <a:gd name="connsiteX44" fmla="*/ 3132888 w 5219774"/>
              <a:gd name="connsiteY44" fmla="*/ 1883895 h 1910505"/>
              <a:gd name="connsiteX45" fmla="*/ 3137664 w 5219774"/>
              <a:gd name="connsiteY45" fmla="*/ 1883213 h 1910505"/>
              <a:gd name="connsiteX46" fmla="*/ 3151651 w 5219774"/>
              <a:gd name="connsiteY46" fmla="*/ 1881166 h 1910505"/>
              <a:gd name="connsiteX47" fmla="*/ 3157451 w 5219774"/>
              <a:gd name="connsiteY47" fmla="*/ 1879801 h 1910505"/>
              <a:gd name="connsiteX48" fmla="*/ 3173486 w 5219774"/>
              <a:gd name="connsiteY48" fmla="*/ 1875708 h 1910505"/>
              <a:gd name="connsiteX49" fmla="*/ 3182015 w 5219774"/>
              <a:gd name="connsiteY49" fmla="*/ 1873661 h 1910505"/>
              <a:gd name="connsiteX50" fmla="*/ 3185427 w 5219774"/>
              <a:gd name="connsiteY50" fmla="*/ 1871954 h 1910505"/>
              <a:gd name="connsiteX51" fmla="*/ 3217155 w 5219774"/>
              <a:gd name="connsiteY51" fmla="*/ 1857968 h 1910505"/>
              <a:gd name="connsiteX52" fmla="*/ 5148130 w 5219774"/>
              <a:gd name="connsiteY52" fmla="*/ 735886 h 1910505"/>
              <a:gd name="connsiteX53" fmla="*/ 5150177 w 5219774"/>
              <a:gd name="connsiteY53" fmla="*/ 734863 h 1910505"/>
              <a:gd name="connsiteX54" fmla="*/ 5158023 w 5219774"/>
              <a:gd name="connsiteY54" fmla="*/ 729062 h 1910505"/>
              <a:gd name="connsiteX55" fmla="*/ 5169282 w 5219774"/>
              <a:gd name="connsiteY55" fmla="*/ 720533 h 1910505"/>
              <a:gd name="connsiteX56" fmla="*/ 5170306 w 5219774"/>
              <a:gd name="connsiteY56" fmla="*/ 719852 h 1910505"/>
              <a:gd name="connsiteX57" fmla="*/ 5180200 w 5219774"/>
              <a:gd name="connsiteY57" fmla="*/ 709276 h 1910505"/>
              <a:gd name="connsiteX58" fmla="*/ 5181905 w 5219774"/>
              <a:gd name="connsiteY58" fmla="*/ 706887 h 1910505"/>
              <a:gd name="connsiteX59" fmla="*/ 5183610 w 5219774"/>
              <a:gd name="connsiteY59" fmla="*/ 704158 h 1910505"/>
              <a:gd name="connsiteX60" fmla="*/ 5186682 w 5219774"/>
              <a:gd name="connsiteY60" fmla="*/ 699723 h 1910505"/>
              <a:gd name="connsiteX61" fmla="*/ 5191116 w 5219774"/>
              <a:gd name="connsiteY61" fmla="*/ 690512 h 1910505"/>
              <a:gd name="connsiteX62" fmla="*/ 5191457 w 5219774"/>
              <a:gd name="connsiteY62" fmla="*/ 689147 h 1910505"/>
              <a:gd name="connsiteX63" fmla="*/ 5191799 w 5219774"/>
              <a:gd name="connsiteY63" fmla="*/ 687442 h 1910505"/>
              <a:gd name="connsiteX64" fmla="*/ 5193504 w 5219774"/>
              <a:gd name="connsiteY64" fmla="*/ 681642 h 1910505"/>
              <a:gd name="connsiteX65" fmla="*/ 5194528 w 5219774"/>
              <a:gd name="connsiteY65" fmla="*/ 672431 h 1910505"/>
              <a:gd name="connsiteX66" fmla="*/ 5194528 w 5219774"/>
              <a:gd name="connsiteY66" fmla="*/ 671066 h 1910505"/>
              <a:gd name="connsiteX67" fmla="*/ 5194528 w 5219774"/>
              <a:gd name="connsiteY67" fmla="*/ 671066 h 1910505"/>
              <a:gd name="connsiteX68" fmla="*/ 5195211 w 5219774"/>
              <a:gd name="connsiteY68" fmla="*/ 588846 h 1910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219774" h="1910505">
                <a:moveTo>
                  <a:pt x="5195211" y="588846"/>
                </a:moveTo>
                <a:cubicBezTo>
                  <a:pt x="5195211" y="594304"/>
                  <a:pt x="5194187" y="599763"/>
                  <a:pt x="5192481" y="605222"/>
                </a:cubicBezTo>
                <a:cubicBezTo>
                  <a:pt x="5192139" y="605904"/>
                  <a:pt x="5192139" y="606245"/>
                  <a:pt x="5191799" y="606927"/>
                </a:cubicBezTo>
                <a:cubicBezTo>
                  <a:pt x="5190093" y="612044"/>
                  <a:pt x="5187364" y="617161"/>
                  <a:pt x="5184293" y="621938"/>
                </a:cubicBezTo>
                <a:cubicBezTo>
                  <a:pt x="5183610" y="622962"/>
                  <a:pt x="5183270" y="623644"/>
                  <a:pt x="5182587" y="624667"/>
                </a:cubicBezTo>
                <a:cubicBezTo>
                  <a:pt x="5179176" y="629444"/>
                  <a:pt x="5174741" y="634220"/>
                  <a:pt x="5169964" y="638655"/>
                </a:cubicBezTo>
                <a:cubicBezTo>
                  <a:pt x="5166552" y="641725"/>
                  <a:pt x="5162458" y="644114"/>
                  <a:pt x="5158706" y="646843"/>
                </a:cubicBezTo>
                <a:cubicBezTo>
                  <a:pt x="5155294" y="649231"/>
                  <a:pt x="5152566" y="651619"/>
                  <a:pt x="5148812" y="654008"/>
                </a:cubicBezTo>
                <a:lnTo>
                  <a:pt x="3217837" y="1776088"/>
                </a:lnTo>
                <a:cubicBezTo>
                  <a:pt x="3208284" y="1781547"/>
                  <a:pt x="3197368" y="1786323"/>
                  <a:pt x="3186109" y="1790076"/>
                </a:cubicBezTo>
                <a:cubicBezTo>
                  <a:pt x="3182015" y="1791441"/>
                  <a:pt x="3177921" y="1792464"/>
                  <a:pt x="3173827" y="1793829"/>
                </a:cubicBezTo>
                <a:cubicBezTo>
                  <a:pt x="3168709" y="1795193"/>
                  <a:pt x="3163252" y="1796558"/>
                  <a:pt x="3157793" y="1797923"/>
                </a:cubicBezTo>
                <a:cubicBezTo>
                  <a:pt x="3151311" y="1799288"/>
                  <a:pt x="3144829" y="1800311"/>
                  <a:pt x="3138005" y="1801335"/>
                </a:cubicBezTo>
                <a:cubicBezTo>
                  <a:pt x="3136300" y="1801675"/>
                  <a:pt x="3134935" y="1801675"/>
                  <a:pt x="3133229" y="1802017"/>
                </a:cubicBezTo>
                <a:cubicBezTo>
                  <a:pt x="3124359" y="1803040"/>
                  <a:pt x="3115148" y="1803382"/>
                  <a:pt x="3106277" y="1803382"/>
                </a:cubicBezTo>
                <a:cubicBezTo>
                  <a:pt x="3104912" y="1803382"/>
                  <a:pt x="3103548" y="1803382"/>
                  <a:pt x="3102183" y="1803382"/>
                </a:cubicBezTo>
                <a:cubicBezTo>
                  <a:pt x="3093313" y="1803382"/>
                  <a:pt x="3084442" y="1802699"/>
                  <a:pt x="3075573" y="1802017"/>
                </a:cubicBezTo>
                <a:cubicBezTo>
                  <a:pt x="3074208" y="1802017"/>
                  <a:pt x="3072843" y="1801675"/>
                  <a:pt x="3071479" y="1801675"/>
                </a:cubicBezTo>
                <a:cubicBezTo>
                  <a:pt x="3062608" y="1800652"/>
                  <a:pt x="3054079" y="1799288"/>
                  <a:pt x="3045550" y="1797241"/>
                </a:cubicBezTo>
                <a:cubicBezTo>
                  <a:pt x="3043845" y="1796899"/>
                  <a:pt x="3042480" y="1796558"/>
                  <a:pt x="3040774" y="1796217"/>
                </a:cubicBezTo>
                <a:cubicBezTo>
                  <a:pt x="3033268" y="1794170"/>
                  <a:pt x="3025762" y="1792123"/>
                  <a:pt x="3018598" y="1789394"/>
                </a:cubicBezTo>
                <a:cubicBezTo>
                  <a:pt x="3017233" y="1789052"/>
                  <a:pt x="3015869" y="1788712"/>
                  <a:pt x="3014846" y="1788029"/>
                </a:cubicBezTo>
                <a:cubicBezTo>
                  <a:pt x="3006317" y="1784617"/>
                  <a:pt x="2998128" y="1780865"/>
                  <a:pt x="2990282" y="1776429"/>
                </a:cubicBezTo>
                <a:lnTo>
                  <a:pt x="73350" y="92114"/>
                </a:lnTo>
                <a:cubicBezTo>
                  <a:pt x="41622" y="73691"/>
                  <a:pt x="25928" y="49810"/>
                  <a:pt x="25928" y="25587"/>
                </a:cubicBezTo>
                <a:lnTo>
                  <a:pt x="25587" y="107467"/>
                </a:lnTo>
                <a:cubicBezTo>
                  <a:pt x="25587" y="131347"/>
                  <a:pt x="41280" y="155570"/>
                  <a:pt x="73008" y="173993"/>
                </a:cubicBezTo>
                <a:lnTo>
                  <a:pt x="2989941" y="1858308"/>
                </a:lnTo>
                <a:cubicBezTo>
                  <a:pt x="2997105" y="1862402"/>
                  <a:pt x="3004952" y="1866155"/>
                  <a:pt x="3013140" y="1869567"/>
                </a:cubicBezTo>
                <a:cubicBezTo>
                  <a:pt x="3013481" y="1869567"/>
                  <a:pt x="3014163" y="1869907"/>
                  <a:pt x="3014505" y="1869907"/>
                </a:cubicBezTo>
                <a:cubicBezTo>
                  <a:pt x="3015869" y="1870249"/>
                  <a:pt x="3017233" y="1870931"/>
                  <a:pt x="3018598" y="1871272"/>
                </a:cubicBezTo>
                <a:cubicBezTo>
                  <a:pt x="3023375" y="1872979"/>
                  <a:pt x="3028151" y="1874684"/>
                  <a:pt x="3032928" y="1876049"/>
                </a:cubicBezTo>
                <a:cubicBezTo>
                  <a:pt x="3035656" y="1876731"/>
                  <a:pt x="3038386" y="1877413"/>
                  <a:pt x="3040774" y="1878096"/>
                </a:cubicBezTo>
                <a:cubicBezTo>
                  <a:pt x="3042139" y="1878437"/>
                  <a:pt x="3043845" y="1878778"/>
                  <a:pt x="3045209" y="1879119"/>
                </a:cubicBezTo>
                <a:cubicBezTo>
                  <a:pt x="3046574" y="1879460"/>
                  <a:pt x="3047939" y="1879801"/>
                  <a:pt x="3049303" y="1880143"/>
                </a:cubicBezTo>
                <a:cubicBezTo>
                  <a:pt x="3054421" y="1881166"/>
                  <a:pt x="3059879" y="1882190"/>
                  <a:pt x="3065337" y="1882872"/>
                </a:cubicBezTo>
                <a:cubicBezTo>
                  <a:pt x="3067044" y="1883213"/>
                  <a:pt x="3069091" y="1883213"/>
                  <a:pt x="3071137" y="1883555"/>
                </a:cubicBezTo>
                <a:cubicBezTo>
                  <a:pt x="3072502" y="1883555"/>
                  <a:pt x="3073866" y="1883895"/>
                  <a:pt x="3075231" y="1883895"/>
                </a:cubicBezTo>
                <a:cubicBezTo>
                  <a:pt x="3077278" y="1884237"/>
                  <a:pt x="3079325" y="1884237"/>
                  <a:pt x="3081031" y="1884578"/>
                </a:cubicBezTo>
                <a:cubicBezTo>
                  <a:pt x="3086149" y="1884919"/>
                  <a:pt x="3091607" y="1885260"/>
                  <a:pt x="3096725" y="1885260"/>
                </a:cubicBezTo>
                <a:cubicBezTo>
                  <a:pt x="3098430" y="1885260"/>
                  <a:pt x="3100136" y="1885260"/>
                  <a:pt x="3101500" y="1885260"/>
                </a:cubicBezTo>
                <a:cubicBezTo>
                  <a:pt x="3102865" y="1885260"/>
                  <a:pt x="3104230" y="1885260"/>
                  <a:pt x="3105936" y="1885260"/>
                </a:cubicBezTo>
                <a:cubicBezTo>
                  <a:pt x="3108324" y="1885260"/>
                  <a:pt x="3110712" y="1885260"/>
                  <a:pt x="3113101" y="1885260"/>
                </a:cubicBezTo>
                <a:cubicBezTo>
                  <a:pt x="3118900" y="1884919"/>
                  <a:pt x="3125041" y="1884578"/>
                  <a:pt x="3130841" y="1884237"/>
                </a:cubicBezTo>
                <a:cubicBezTo>
                  <a:pt x="3131523" y="1884237"/>
                  <a:pt x="3132206" y="1883895"/>
                  <a:pt x="3132888" y="1883895"/>
                </a:cubicBezTo>
                <a:cubicBezTo>
                  <a:pt x="3134593" y="1883555"/>
                  <a:pt x="3135958" y="1883555"/>
                  <a:pt x="3137664" y="1883213"/>
                </a:cubicBezTo>
                <a:cubicBezTo>
                  <a:pt x="3142440" y="1882531"/>
                  <a:pt x="3146875" y="1882190"/>
                  <a:pt x="3151651" y="1881166"/>
                </a:cubicBezTo>
                <a:cubicBezTo>
                  <a:pt x="3153698" y="1880825"/>
                  <a:pt x="3155404" y="1880143"/>
                  <a:pt x="3157451" y="1879801"/>
                </a:cubicBezTo>
                <a:cubicBezTo>
                  <a:pt x="3162910" y="1878778"/>
                  <a:pt x="3168369" y="1877413"/>
                  <a:pt x="3173486" y="1875708"/>
                </a:cubicBezTo>
                <a:cubicBezTo>
                  <a:pt x="3176215" y="1875026"/>
                  <a:pt x="3179285" y="1874343"/>
                  <a:pt x="3182015" y="1873661"/>
                </a:cubicBezTo>
                <a:cubicBezTo>
                  <a:pt x="3183380" y="1873319"/>
                  <a:pt x="3184403" y="1872637"/>
                  <a:pt x="3185427" y="1871954"/>
                </a:cubicBezTo>
                <a:cubicBezTo>
                  <a:pt x="3196685" y="1868202"/>
                  <a:pt x="3207602" y="1863767"/>
                  <a:pt x="3217155" y="1857968"/>
                </a:cubicBezTo>
                <a:lnTo>
                  <a:pt x="5148130" y="735886"/>
                </a:lnTo>
                <a:cubicBezTo>
                  <a:pt x="5148812" y="735545"/>
                  <a:pt x="5149494" y="735204"/>
                  <a:pt x="5150177" y="734863"/>
                </a:cubicBezTo>
                <a:cubicBezTo>
                  <a:pt x="5153248" y="733157"/>
                  <a:pt x="5155294" y="730769"/>
                  <a:pt x="5158023" y="729062"/>
                </a:cubicBezTo>
                <a:cubicBezTo>
                  <a:pt x="5161777" y="726334"/>
                  <a:pt x="5166212" y="723605"/>
                  <a:pt x="5169282" y="720533"/>
                </a:cubicBezTo>
                <a:cubicBezTo>
                  <a:pt x="5169624" y="720193"/>
                  <a:pt x="5169964" y="719852"/>
                  <a:pt x="5170306" y="719852"/>
                </a:cubicBezTo>
                <a:cubicBezTo>
                  <a:pt x="5174058" y="716440"/>
                  <a:pt x="5177470" y="712687"/>
                  <a:pt x="5180200" y="709276"/>
                </a:cubicBezTo>
                <a:cubicBezTo>
                  <a:pt x="5180882" y="708594"/>
                  <a:pt x="5181223" y="707570"/>
                  <a:pt x="5181905" y="706887"/>
                </a:cubicBezTo>
                <a:cubicBezTo>
                  <a:pt x="5182587" y="705864"/>
                  <a:pt x="5182928" y="705182"/>
                  <a:pt x="5183610" y="704158"/>
                </a:cubicBezTo>
                <a:cubicBezTo>
                  <a:pt x="5184635" y="702793"/>
                  <a:pt x="5185658" y="701088"/>
                  <a:pt x="5186682" y="699723"/>
                </a:cubicBezTo>
                <a:cubicBezTo>
                  <a:pt x="5188387" y="696653"/>
                  <a:pt x="5189752" y="693582"/>
                  <a:pt x="5191116" y="690512"/>
                </a:cubicBezTo>
                <a:cubicBezTo>
                  <a:pt x="5191457" y="690171"/>
                  <a:pt x="5191457" y="689489"/>
                  <a:pt x="5191457" y="689147"/>
                </a:cubicBezTo>
                <a:cubicBezTo>
                  <a:pt x="5191799" y="688465"/>
                  <a:pt x="5191799" y="688124"/>
                  <a:pt x="5191799" y="687442"/>
                </a:cubicBezTo>
                <a:cubicBezTo>
                  <a:pt x="5192481" y="685394"/>
                  <a:pt x="5193164" y="683688"/>
                  <a:pt x="5193504" y="681642"/>
                </a:cubicBezTo>
                <a:cubicBezTo>
                  <a:pt x="5194187" y="678571"/>
                  <a:pt x="5194528" y="675501"/>
                  <a:pt x="5194528" y="672431"/>
                </a:cubicBezTo>
                <a:cubicBezTo>
                  <a:pt x="5194528" y="672089"/>
                  <a:pt x="5194528" y="671407"/>
                  <a:pt x="5194528" y="671066"/>
                </a:cubicBezTo>
                <a:lnTo>
                  <a:pt x="5194528" y="671066"/>
                </a:lnTo>
                <a:lnTo>
                  <a:pt x="5195211" y="58884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C9642CA-101E-4B3A-8996-1B8B57AE038E}"/>
              </a:ext>
            </a:extLst>
          </p:cNvPr>
          <p:cNvSpPr/>
          <p:nvPr/>
        </p:nvSpPr>
        <p:spPr>
          <a:xfrm>
            <a:off x="7322682" y="3623014"/>
            <a:ext cx="3573675" cy="2078805"/>
          </a:xfrm>
          <a:custGeom>
            <a:avLst/>
            <a:gdLst>
              <a:gd name="connsiteX0" fmla="*/ 5147918 w 5219774"/>
              <a:gd name="connsiteY0" fmla="*/ 1737281 h 3036339"/>
              <a:gd name="connsiteX1" fmla="*/ 5148600 w 5219774"/>
              <a:gd name="connsiteY1" fmla="*/ 1868970 h 3036339"/>
              <a:gd name="connsiteX2" fmla="*/ 3217625 w 5219774"/>
              <a:gd name="connsiteY2" fmla="*/ 2991050 h 3036339"/>
              <a:gd name="connsiteX3" fmla="*/ 2990070 w 5219774"/>
              <a:gd name="connsiteY3" fmla="*/ 2991050 h 3036339"/>
              <a:gd name="connsiteX4" fmla="*/ 73137 w 5219774"/>
              <a:gd name="connsiteY4" fmla="*/ 1306735 h 3036339"/>
              <a:gd name="connsiteX5" fmla="*/ 72455 w 5219774"/>
              <a:gd name="connsiteY5" fmla="*/ 1175047 h 3036339"/>
              <a:gd name="connsiteX6" fmla="*/ 2003431 w 5219774"/>
              <a:gd name="connsiteY6" fmla="*/ 52965 h 3036339"/>
              <a:gd name="connsiteX7" fmla="*/ 2230985 w 5219774"/>
              <a:gd name="connsiteY7" fmla="*/ 52965 h 3036339"/>
              <a:gd name="connsiteX8" fmla="*/ 5147918 w 5219774"/>
              <a:gd name="connsiteY8" fmla="*/ 1737281 h 303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19774" h="3036339">
                <a:moveTo>
                  <a:pt x="5147918" y="1737281"/>
                </a:moveTo>
                <a:cubicBezTo>
                  <a:pt x="5211033" y="1773785"/>
                  <a:pt x="5211375" y="1832465"/>
                  <a:pt x="5148600" y="1868970"/>
                </a:cubicBezTo>
                <a:lnTo>
                  <a:pt x="3217625" y="2991050"/>
                </a:lnTo>
                <a:cubicBezTo>
                  <a:pt x="3154852" y="3027555"/>
                  <a:pt x="3053185" y="3027555"/>
                  <a:pt x="2990070" y="2991050"/>
                </a:cubicBezTo>
                <a:lnTo>
                  <a:pt x="73137" y="1306735"/>
                </a:lnTo>
                <a:cubicBezTo>
                  <a:pt x="10022" y="1270230"/>
                  <a:pt x="9682" y="1211551"/>
                  <a:pt x="72455" y="1175047"/>
                </a:cubicBezTo>
                <a:lnTo>
                  <a:pt x="2003431" y="52965"/>
                </a:lnTo>
                <a:cubicBezTo>
                  <a:pt x="2066204" y="16461"/>
                  <a:pt x="2167870" y="16461"/>
                  <a:pt x="2230985" y="52965"/>
                </a:cubicBezTo>
                <a:lnTo>
                  <a:pt x="5147918" y="173728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8502564-83C6-4F15-B472-AE5C010A8871}"/>
              </a:ext>
            </a:extLst>
          </p:cNvPr>
          <p:cNvSpPr/>
          <p:nvPr/>
        </p:nvSpPr>
        <p:spPr>
          <a:xfrm>
            <a:off x="8177648" y="3830895"/>
            <a:ext cx="2359094" cy="1378084"/>
          </a:xfrm>
          <a:custGeom>
            <a:avLst/>
            <a:gdLst>
              <a:gd name="connsiteX0" fmla="*/ 3430383 w 3445733"/>
              <a:gd name="connsiteY0" fmla="*/ 1420683 h 2012854"/>
              <a:gd name="connsiteX1" fmla="*/ 1025875 w 3445733"/>
              <a:gd name="connsiteY1" fmla="*/ 32495 h 2012854"/>
              <a:gd name="connsiteX2" fmla="*/ 968901 w 3445733"/>
              <a:gd name="connsiteY2" fmla="*/ 32495 h 2012854"/>
              <a:gd name="connsiteX3" fmla="*/ 37188 w 3445733"/>
              <a:gd name="connsiteY3" fmla="*/ 573919 h 2012854"/>
              <a:gd name="connsiteX4" fmla="*/ 37529 w 3445733"/>
              <a:gd name="connsiteY4" fmla="*/ 607012 h 2012854"/>
              <a:gd name="connsiteX5" fmla="*/ 2442037 w 3445733"/>
              <a:gd name="connsiteY5" fmla="*/ 1995199 h 2012854"/>
              <a:gd name="connsiteX6" fmla="*/ 2499011 w 3445733"/>
              <a:gd name="connsiteY6" fmla="*/ 1995199 h 2012854"/>
              <a:gd name="connsiteX7" fmla="*/ 3430723 w 3445733"/>
              <a:gd name="connsiteY7" fmla="*/ 1453776 h 2012854"/>
              <a:gd name="connsiteX8" fmla="*/ 3430383 w 3445733"/>
              <a:gd name="connsiteY8" fmla="*/ 1420683 h 201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733" h="2012854">
                <a:moveTo>
                  <a:pt x="3430383" y="1420683"/>
                </a:moveTo>
                <a:lnTo>
                  <a:pt x="1025875" y="32495"/>
                </a:lnTo>
                <a:cubicBezTo>
                  <a:pt x="1010182" y="23284"/>
                  <a:pt x="984594" y="23284"/>
                  <a:pt x="968901" y="32495"/>
                </a:cubicBezTo>
                <a:lnTo>
                  <a:pt x="37188" y="573919"/>
                </a:lnTo>
                <a:cubicBezTo>
                  <a:pt x="21494" y="583130"/>
                  <a:pt x="21836" y="597800"/>
                  <a:pt x="37529" y="607012"/>
                </a:cubicBezTo>
                <a:lnTo>
                  <a:pt x="2442037" y="1995199"/>
                </a:lnTo>
                <a:cubicBezTo>
                  <a:pt x="2457731" y="2004410"/>
                  <a:pt x="2483318" y="2004410"/>
                  <a:pt x="2499011" y="1995199"/>
                </a:cubicBezTo>
                <a:lnTo>
                  <a:pt x="3430723" y="1453776"/>
                </a:lnTo>
                <a:cubicBezTo>
                  <a:pt x="3446076" y="1444564"/>
                  <a:pt x="3446076" y="1429894"/>
                  <a:pt x="3430383" y="142068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 dirty="0">
              <a:solidFill>
                <a:srgbClr val="272E3A"/>
              </a:solidFill>
              <a:latin typeface="Montserrat Light"/>
            </a:endParaRPr>
          </a:p>
        </p:txBody>
      </p: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0BAE5F60-EDB8-4E91-82E0-0A986CD1F52D}"/>
              </a:ext>
            </a:extLst>
          </p:cNvPr>
          <p:cNvGrpSpPr/>
          <p:nvPr/>
        </p:nvGrpSpPr>
        <p:grpSpPr>
          <a:xfrm>
            <a:off x="8147430" y="3858924"/>
            <a:ext cx="2347969" cy="1372245"/>
            <a:chOff x="15710828" y="7671861"/>
            <a:chExt cx="4696549" cy="274484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FEFA0C-D3F8-4997-8283-7F42A755839F}"/>
                </a:ext>
              </a:extLst>
            </p:cNvPr>
            <p:cNvSpPr/>
            <p:nvPr/>
          </p:nvSpPr>
          <p:spPr>
            <a:xfrm>
              <a:off x="17001898" y="7671861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2 w 238813"/>
                <a:gd name="connsiteY1" fmla="*/ 32495 h 136464"/>
                <a:gd name="connsiteX2" fmla="*/ 63458 w 238813"/>
                <a:gd name="connsiteY2" fmla="*/ 32495 h 136464"/>
                <a:gd name="connsiteX3" fmla="*/ 37189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3 h 136464"/>
                <a:gd name="connsiteX6" fmla="*/ 187299 w 238813"/>
                <a:gd name="connsiteY6" fmla="*/ 134503 h 136464"/>
                <a:gd name="connsiteX7" fmla="*/ 213569 w 238813"/>
                <a:gd name="connsiteY7" fmla="*/ 119151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2" y="32495"/>
                  </a:lnTo>
                  <a:cubicBezTo>
                    <a:pt x="104738" y="23284"/>
                    <a:pt x="79151" y="23284"/>
                    <a:pt x="63458" y="32495"/>
                  </a:cubicBezTo>
                  <a:lnTo>
                    <a:pt x="37189" y="47848"/>
                  </a:lnTo>
                  <a:cubicBezTo>
                    <a:pt x="21494" y="57059"/>
                    <a:pt x="21836" y="71729"/>
                    <a:pt x="37529" y="80941"/>
                  </a:cubicBezTo>
                  <a:lnTo>
                    <a:pt x="130325" y="134503"/>
                  </a:lnTo>
                  <a:cubicBezTo>
                    <a:pt x="146019" y="143714"/>
                    <a:pt x="171606" y="143714"/>
                    <a:pt x="187299" y="134503"/>
                  </a:cubicBezTo>
                  <a:lnTo>
                    <a:pt x="213569" y="119151"/>
                  </a:lnTo>
                  <a:cubicBezTo>
                    <a:pt x="229262" y="109939"/>
                    <a:pt x="228921" y="95270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82D5E4B-6616-4610-B571-E9977CA4CDA7}"/>
                </a:ext>
              </a:extLst>
            </p:cNvPr>
            <p:cNvSpPr/>
            <p:nvPr/>
          </p:nvSpPr>
          <p:spPr>
            <a:xfrm>
              <a:off x="17238598" y="7808753"/>
              <a:ext cx="327045" cy="186884"/>
            </a:xfrm>
            <a:custGeom>
              <a:avLst/>
              <a:gdLst>
                <a:gd name="connsiteX0" fmla="*/ 213354 w 238813"/>
                <a:gd name="connsiteY0" fmla="*/ 86058 h 136464"/>
                <a:gd name="connsiteX1" fmla="*/ 120558 w 238813"/>
                <a:gd name="connsiteY1" fmla="*/ 32496 h 136464"/>
                <a:gd name="connsiteX2" fmla="*/ 63585 w 238813"/>
                <a:gd name="connsiteY2" fmla="*/ 32496 h 136464"/>
                <a:gd name="connsiteX3" fmla="*/ 37315 w 238813"/>
                <a:gd name="connsiteY3" fmla="*/ 47848 h 136464"/>
                <a:gd name="connsiteX4" fmla="*/ 37656 w 238813"/>
                <a:gd name="connsiteY4" fmla="*/ 80941 h 136464"/>
                <a:gd name="connsiteX5" fmla="*/ 130452 w 238813"/>
                <a:gd name="connsiteY5" fmla="*/ 134503 h 136464"/>
                <a:gd name="connsiteX6" fmla="*/ 187427 w 238813"/>
                <a:gd name="connsiteY6" fmla="*/ 134503 h 136464"/>
                <a:gd name="connsiteX7" fmla="*/ 213696 w 238813"/>
                <a:gd name="connsiteY7" fmla="*/ 119151 h 136464"/>
                <a:gd name="connsiteX8" fmla="*/ 213354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354" y="86058"/>
                  </a:moveTo>
                  <a:lnTo>
                    <a:pt x="120558" y="32496"/>
                  </a:lnTo>
                  <a:cubicBezTo>
                    <a:pt x="104524" y="23284"/>
                    <a:pt x="79278" y="23284"/>
                    <a:pt x="63585" y="32496"/>
                  </a:cubicBezTo>
                  <a:lnTo>
                    <a:pt x="37315" y="47848"/>
                  </a:lnTo>
                  <a:cubicBezTo>
                    <a:pt x="21622" y="57059"/>
                    <a:pt x="21622" y="71729"/>
                    <a:pt x="37656" y="80941"/>
                  </a:cubicBezTo>
                  <a:lnTo>
                    <a:pt x="130452" y="134503"/>
                  </a:lnTo>
                  <a:cubicBezTo>
                    <a:pt x="146145" y="143714"/>
                    <a:pt x="171732" y="143714"/>
                    <a:pt x="187427" y="134503"/>
                  </a:cubicBezTo>
                  <a:lnTo>
                    <a:pt x="213696" y="119151"/>
                  </a:lnTo>
                  <a:cubicBezTo>
                    <a:pt x="229389" y="109940"/>
                    <a:pt x="229048" y="94928"/>
                    <a:pt x="213354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446C4F-BDC5-48E7-834B-AE581062839F}"/>
                </a:ext>
              </a:extLst>
            </p:cNvPr>
            <p:cNvSpPr/>
            <p:nvPr/>
          </p:nvSpPr>
          <p:spPr>
            <a:xfrm>
              <a:off x="17475474" y="7945644"/>
              <a:ext cx="327045" cy="186884"/>
            </a:xfrm>
            <a:custGeom>
              <a:avLst/>
              <a:gdLst>
                <a:gd name="connsiteX0" fmla="*/ 213354 w 238813"/>
                <a:gd name="connsiteY0" fmla="*/ 86058 h 136464"/>
                <a:gd name="connsiteX1" fmla="*/ 120558 w 238813"/>
                <a:gd name="connsiteY1" fmla="*/ 32495 h 136464"/>
                <a:gd name="connsiteX2" fmla="*/ 63584 w 238813"/>
                <a:gd name="connsiteY2" fmla="*/ 32495 h 136464"/>
                <a:gd name="connsiteX3" fmla="*/ 37315 w 238813"/>
                <a:gd name="connsiteY3" fmla="*/ 47848 h 136464"/>
                <a:gd name="connsiteX4" fmla="*/ 37656 w 238813"/>
                <a:gd name="connsiteY4" fmla="*/ 80941 h 136464"/>
                <a:gd name="connsiteX5" fmla="*/ 130452 w 238813"/>
                <a:gd name="connsiteY5" fmla="*/ 134503 h 136464"/>
                <a:gd name="connsiteX6" fmla="*/ 187426 w 238813"/>
                <a:gd name="connsiteY6" fmla="*/ 134503 h 136464"/>
                <a:gd name="connsiteX7" fmla="*/ 213696 w 238813"/>
                <a:gd name="connsiteY7" fmla="*/ 119151 h 136464"/>
                <a:gd name="connsiteX8" fmla="*/ 213354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354" y="86058"/>
                  </a:moveTo>
                  <a:lnTo>
                    <a:pt x="120558" y="32495"/>
                  </a:lnTo>
                  <a:cubicBezTo>
                    <a:pt x="104524" y="23284"/>
                    <a:pt x="79278" y="23284"/>
                    <a:pt x="63584" y="32495"/>
                  </a:cubicBezTo>
                  <a:lnTo>
                    <a:pt x="37315" y="47848"/>
                  </a:lnTo>
                  <a:cubicBezTo>
                    <a:pt x="21622" y="57059"/>
                    <a:pt x="21622" y="71729"/>
                    <a:pt x="37656" y="80941"/>
                  </a:cubicBezTo>
                  <a:lnTo>
                    <a:pt x="130452" y="134503"/>
                  </a:lnTo>
                  <a:cubicBezTo>
                    <a:pt x="146145" y="143714"/>
                    <a:pt x="171732" y="143714"/>
                    <a:pt x="187426" y="134503"/>
                  </a:cubicBezTo>
                  <a:lnTo>
                    <a:pt x="213696" y="119151"/>
                  </a:lnTo>
                  <a:cubicBezTo>
                    <a:pt x="229389" y="109939"/>
                    <a:pt x="229047" y="94928"/>
                    <a:pt x="213354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9CCFBC-1147-4F41-88B4-F9B477D83032}"/>
                </a:ext>
              </a:extLst>
            </p:cNvPr>
            <p:cNvSpPr/>
            <p:nvPr/>
          </p:nvSpPr>
          <p:spPr>
            <a:xfrm>
              <a:off x="17712522" y="8082069"/>
              <a:ext cx="327045" cy="186884"/>
            </a:xfrm>
            <a:custGeom>
              <a:avLst/>
              <a:gdLst>
                <a:gd name="connsiteX0" fmla="*/ 213228 w 238813"/>
                <a:gd name="connsiteY0" fmla="*/ 86058 h 136464"/>
                <a:gd name="connsiteX1" fmla="*/ 120432 w 238813"/>
                <a:gd name="connsiteY1" fmla="*/ 32496 h 136464"/>
                <a:gd name="connsiteX2" fmla="*/ 63457 w 238813"/>
                <a:gd name="connsiteY2" fmla="*/ 32496 h 136464"/>
                <a:gd name="connsiteX3" fmla="*/ 37188 w 238813"/>
                <a:gd name="connsiteY3" fmla="*/ 47848 h 136464"/>
                <a:gd name="connsiteX4" fmla="*/ 37530 w 238813"/>
                <a:gd name="connsiteY4" fmla="*/ 80941 h 136464"/>
                <a:gd name="connsiteX5" fmla="*/ 130326 w 238813"/>
                <a:gd name="connsiteY5" fmla="*/ 134503 h 136464"/>
                <a:gd name="connsiteX6" fmla="*/ 187299 w 238813"/>
                <a:gd name="connsiteY6" fmla="*/ 134503 h 136464"/>
                <a:gd name="connsiteX7" fmla="*/ 213568 w 238813"/>
                <a:gd name="connsiteY7" fmla="*/ 119151 h 136464"/>
                <a:gd name="connsiteX8" fmla="*/ 213228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8" y="86058"/>
                  </a:moveTo>
                  <a:lnTo>
                    <a:pt x="120432" y="32496"/>
                  </a:lnTo>
                  <a:cubicBezTo>
                    <a:pt x="104738" y="23284"/>
                    <a:pt x="79151" y="23284"/>
                    <a:pt x="63457" y="32496"/>
                  </a:cubicBezTo>
                  <a:lnTo>
                    <a:pt x="37188" y="47848"/>
                  </a:lnTo>
                  <a:cubicBezTo>
                    <a:pt x="21495" y="57059"/>
                    <a:pt x="21835" y="71729"/>
                    <a:pt x="37530" y="80941"/>
                  </a:cubicBezTo>
                  <a:lnTo>
                    <a:pt x="130326" y="134503"/>
                  </a:lnTo>
                  <a:cubicBezTo>
                    <a:pt x="146359" y="143714"/>
                    <a:pt x="171606" y="143714"/>
                    <a:pt x="187299" y="134503"/>
                  </a:cubicBezTo>
                  <a:lnTo>
                    <a:pt x="213568" y="119151"/>
                  </a:lnTo>
                  <a:cubicBezTo>
                    <a:pt x="228921" y="109939"/>
                    <a:pt x="228921" y="95269"/>
                    <a:pt x="213228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75970A3-3D99-4A13-9EE6-59001AA8EA36}"/>
                </a:ext>
              </a:extLst>
            </p:cNvPr>
            <p:cNvSpPr/>
            <p:nvPr/>
          </p:nvSpPr>
          <p:spPr>
            <a:xfrm>
              <a:off x="17949395" y="8218961"/>
              <a:ext cx="327045" cy="186884"/>
            </a:xfrm>
            <a:custGeom>
              <a:avLst/>
              <a:gdLst>
                <a:gd name="connsiteX0" fmla="*/ 213228 w 238813"/>
                <a:gd name="connsiteY0" fmla="*/ 86058 h 136464"/>
                <a:gd name="connsiteX1" fmla="*/ 120432 w 238813"/>
                <a:gd name="connsiteY1" fmla="*/ 32496 h 136464"/>
                <a:gd name="connsiteX2" fmla="*/ 63458 w 238813"/>
                <a:gd name="connsiteY2" fmla="*/ 32496 h 136464"/>
                <a:gd name="connsiteX3" fmla="*/ 37189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3 h 136464"/>
                <a:gd name="connsiteX6" fmla="*/ 187299 w 238813"/>
                <a:gd name="connsiteY6" fmla="*/ 134503 h 136464"/>
                <a:gd name="connsiteX7" fmla="*/ 213569 w 238813"/>
                <a:gd name="connsiteY7" fmla="*/ 119151 h 136464"/>
                <a:gd name="connsiteX8" fmla="*/ 213228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8" y="86058"/>
                  </a:moveTo>
                  <a:lnTo>
                    <a:pt x="120432" y="32496"/>
                  </a:lnTo>
                  <a:cubicBezTo>
                    <a:pt x="104738" y="23284"/>
                    <a:pt x="79151" y="23284"/>
                    <a:pt x="63458" y="32496"/>
                  </a:cubicBezTo>
                  <a:lnTo>
                    <a:pt x="37189" y="47848"/>
                  </a:lnTo>
                  <a:cubicBezTo>
                    <a:pt x="21494" y="57059"/>
                    <a:pt x="21836" y="71730"/>
                    <a:pt x="37529" y="80941"/>
                  </a:cubicBezTo>
                  <a:lnTo>
                    <a:pt x="130325" y="134503"/>
                  </a:lnTo>
                  <a:cubicBezTo>
                    <a:pt x="146019" y="143714"/>
                    <a:pt x="171606" y="143714"/>
                    <a:pt x="187299" y="134503"/>
                  </a:cubicBezTo>
                  <a:lnTo>
                    <a:pt x="213569" y="119151"/>
                  </a:lnTo>
                  <a:cubicBezTo>
                    <a:pt x="228921" y="109940"/>
                    <a:pt x="228921" y="94928"/>
                    <a:pt x="213228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C02897-3CAB-454B-8CA9-BC38171C0008}"/>
                </a:ext>
              </a:extLst>
            </p:cNvPr>
            <p:cNvSpPr/>
            <p:nvPr/>
          </p:nvSpPr>
          <p:spPr>
            <a:xfrm>
              <a:off x="18186270" y="8355386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1 w 238813"/>
                <a:gd name="connsiteY1" fmla="*/ 32495 h 136464"/>
                <a:gd name="connsiteX2" fmla="*/ 63458 w 238813"/>
                <a:gd name="connsiteY2" fmla="*/ 32495 h 136464"/>
                <a:gd name="connsiteX3" fmla="*/ 37188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2 h 136464"/>
                <a:gd name="connsiteX6" fmla="*/ 187300 w 238813"/>
                <a:gd name="connsiteY6" fmla="*/ 134502 h 136464"/>
                <a:gd name="connsiteX7" fmla="*/ 213569 w 238813"/>
                <a:gd name="connsiteY7" fmla="*/ 119151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1" y="32495"/>
                  </a:lnTo>
                  <a:cubicBezTo>
                    <a:pt x="104738" y="23284"/>
                    <a:pt x="79151" y="23284"/>
                    <a:pt x="63458" y="32495"/>
                  </a:cubicBezTo>
                  <a:lnTo>
                    <a:pt x="37188" y="47848"/>
                  </a:lnTo>
                  <a:cubicBezTo>
                    <a:pt x="21494" y="57059"/>
                    <a:pt x="21836" y="71729"/>
                    <a:pt x="37529" y="80941"/>
                  </a:cubicBezTo>
                  <a:lnTo>
                    <a:pt x="130325" y="134502"/>
                  </a:lnTo>
                  <a:cubicBezTo>
                    <a:pt x="146018" y="143714"/>
                    <a:pt x="171605" y="143714"/>
                    <a:pt x="187300" y="134502"/>
                  </a:cubicBezTo>
                  <a:lnTo>
                    <a:pt x="213569" y="119151"/>
                  </a:lnTo>
                  <a:cubicBezTo>
                    <a:pt x="228921" y="109939"/>
                    <a:pt x="228580" y="95269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7F0CFB-22DF-48C3-B8F7-CAF29516FBAF}"/>
                </a:ext>
              </a:extLst>
            </p:cNvPr>
            <p:cNvSpPr/>
            <p:nvPr/>
          </p:nvSpPr>
          <p:spPr>
            <a:xfrm>
              <a:off x="18422503" y="8492278"/>
              <a:ext cx="327045" cy="186884"/>
            </a:xfrm>
            <a:custGeom>
              <a:avLst/>
              <a:gdLst>
                <a:gd name="connsiteX0" fmla="*/ 213354 w 238813"/>
                <a:gd name="connsiteY0" fmla="*/ 86058 h 136464"/>
                <a:gd name="connsiteX1" fmla="*/ 120558 w 238813"/>
                <a:gd name="connsiteY1" fmla="*/ 32495 h 136464"/>
                <a:gd name="connsiteX2" fmla="*/ 63585 w 238813"/>
                <a:gd name="connsiteY2" fmla="*/ 32495 h 136464"/>
                <a:gd name="connsiteX3" fmla="*/ 37315 w 238813"/>
                <a:gd name="connsiteY3" fmla="*/ 47848 h 136464"/>
                <a:gd name="connsiteX4" fmla="*/ 37656 w 238813"/>
                <a:gd name="connsiteY4" fmla="*/ 80941 h 136464"/>
                <a:gd name="connsiteX5" fmla="*/ 130452 w 238813"/>
                <a:gd name="connsiteY5" fmla="*/ 134503 h 136464"/>
                <a:gd name="connsiteX6" fmla="*/ 187427 w 238813"/>
                <a:gd name="connsiteY6" fmla="*/ 134503 h 136464"/>
                <a:gd name="connsiteX7" fmla="*/ 213696 w 238813"/>
                <a:gd name="connsiteY7" fmla="*/ 119151 h 136464"/>
                <a:gd name="connsiteX8" fmla="*/ 213354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354" y="86058"/>
                  </a:moveTo>
                  <a:lnTo>
                    <a:pt x="120558" y="32495"/>
                  </a:lnTo>
                  <a:cubicBezTo>
                    <a:pt x="104524" y="23284"/>
                    <a:pt x="79278" y="23284"/>
                    <a:pt x="63585" y="32495"/>
                  </a:cubicBezTo>
                  <a:lnTo>
                    <a:pt x="37315" y="47848"/>
                  </a:lnTo>
                  <a:cubicBezTo>
                    <a:pt x="21622" y="57059"/>
                    <a:pt x="21622" y="71730"/>
                    <a:pt x="37656" y="80941"/>
                  </a:cubicBezTo>
                  <a:lnTo>
                    <a:pt x="130452" y="134503"/>
                  </a:lnTo>
                  <a:cubicBezTo>
                    <a:pt x="146145" y="143714"/>
                    <a:pt x="171732" y="143714"/>
                    <a:pt x="187427" y="134503"/>
                  </a:cubicBezTo>
                  <a:lnTo>
                    <a:pt x="213696" y="119151"/>
                  </a:lnTo>
                  <a:cubicBezTo>
                    <a:pt x="229389" y="109940"/>
                    <a:pt x="229048" y="95269"/>
                    <a:pt x="213354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F81DDA-6F4F-4882-B57D-3180B1399882}"/>
                </a:ext>
              </a:extLst>
            </p:cNvPr>
            <p:cNvSpPr/>
            <p:nvPr/>
          </p:nvSpPr>
          <p:spPr>
            <a:xfrm>
              <a:off x="18659552" y="8628702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1 w 238813"/>
                <a:gd name="connsiteY1" fmla="*/ 32495 h 136464"/>
                <a:gd name="connsiteX2" fmla="*/ 63458 w 238813"/>
                <a:gd name="connsiteY2" fmla="*/ 32495 h 136464"/>
                <a:gd name="connsiteX3" fmla="*/ 37188 w 238813"/>
                <a:gd name="connsiteY3" fmla="*/ 47847 h 136464"/>
                <a:gd name="connsiteX4" fmla="*/ 37529 w 238813"/>
                <a:gd name="connsiteY4" fmla="*/ 80940 h 136464"/>
                <a:gd name="connsiteX5" fmla="*/ 130325 w 238813"/>
                <a:gd name="connsiteY5" fmla="*/ 134502 h 136464"/>
                <a:gd name="connsiteX6" fmla="*/ 187299 w 238813"/>
                <a:gd name="connsiteY6" fmla="*/ 134502 h 136464"/>
                <a:gd name="connsiteX7" fmla="*/ 213569 w 238813"/>
                <a:gd name="connsiteY7" fmla="*/ 119151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1" y="32495"/>
                  </a:lnTo>
                  <a:cubicBezTo>
                    <a:pt x="104738" y="23284"/>
                    <a:pt x="79151" y="23284"/>
                    <a:pt x="63458" y="32495"/>
                  </a:cubicBezTo>
                  <a:lnTo>
                    <a:pt x="37188" y="47847"/>
                  </a:lnTo>
                  <a:cubicBezTo>
                    <a:pt x="21494" y="57059"/>
                    <a:pt x="21836" y="71729"/>
                    <a:pt x="37529" y="80940"/>
                  </a:cubicBezTo>
                  <a:lnTo>
                    <a:pt x="130325" y="134502"/>
                  </a:lnTo>
                  <a:cubicBezTo>
                    <a:pt x="146360" y="143714"/>
                    <a:pt x="171605" y="143714"/>
                    <a:pt x="187299" y="134502"/>
                  </a:cubicBezTo>
                  <a:lnTo>
                    <a:pt x="213569" y="119151"/>
                  </a:lnTo>
                  <a:cubicBezTo>
                    <a:pt x="228920" y="109939"/>
                    <a:pt x="228920" y="95269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CE0F25-C201-4B2E-8BBF-93A7779BB2CA}"/>
                </a:ext>
              </a:extLst>
            </p:cNvPr>
            <p:cNvSpPr/>
            <p:nvPr/>
          </p:nvSpPr>
          <p:spPr>
            <a:xfrm>
              <a:off x="18896426" y="8765594"/>
              <a:ext cx="327045" cy="186884"/>
            </a:xfrm>
            <a:custGeom>
              <a:avLst/>
              <a:gdLst>
                <a:gd name="connsiteX0" fmla="*/ 213228 w 238813"/>
                <a:gd name="connsiteY0" fmla="*/ 86058 h 136464"/>
                <a:gd name="connsiteX1" fmla="*/ 120432 w 238813"/>
                <a:gd name="connsiteY1" fmla="*/ 32495 h 136464"/>
                <a:gd name="connsiteX2" fmla="*/ 63457 w 238813"/>
                <a:gd name="connsiteY2" fmla="*/ 32495 h 136464"/>
                <a:gd name="connsiteX3" fmla="*/ 37188 w 238813"/>
                <a:gd name="connsiteY3" fmla="*/ 47848 h 136464"/>
                <a:gd name="connsiteX4" fmla="*/ 37530 w 238813"/>
                <a:gd name="connsiteY4" fmla="*/ 80941 h 136464"/>
                <a:gd name="connsiteX5" fmla="*/ 130326 w 238813"/>
                <a:gd name="connsiteY5" fmla="*/ 134502 h 136464"/>
                <a:gd name="connsiteX6" fmla="*/ 187299 w 238813"/>
                <a:gd name="connsiteY6" fmla="*/ 134502 h 136464"/>
                <a:gd name="connsiteX7" fmla="*/ 213569 w 238813"/>
                <a:gd name="connsiteY7" fmla="*/ 119151 h 136464"/>
                <a:gd name="connsiteX8" fmla="*/ 213228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8" y="86058"/>
                  </a:moveTo>
                  <a:lnTo>
                    <a:pt x="120432" y="32495"/>
                  </a:lnTo>
                  <a:cubicBezTo>
                    <a:pt x="104738" y="23284"/>
                    <a:pt x="79151" y="23284"/>
                    <a:pt x="63457" y="32495"/>
                  </a:cubicBezTo>
                  <a:lnTo>
                    <a:pt x="37188" y="47848"/>
                  </a:lnTo>
                  <a:cubicBezTo>
                    <a:pt x="21495" y="57059"/>
                    <a:pt x="21835" y="71729"/>
                    <a:pt x="37530" y="80941"/>
                  </a:cubicBezTo>
                  <a:lnTo>
                    <a:pt x="130326" y="134502"/>
                  </a:lnTo>
                  <a:cubicBezTo>
                    <a:pt x="146360" y="143714"/>
                    <a:pt x="171606" y="143714"/>
                    <a:pt x="187299" y="134502"/>
                  </a:cubicBezTo>
                  <a:lnTo>
                    <a:pt x="213569" y="119151"/>
                  </a:lnTo>
                  <a:cubicBezTo>
                    <a:pt x="228921" y="109939"/>
                    <a:pt x="228921" y="95269"/>
                    <a:pt x="213228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0E63366-795B-4A14-AA2E-0C03336E8295}"/>
                </a:ext>
              </a:extLst>
            </p:cNvPr>
            <p:cNvSpPr/>
            <p:nvPr/>
          </p:nvSpPr>
          <p:spPr>
            <a:xfrm>
              <a:off x="19133301" y="8902486"/>
              <a:ext cx="327045" cy="186884"/>
            </a:xfrm>
            <a:custGeom>
              <a:avLst/>
              <a:gdLst>
                <a:gd name="connsiteX0" fmla="*/ 213228 w 238813"/>
                <a:gd name="connsiteY0" fmla="*/ 86058 h 136464"/>
                <a:gd name="connsiteX1" fmla="*/ 120432 w 238813"/>
                <a:gd name="connsiteY1" fmla="*/ 32495 h 136464"/>
                <a:gd name="connsiteX2" fmla="*/ 63458 w 238813"/>
                <a:gd name="connsiteY2" fmla="*/ 32495 h 136464"/>
                <a:gd name="connsiteX3" fmla="*/ 37189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3 h 136464"/>
                <a:gd name="connsiteX6" fmla="*/ 187299 w 238813"/>
                <a:gd name="connsiteY6" fmla="*/ 134503 h 136464"/>
                <a:gd name="connsiteX7" fmla="*/ 213569 w 238813"/>
                <a:gd name="connsiteY7" fmla="*/ 119151 h 136464"/>
                <a:gd name="connsiteX8" fmla="*/ 213228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8" y="86058"/>
                  </a:moveTo>
                  <a:lnTo>
                    <a:pt x="120432" y="32495"/>
                  </a:lnTo>
                  <a:cubicBezTo>
                    <a:pt x="104738" y="23284"/>
                    <a:pt x="79151" y="23284"/>
                    <a:pt x="63458" y="32495"/>
                  </a:cubicBezTo>
                  <a:lnTo>
                    <a:pt x="37189" y="47848"/>
                  </a:lnTo>
                  <a:cubicBezTo>
                    <a:pt x="21494" y="57059"/>
                    <a:pt x="21836" y="71730"/>
                    <a:pt x="37529" y="80941"/>
                  </a:cubicBezTo>
                  <a:lnTo>
                    <a:pt x="130325" y="134503"/>
                  </a:lnTo>
                  <a:cubicBezTo>
                    <a:pt x="146019" y="143714"/>
                    <a:pt x="171606" y="143714"/>
                    <a:pt x="187299" y="134503"/>
                  </a:cubicBezTo>
                  <a:lnTo>
                    <a:pt x="213569" y="119151"/>
                  </a:lnTo>
                  <a:cubicBezTo>
                    <a:pt x="228921" y="109940"/>
                    <a:pt x="228921" y="94929"/>
                    <a:pt x="213228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6F91C28-5345-4F13-868D-12C7C322FE9F}"/>
                </a:ext>
              </a:extLst>
            </p:cNvPr>
            <p:cNvSpPr/>
            <p:nvPr/>
          </p:nvSpPr>
          <p:spPr>
            <a:xfrm>
              <a:off x="19370001" y="9038911"/>
              <a:ext cx="327045" cy="186884"/>
            </a:xfrm>
            <a:custGeom>
              <a:avLst/>
              <a:gdLst>
                <a:gd name="connsiteX0" fmla="*/ 213354 w 238813"/>
                <a:gd name="connsiteY0" fmla="*/ 86058 h 136464"/>
                <a:gd name="connsiteX1" fmla="*/ 120558 w 238813"/>
                <a:gd name="connsiteY1" fmla="*/ 32495 h 136464"/>
                <a:gd name="connsiteX2" fmla="*/ 63585 w 238813"/>
                <a:gd name="connsiteY2" fmla="*/ 32495 h 136464"/>
                <a:gd name="connsiteX3" fmla="*/ 37316 w 238813"/>
                <a:gd name="connsiteY3" fmla="*/ 47848 h 136464"/>
                <a:gd name="connsiteX4" fmla="*/ 37656 w 238813"/>
                <a:gd name="connsiteY4" fmla="*/ 80940 h 136464"/>
                <a:gd name="connsiteX5" fmla="*/ 130452 w 238813"/>
                <a:gd name="connsiteY5" fmla="*/ 134502 h 136464"/>
                <a:gd name="connsiteX6" fmla="*/ 187427 w 238813"/>
                <a:gd name="connsiteY6" fmla="*/ 134502 h 136464"/>
                <a:gd name="connsiteX7" fmla="*/ 213696 w 238813"/>
                <a:gd name="connsiteY7" fmla="*/ 119151 h 136464"/>
                <a:gd name="connsiteX8" fmla="*/ 213354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354" y="86058"/>
                  </a:moveTo>
                  <a:lnTo>
                    <a:pt x="120558" y="32495"/>
                  </a:lnTo>
                  <a:cubicBezTo>
                    <a:pt x="104523" y="23284"/>
                    <a:pt x="79278" y="23284"/>
                    <a:pt x="63585" y="32495"/>
                  </a:cubicBezTo>
                  <a:lnTo>
                    <a:pt x="37316" y="47848"/>
                  </a:lnTo>
                  <a:cubicBezTo>
                    <a:pt x="21621" y="57059"/>
                    <a:pt x="21621" y="71729"/>
                    <a:pt x="37656" y="80940"/>
                  </a:cubicBezTo>
                  <a:lnTo>
                    <a:pt x="130452" y="134502"/>
                  </a:lnTo>
                  <a:cubicBezTo>
                    <a:pt x="146145" y="143714"/>
                    <a:pt x="171732" y="143714"/>
                    <a:pt x="187427" y="134502"/>
                  </a:cubicBezTo>
                  <a:lnTo>
                    <a:pt x="213696" y="119151"/>
                  </a:lnTo>
                  <a:cubicBezTo>
                    <a:pt x="229048" y="109939"/>
                    <a:pt x="229048" y="95269"/>
                    <a:pt x="213354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3246DD3-D10B-4224-914E-823F48306A0F}"/>
                </a:ext>
              </a:extLst>
            </p:cNvPr>
            <p:cNvSpPr/>
            <p:nvPr/>
          </p:nvSpPr>
          <p:spPr>
            <a:xfrm>
              <a:off x="19606583" y="9175803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2 w 238813"/>
                <a:gd name="connsiteY1" fmla="*/ 32495 h 136464"/>
                <a:gd name="connsiteX2" fmla="*/ 63458 w 238813"/>
                <a:gd name="connsiteY2" fmla="*/ 32495 h 136464"/>
                <a:gd name="connsiteX3" fmla="*/ 37189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2 h 136464"/>
                <a:gd name="connsiteX6" fmla="*/ 187299 w 238813"/>
                <a:gd name="connsiteY6" fmla="*/ 134502 h 136464"/>
                <a:gd name="connsiteX7" fmla="*/ 213569 w 238813"/>
                <a:gd name="connsiteY7" fmla="*/ 119151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2" y="32495"/>
                  </a:lnTo>
                  <a:cubicBezTo>
                    <a:pt x="104738" y="23284"/>
                    <a:pt x="79151" y="23284"/>
                    <a:pt x="63458" y="32495"/>
                  </a:cubicBezTo>
                  <a:lnTo>
                    <a:pt x="37189" y="47848"/>
                  </a:lnTo>
                  <a:cubicBezTo>
                    <a:pt x="21494" y="57059"/>
                    <a:pt x="21836" y="71729"/>
                    <a:pt x="37529" y="80941"/>
                  </a:cubicBezTo>
                  <a:lnTo>
                    <a:pt x="130325" y="134502"/>
                  </a:lnTo>
                  <a:cubicBezTo>
                    <a:pt x="146360" y="143714"/>
                    <a:pt x="171606" y="143714"/>
                    <a:pt x="187299" y="134502"/>
                  </a:cubicBezTo>
                  <a:lnTo>
                    <a:pt x="213569" y="119151"/>
                  </a:lnTo>
                  <a:cubicBezTo>
                    <a:pt x="228921" y="109940"/>
                    <a:pt x="229262" y="95269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2B9EE60-6D54-4624-B231-47921BA8FED0}"/>
                </a:ext>
              </a:extLst>
            </p:cNvPr>
            <p:cNvSpPr/>
            <p:nvPr/>
          </p:nvSpPr>
          <p:spPr>
            <a:xfrm>
              <a:off x="19843457" y="9312227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1 w 238813"/>
                <a:gd name="connsiteY1" fmla="*/ 32496 h 136464"/>
                <a:gd name="connsiteX2" fmla="*/ 63458 w 238813"/>
                <a:gd name="connsiteY2" fmla="*/ 32496 h 136464"/>
                <a:gd name="connsiteX3" fmla="*/ 37188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3 h 136464"/>
                <a:gd name="connsiteX6" fmla="*/ 187300 w 238813"/>
                <a:gd name="connsiteY6" fmla="*/ 134503 h 136464"/>
                <a:gd name="connsiteX7" fmla="*/ 213569 w 238813"/>
                <a:gd name="connsiteY7" fmla="*/ 119150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1" y="32496"/>
                  </a:lnTo>
                  <a:cubicBezTo>
                    <a:pt x="104738" y="23284"/>
                    <a:pt x="79151" y="23284"/>
                    <a:pt x="63458" y="32496"/>
                  </a:cubicBezTo>
                  <a:lnTo>
                    <a:pt x="37188" y="47848"/>
                  </a:lnTo>
                  <a:cubicBezTo>
                    <a:pt x="21494" y="57060"/>
                    <a:pt x="21836" y="71730"/>
                    <a:pt x="37529" y="80941"/>
                  </a:cubicBezTo>
                  <a:lnTo>
                    <a:pt x="130325" y="134503"/>
                  </a:lnTo>
                  <a:cubicBezTo>
                    <a:pt x="146360" y="143714"/>
                    <a:pt x="171605" y="143714"/>
                    <a:pt x="187300" y="134503"/>
                  </a:cubicBezTo>
                  <a:lnTo>
                    <a:pt x="213569" y="119150"/>
                  </a:lnTo>
                  <a:cubicBezTo>
                    <a:pt x="228921" y="109939"/>
                    <a:pt x="228921" y="95270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CCEA685-713F-4749-A2E3-472F3C047292}"/>
                </a:ext>
              </a:extLst>
            </p:cNvPr>
            <p:cNvSpPr/>
            <p:nvPr/>
          </p:nvSpPr>
          <p:spPr>
            <a:xfrm>
              <a:off x="20080332" y="9449119"/>
              <a:ext cx="327045" cy="186884"/>
            </a:xfrm>
            <a:custGeom>
              <a:avLst/>
              <a:gdLst>
                <a:gd name="connsiteX0" fmla="*/ 213227 w 238813"/>
                <a:gd name="connsiteY0" fmla="*/ 86058 h 136464"/>
                <a:gd name="connsiteX1" fmla="*/ 120431 w 238813"/>
                <a:gd name="connsiteY1" fmla="*/ 32495 h 136464"/>
                <a:gd name="connsiteX2" fmla="*/ 63457 w 238813"/>
                <a:gd name="connsiteY2" fmla="*/ 32495 h 136464"/>
                <a:gd name="connsiteX3" fmla="*/ 37188 w 238813"/>
                <a:gd name="connsiteY3" fmla="*/ 47848 h 136464"/>
                <a:gd name="connsiteX4" fmla="*/ 37529 w 238813"/>
                <a:gd name="connsiteY4" fmla="*/ 80941 h 136464"/>
                <a:gd name="connsiteX5" fmla="*/ 130325 w 238813"/>
                <a:gd name="connsiteY5" fmla="*/ 134502 h 136464"/>
                <a:gd name="connsiteX6" fmla="*/ 187299 w 238813"/>
                <a:gd name="connsiteY6" fmla="*/ 134502 h 136464"/>
                <a:gd name="connsiteX7" fmla="*/ 213569 w 238813"/>
                <a:gd name="connsiteY7" fmla="*/ 119151 h 136464"/>
                <a:gd name="connsiteX8" fmla="*/ 213227 w 238813"/>
                <a:gd name="connsiteY8" fmla="*/ 8605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13227" y="86058"/>
                  </a:moveTo>
                  <a:lnTo>
                    <a:pt x="120431" y="32495"/>
                  </a:lnTo>
                  <a:cubicBezTo>
                    <a:pt x="104738" y="23284"/>
                    <a:pt x="79151" y="23284"/>
                    <a:pt x="63457" y="32495"/>
                  </a:cubicBezTo>
                  <a:lnTo>
                    <a:pt x="37188" y="47848"/>
                  </a:lnTo>
                  <a:cubicBezTo>
                    <a:pt x="21494" y="57059"/>
                    <a:pt x="21836" y="71729"/>
                    <a:pt x="37529" y="80941"/>
                  </a:cubicBezTo>
                  <a:lnTo>
                    <a:pt x="130325" y="134502"/>
                  </a:lnTo>
                  <a:cubicBezTo>
                    <a:pt x="146018" y="143714"/>
                    <a:pt x="171605" y="143714"/>
                    <a:pt x="187299" y="134502"/>
                  </a:cubicBezTo>
                  <a:lnTo>
                    <a:pt x="213569" y="119151"/>
                  </a:lnTo>
                  <a:cubicBezTo>
                    <a:pt x="228920" y="109939"/>
                    <a:pt x="228920" y="95269"/>
                    <a:pt x="213227" y="86058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F3BBE1C-34F1-49BE-979A-92A9828C6E69}"/>
                </a:ext>
              </a:extLst>
            </p:cNvPr>
            <p:cNvSpPr/>
            <p:nvPr/>
          </p:nvSpPr>
          <p:spPr>
            <a:xfrm>
              <a:off x="16779508" y="7754556"/>
              <a:ext cx="373766" cy="233604"/>
            </a:xfrm>
            <a:custGeom>
              <a:avLst/>
              <a:gdLst>
                <a:gd name="connsiteX0" fmla="*/ 264742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6 h 170580"/>
                <a:gd name="connsiteX6" fmla="*/ 180135 w 272929"/>
                <a:gd name="connsiteY6" fmla="*/ 164526 h 170580"/>
                <a:gd name="connsiteX7" fmla="*/ 265084 w 272929"/>
                <a:gd name="connsiteY7" fmla="*/ 115057 h 170580"/>
                <a:gd name="connsiteX8" fmla="*/ 26474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2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6"/>
                    <a:pt x="37530" y="115057"/>
                  </a:cubicBezTo>
                  <a:lnTo>
                    <a:pt x="123160" y="164526"/>
                  </a:lnTo>
                  <a:cubicBezTo>
                    <a:pt x="139195" y="173737"/>
                    <a:pt x="164442" y="173737"/>
                    <a:pt x="180135" y="164526"/>
                  </a:cubicBezTo>
                  <a:lnTo>
                    <a:pt x="265084" y="115057"/>
                  </a:lnTo>
                  <a:cubicBezTo>
                    <a:pt x="280777" y="105846"/>
                    <a:pt x="280777" y="91176"/>
                    <a:pt x="26474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83E467-8819-41BB-ADDF-F72BC482EDFA}"/>
                </a:ext>
              </a:extLst>
            </p:cNvPr>
            <p:cNvSpPr/>
            <p:nvPr/>
          </p:nvSpPr>
          <p:spPr>
            <a:xfrm>
              <a:off x="17008440" y="7886776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160 w 272929"/>
                <a:gd name="connsiteY5" fmla="*/ 164525 h 170580"/>
                <a:gd name="connsiteX6" fmla="*/ 180134 w 272929"/>
                <a:gd name="connsiteY6" fmla="*/ 164525 h 170580"/>
                <a:gd name="connsiteX7" fmla="*/ 265083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6"/>
                  </a:lnTo>
                  <a:cubicBezTo>
                    <a:pt x="163418" y="23284"/>
                    <a:pt x="138171" y="23284"/>
                    <a:pt x="122137" y="32496"/>
                  </a:cubicBezTo>
                  <a:lnTo>
                    <a:pt x="37188" y="81964"/>
                  </a:lnTo>
                  <a:cubicBezTo>
                    <a:pt x="21494" y="91176"/>
                    <a:pt x="21836" y="105845"/>
                    <a:pt x="37529" y="115057"/>
                  </a:cubicBezTo>
                  <a:lnTo>
                    <a:pt x="123160" y="164525"/>
                  </a:lnTo>
                  <a:cubicBezTo>
                    <a:pt x="139195" y="173737"/>
                    <a:pt x="164441" y="173737"/>
                    <a:pt x="180134" y="164525"/>
                  </a:cubicBezTo>
                  <a:lnTo>
                    <a:pt x="265083" y="115057"/>
                  </a:lnTo>
                  <a:cubicBezTo>
                    <a:pt x="280436" y="105504"/>
                    <a:pt x="280436" y="91176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27A9DB3-65F1-4A08-A183-DD4662644BC3}"/>
                </a:ext>
              </a:extLst>
            </p:cNvPr>
            <p:cNvSpPr/>
            <p:nvPr/>
          </p:nvSpPr>
          <p:spPr>
            <a:xfrm>
              <a:off x="17236904" y="8018530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2 w 272929"/>
                <a:gd name="connsiteY1" fmla="*/ 32496 h 170580"/>
                <a:gd name="connsiteX2" fmla="*/ 122137 w 272929"/>
                <a:gd name="connsiteY2" fmla="*/ 32496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2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9" y="81964"/>
                  </a:lnTo>
                  <a:cubicBezTo>
                    <a:pt x="21494" y="91176"/>
                    <a:pt x="21836" y="105845"/>
                    <a:pt x="37529" y="115057"/>
                  </a:cubicBezTo>
                  <a:lnTo>
                    <a:pt x="123161" y="164525"/>
                  </a:lnTo>
                  <a:cubicBezTo>
                    <a:pt x="139196" y="173737"/>
                    <a:pt x="164441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845"/>
                    <a:pt x="280777" y="91176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2A5E5C-BE74-4CEB-A801-50081C27C115}"/>
                </a:ext>
              </a:extLst>
            </p:cNvPr>
            <p:cNvSpPr/>
            <p:nvPr/>
          </p:nvSpPr>
          <p:spPr>
            <a:xfrm>
              <a:off x="17465835" y="8150748"/>
              <a:ext cx="373766" cy="233604"/>
            </a:xfrm>
            <a:custGeom>
              <a:avLst/>
              <a:gdLst>
                <a:gd name="connsiteX0" fmla="*/ 264742 w 272929"/>
                <a:gd name="connsiteY0" fmla="*/ 81964 h 170580"/>
                <a:gd name="connsiteX1" fmla="*/ 179111 w 272929"/>
                <a:gd name="connsiteY1" fmla="*/ 32495 h 170580"/>
                <a:gd name="connsiteX2" fmla="*/ 122137 w 272929"/>
                <a:gd name="connsiteY2" fmla="*/ 32495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2" y="81964"/>
                  </a:moveTo>
                  <a:lnTo>
                    <a:pt x="179111" y="32495"/>
                  </a:lnTo>
                  <a:cubicBezTo>
                    <a:pt x="163417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5"/>
                    <a:pt x="37530" y="115057"/>
                  </a:cubicBezTo>
                  <a:lnTo>
                    <a:pt x="123160" y="164525"/>
                  </a:lnTo>
                  <a:cubicBezTo>
                    <a:pt x="139195" y="173737"/>
                    <a:pt x="164441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845"/>
                    <a:pt x="280777" y="91175"/>
                    <a:pt x="26474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FB376B8-5FF3-495E-A20E-DF84BD72C7AD}"/>
                </a:ext>
              </a:extLst>
            </p:cNvPr>
            <p:cNvSpPr/>
            <p:nvPr/>
          </p:nvSpPr>
          <p:spPr>
            <a:xfrm>
              <a:off x="17694767" y="8282968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6 h 170580"/>
                <a:gd name="connsiteX6" fmla="*/ 180135 w 272929"/>
                <a:gd name="connsiteY6" fmla="*/ 164526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6"/>
                    <a:pt x="37530" y="115057"/>
                  </a:cubicBezTo>
                  <a:lnTo>
                    <a:pt x="123160" y="164526"/>
                  </a:lnTo>
                  <a:cubicBezTo>
                    <a:pt x="139195" y="173737"/>
                    <a:pt x="164442" y="173737"/>
                    <a:pt x="180135" y="164526"/>
                  </a:cubicBezTo>
                  <a:lnTo>
                    <a:pt x="265084" y="115057"/>
                  </a:lnTo>
                  <a:cubicBezTo>
                    <a:pt x="280778" y="105846"/>
                    <a:pt x="280437" y="91176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1CE18E8-317C-4E12-9A0F-55E751FFA7DD}"/>
                </a:ext>
              </a:extLst>
            </p:cNvPr>
            <p:cNvSpPr/>
            <p:nvPr/>
          </p:nvSpPr>
          <p:spPr>
            <a:xfrm>
              <a:off x="17923232" y="8415188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4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161" y="164525"/>
                  </a:lnTo>
                  <a:cubicBezTo>
                    <a:pt x="139196" y="173737"/>
                    <a:pt x="164441" y="173737"/>
                    <a:pt x="180134" y="164525"/>
                  </a:cubicBezTo>
                  <a:lnTo>
                    <a:pt x="265084" y="115057"/>
                  </a:lnTo>
                  <a:cubicBezTo>
                    <a:pt x="280777" y="105504"/>
                    <a:pt x="280777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1E06B44-1A14-4BED-A578-963C803266E5}"/>
                </a:ext>
              </a:extLst>
            </p:cNvPr>
            <p:cNvSpPr/>
            <p:nvPr/>
          </p:nvSpPr>
          <p:spPr>
            <a:xfrm>
              <a:off x="18152164" y="8546941"/>
              <a:ext cx="373766" cy="233604"/>
            </a:xfrm>
            <a:custGeom>
              <a:avLst/>
              <a:gdLst>
                <a:gd name="connsiteX0" fmla="*/ 264743 w 272929"/>
                <a:gd name="connsiteY0" fmla="*/ 81963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3 h 170580"/>
                <a:gd name="connsiteX4" fmla="*/ 37529 w 272929"/>
                <a:gd name="connsiteY4" fmla="*/ 115056 h 170580"/>
                <a:gd name="connsiteX5" fmla="*/ 123161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6 h 170580"/>
                <a:gd name="connsiteX8" fmla="*/ 264743 w 272929"/>
                <a:gd name="connsiteY8" fmla="*/ 8196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3"/>
                  </a:moveTo>
                  <a:lnTo>
                    <a:pt x="179112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3"/>
                  </a:lnTo>
                  <a:cubicBezTo>
                    <a:pt x="21494" y="91175"/>
                    <a:pt x="21836" y="105845"/>
                    <a:pt x="37529" y="115056"/>
                  </a:cubicBezTo>
                  <a:lnTo>
                    <a:pt x="123161" y="164525"/>
                  </a:lnTo>
                  <a:cubicBezTo>
                    <a:pt x="139196" y="173736"/>
                    <a:pt x="164441" y="173736"/>
                    <a:pt x="180135" y="164525"/>
                  </a:cubicBezTo>
                  <a:lnTo>
                    <a:pt x="265084" y="115056"/>
                  </a:lnTo>
                  <a:cubicBezTo>
                    <a:pt x="280777" y="105845"/>
                    <a:pt x="280777" y="91175"/>
                    <a:pt x="264743" y="8196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FD2209-BCDD-4F02-B284-CDA09D8DAEED}"/>
                </a:ext>
              </a:extLst>
            </p:cNvPr>
            <p:cNvSpPr/>
            <p:nvPr/>
          </p:nvSpPr>
          <p:spPr>
            <a:xfrm>
              <a:off x="18381097" y="8679160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5 h 170580"/>
                <a:gd name="connsiteX2" fmla="*/ 122137 w 272929"/>
                <a:gd name="connsiteY2" fmla="*/ 32495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6"/>
                    <a:pt x="37530" y="115057"/>
                  </a:cubicBezTo>
                  <a:lnTo>
                    <a:pt x="123160" y="164525"/>
                  </a:lnTo>
                  <a:cubicBezTo>
                    <a:pt x="139195" y="173737"/>
                    <a:pt x="164442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846"/>
                    <a:pt x="280437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4C57FE2-1AF8-4828-93BE-F932B3231105}"/>
                </a:ext>
              </a:extLst>
            </p:cNvPr>
            <p:cNvSpPr/>
            <p:nvPr/>
          </p:nvSpPr>
          <p:spPr>
            <a:xfrm>
              <a:off x="18609561" y="8811381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6 h 170580"/>
                <a:gd name="connsiteX2" fmla="*/ 122138 w 272929"/>
                <a:gd name="connsiteY2" fmla="*/ 32496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503 w 272929"/>
                <a:gd name="connsiteY5" fmla="*/ 164526 h 170580"/>
                <a:gd name="connsiteX6" fmla="*/ 180134 w 272929"/>
                <a:gd name="connsiteY6" fmla="*/ 164526 h 170580"/>
                <a:gd name="connsiteX7" fmla="*/ 265084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8" y="32496"/>
                  </a:cubicBezTo>
                  <a:lnTo>
                    <a:pt x="37188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503" y="164526"/>
                  </a:lnTo>
                  <a:cubicBezTo>
                    <a:pt x="139196" y="173737"/>
                    <a:pt x="164441" y="173396"/>
                    <a:pt x="180134" y="164526"/>
                  </a:cubicBezTo>
                  <a:lnTo>
                    <a:pt x="265084" y="115057"/>
                  </a:lnTo>
                  <a:cubicBezTo>
                    <a:pt x="280778" y="105846"/>
                    <a:pt x="280778" y="91176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182D310-1B4E-42C2-BF18-38AAD643EBC5}"/>
                </a:ext>
              </a:extLst>
            </p:cNvPr>
            <p:cNvSpPr/>
            <p:nvPr/>
          </p:nvSpPr>
          <p:spPr>
            <a:xfrm>
              <a:off x="18838492" y="8943601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5 h 170580"/>
                <a:gd name="connsiteX6" fmla="*/ 180476 w 272929"/>
                <a:gd name="connsiteY6" fmla="*/ 164525 h 170580"/>
                <a:gd name="connsiteX7" fmla="*/ 265426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2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502" y="164525"/>
                  </a:lnTo>
                  <a:cubicBezTo>
                    <a:pt x="139196" y="173737"/>
                    <a:pt x="164783" y="173737"/>
                    <a:pt x="180476" y="164525"/>
                  </a:cubicBezTo>
                  <a:lnTo>
                    <a:pt x="265426" y="115057"/>
                  </a:lnTo>
                  <a:cubicBezTo>
                    <a:pt x="281119" y="105845"/>
                    <a:pt x="280777" y="9117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2994B1-4B03-40E3-8A38-2CFFB6662339}"/>
                </a:ext>
              </a:extLst>
            </p:cNvPr>
            <p:cNvSpPr/>
            <p:nvPr/>
          </p:nvSpPr>
          <p:spPr>
            <a:xfrm>
              <a:off x="19067425" y="9075821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502 w 272929"/>
                <a:gd name="connsiteY5" fmla="*/ 164526 h 170580"/>
                <a:gd name="connsiteX6" fmla="*/ 180475 w 272929"/>
                <a:gd name="connsiteY6" fmla="*/ 164526 h 170580"/>
                <a:gd name="connsiteX7" fmla="*/ 265425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6"/>
                  </a:lnTo>
                  <a:cubicBezTo>
                    <a:pt x="163417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6"/>
                    <a:pt x="37530" y="115057"/>
                  </a:cubicBezTo>
                  <a:lnTo>
                    <a:pt x="123502" y="164526"/>
                  </a:lnTo>
                  <a:cubicBezTo>
                    <a:pt x="139195" y="173737"/>
                    <a:pt x="164782" y="173737"/>
                    <a:pt x="180475" y="164526"/>
                  </a:cubicBezTo>
                  <a:lnTo>
                    <a:pt x="265425" y="115057"/>
                  </a:lnTo>
                  <a:cubicBezTo>
                    <a:pt x="280777" y="105504"/>
                    <a:pt x="280777" y="9083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76F7EB-3E1D-4B73-B30A-2B0C31B588BD}"/>
                </a:ext>
              </a:extLst>
            </p:cNvPr>
            <p:cNvSpPr/>
            <p:nvPr/>
          </p:nvSpPr>
          <p:spPr>
            <a:xfrm>
              <a:off x="19295889" y="9207573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5 h 170580"/>
                <a:gd name="connsiteX2" fmla="*/ 122138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6 h 170580"/>
                <a:gd name="connsiteX6" fmla="*/ 180476 w 272929"/>
                <a:gd name="connsiteY6" fmla="*/ 164526 h 170580"/>
                <a:gd name="connsiteX7" fmla="*/ 265425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8" y="32495"/>
                  </a:cubicBezTo>
                  <a:lnTo>
                    <a:pt x="37188" y="81964"/>
                  </a:lnTo>
                  <a:cubicBezTo>
                    <a:pt x="21494" y="91175"/>
                    <a:pt x="21836" y="105846"/>
                    <a:pt x="37529" y="115057"/>
                  </a:cubicBezTo>
                  <a:lnTo>
                    <a:pt x="123502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5" y="115057"/>
                  </a:lnTo>
                  <a:cubicBezTo>
                    <a:pt x="281119" y="105846"/>
                    <a:pt x="280778" y="9117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544E43-5B8B-4C33-B98D-D66EC3E8EDC5}"/>
                </a:ext>
              </a:extLst>
            </p:cNvPr>
            <p:cNvSpPr/>
            <p:nvPr/>
          </p:nvSpPr>
          <p:spPr>
            <a:xfrm>
              <a:off x="19524822" y="9339793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6 h 170580"/>
                <a:gd name="connsiteX6" fmla="*/ 180476 w 272929"/>
                <a:gd name="connsiteY6" fmla="*/ 164526 h 170580"/>
                <a:gd name="connsiteX7" fmla="*/ 265426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9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502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6" y="115057"/>
                  </a:lnTo>
                  <a:cubicBezTo>
                    <a:pt x="281119" y="105846"/>
                    <a:pt x="280777" y="91176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02F3EC3-FBAB-4DF9-83B1-6F3674D40BF2}"/>
                </a:ext>
              </a:extLst>
            </p:cNvPr>
            <p:cNvSpPr/>
            <p:nvPr/>
          </p:nvSpPr>
          <p:spPr>
            <a:xfrm>
              <a:off x="19753753" y="9472013"/>
              <a:ext cx="513929" cy="327045"/>
            </a:xfrm>
            <a:custGeom>
              <a:avLst/>
              <a:gdLst>
                <a:gd name="connsiteX0" fmla="*/ 347646 w 375277"/>
                <a:gd name="connsiteY0" fmla="*/ 129727 h 238813"/>
                <a:gd name="connsiteX1" fmla="*/ 179112 w 375277"/>
                <a:gd name="connsiteY1" fmla="*/ 32495 h 238813"/>
                <a:gd name="connsiteX2" fmla="*/ 122137 w 375277"/>
                <a:gd name="connsiteY2" fmla="*/ 32495 h 238813"/>
                <a:gd name="connsiteX3" fmla="*/ 37188 w 375277"/>
                <a:gd name="connsiteY3" fmla="*/ 81964 h 238813"/>
                <a:gd name="connsiteX4" fmla="*/ 37529 w 375277"/>
                <a:gd name="connsiteY4" fmla="*/ 115057 h 238813"/>
                <a:gd name="connsiteX5" fmla="*/ 206063 w 375277"/>
                <a:gd name="connsiteY5" fmla="*/ 212288 h 238813"/>
                <a:gd name="connsiteX6" fmla="*/ 263037 w 375277"/>
                <a:gd name="connsiteY6" fmla="*/ 212288 h 238813"/>
                <a:gd name="connsiteX7" fmla="*/ 347986 w 375277"/>
                <a:gd name="connsiteY7" fmla="*/ 162819 h 238813"/>
                <a:gd name="connsiteX8" fmla="*/ 347646 w 375277"/>
                <a:gd name="connsiteY8" fmla="*/ 12972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277" h="238813">
                  <a:moveTo>
                    <a:pt x="347646" y="129727"/>
                  </a:moveTo>
                  <a:lnTo>
                    <a:pt x="179112" y="32495"/>
                  </a:lnTo>
                  <a:cubicBezTo>
                    <a:pt x="163417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5"/>
                    <a:pt x="37529" y="115057"/>
                  </a:cubicBezTo>
                  <a:lnTo>
                    <a:pt x="206063" y="212288"/>
                  </a:lnTo>
                  <a:cubicBezTo>
                    <a:pt x="221757" y="221499"/>
                    <a:pt x="247344" y="221499"/>
                    <a:pt x="263037" y="212288"/>
                  </a:cubicBezTo>
                  <a:lnTo>
                    <a:pt x="347986" y="162819"/>
                  </a:lnTo>
                  <a:cubicBezTo>
                    <a:pt x="363680" y="153608"/>
                    <a:pt x="363339" y="138938"/>
                    <a:pt x="347646" y="129727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5594EA9-40F2-46BF-A9B4-1987D3F27647}"/>
                </a:ext>
              </a:extLst>
            </p:cNvPr>
            <p:cNvSpPr/>
            <p:nvPr/>
          </p:nvSpPr>
          <p:spPr>
            <a:xfrm>
              <a:off x="19646589" y="9665436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6 h 170580"/>
                <a:gd name="connsiteX2" fmla="*/ 122264 w 272929"/>
                <a:gd name="connsiteY2" fmla="*/ 32496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7 w 272929"/>
                <a:gd name="connsiteY5" fmla="*/ 164526 h 170580"/>
                <a:gd name="connsiteX6" fmla="*/ 180261 w 272929"/>
                <a:gd name="connsiteY6" fmla="*/ 164526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6"/>
                  </a:lnTo>
                  <a:cubicBezTo>
                    <a:pt x="163203" y="23284"/>
                    <a:pt x="138298" y="23284"/>
                    <a:pt x="122264" y="32496"/>
                  </a:cubicBezTo>
                  <a:lnTo>
                    <a:pt x="37315" y="81964"/>
                  </a:lnTo>
                  <a:cubicBezTo>
                    <a:pt x="21622" y="91176"/>
                    <a:pt x="21622" y="105846"/>
                    <a:pt x="37656" y="115057"/>
                  </a:cubicBezTo>
                  <a:lnTo>
                    <a:pt x="123287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0" y="115057"/>
                  </a:lnTo>
                  <a:cubicBezTo>
                    <a:pt x="280905" y="105846"/>
                    <a:pt x="280563" y="91176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567692D-1BE4-42EF-AF76-C7AB74BFDE60}"/>
                </a:ext>
              </a:extLst>
            </p:cNvPr>
            <p:cNvSpPr/>
            <p:nvPr/>
          </p:nvSpPr>
          <p:spPr>
            <a:xfrm>
              <a:off x="19418124" y="9533684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6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5 h 170580"/>
                <a:gd name="connsiteX6" fmla="*/ 180261 w 272929"/>
                <a:gd name="connsiteY6" fmla="*/ 164525 h 170580"/>
                <a:gd name="connsiteX7" fmla="*/ 265211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9" y="23284"/>
                    <a:pt x="122264" y="32495"/>
                  </a:cubicBezTo>
                  <a:lnTo>
                    <a:pt x="37316" y="81964"/>
                  </a:lnTo>
                  <a:cubicBezTo>
                    <a:pt x="21621" y="91175"/>
                    <a:pt x="21621" y="105845"/>
                    <a:pt x="37656" y="115057"/>
                  </a:cubicBezTo>
                  <a:lnTo>
                    <a:pt x="123288" y="164525"/>
                  </a:lnTo>
                  <a:cubicBezTo>
                    <a:pt x="138981" y="173737"/>
                    <a:pt x="164568" y="173737"/>
                    <a:pt x="180261" y="164525"/>
                  </a:cubicBezTo>
                  <a:lnTo>
                    <a:pt x="265211" y="115057"/>
                  </a:lnTo>
                  <a:cubicBezTo>
                    <a:pt x="280904" y="105504"/>
                    <a:pt x="280563" y="90834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846678B-A922-4572-B25D-482955AE9A39}"/>
                </a:ext>
              </a:extLst>
            </p:cNvPr>
            <p:cNvSpPr/>
            <p:nvPr/>
          </p:nvSpPr>
          <p:spPr>
            <a:xfrm>
              <a:off x="19189192" y="9401464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6 h 170580"/>
                <a:gd name="connsiteX2" fmla="*/ 122265 w 272929"/>
                <a:gd name="connsiteY2" fmla="*/ 32496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6 h 170580"/>
                <a:gd name="connsiteX6" fmla="*/ 180261 w 272929"/>
                <a:gd name="connsiteY6" fmla="*/ 164526 h 170580"/>
                <a:gd name="connsiteX7" fmla="*/ 265211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6"/>
                  </a:lnTo>
                  <a:cubicBezTo>
                    <a:pt x="163203" y="23284"/>
                    <a:pt x="138299" y="23284"/>
                    <a:pt x="122265" y="32496"/>
                  </a:cubicBezTo>
                  <a:lnTo>
                    <a:pt x="37315" y="81964"/>
                  </a:lnTo>
                  <a:cubicBezTo>
                    <a:pt x="21622" y="91176"/>
                    <a:pt x="21622" y="105846"/>
                    <a:pt x="37656" y="115057"/>
                  </a:cubicBezTo>
                  <a:lnTo>
                    <a:pt x="123288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1" y="115057"/>
                  </a:lnTo>
                  <a:cubicBezTo>
                    <a:pt x="280905" y="105504"/>
                    <a:pt x="280563" y="9083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8E48083-F3A9-4149-9AAD-AD0EF92BD070}"/>
                </a:ext>
              </a:extLst>
            </p:cNvPr>
            <p:cNvSpPr/>
            <p:nvPr/>
          </p:nvSpPr>
          <p:spPr>
            <a:xfrm>
              <a:off x="18960261" y="9269245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5 h 170580"/>
                <a:gd name="connsiteX6" fmla="*/ 180261 w 272929"/>
                <a:gd name="connsiteY6" fmla="*/ 164525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8" y="23284"/>
                    <a:pt x="122264" y="32495"/>
                  </a:cubicBezTo>
                  <a:lnTo>
                    <a:pt x="37315" y="81964"/>
                  </a:lnTo>
                  <a:cubicBezTo>
                    <a:pt x="21622" y="91175"/>
                    <a:pt x="21622" y="105845"/>
                    <a:pt x="37656" y="115057"/>
                  </a:cubicBezTo>
                  <a:lnTo>
                    <a:pt x="123288" y="164525"/>
                  </a:lnTo>
                  <a:cubicBezTo>
                    <a:pt x="138981" y="173737"/>
                    <a:pt x="164568" y="173737"/>
                    <a:pt x="180261" y="164525"/>
                  </a:cubicBezTo>
                  <a:lnTo>
                    <a:pt x="265210" y="115057"/>
                  </a:lnTo>
                  <a:cubicBezTo>
                    <a:pt x="280905" y="105845"/>
                    <a:pt x="280563" y="9117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01636D5-4B72-4B22-B17C-14030D29399C}"/>
                </a:ext>
              </a:extLst>
            </p:cNvPr>
            <p:cNvSpPr/>
            <p:nvPr/>
          </p:nvSpPr>
          <p:spPr>
            <a:xfrm>
              <a:off x="18731795" y="9137025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9 w 272929"/>
                <a:gd name="connsiteY1" fmla="*/ 32496 h 170580"/>
                <a:gd name="connsiteX2" fmla="*/ 122264 w 272929"/>
                <a:gd name="connsiteY2" fmla="*/ 32496 h 170580"/>
                <a:gd name="connsiteX3" fmla="*/ 37316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6 h 170580"/>
                <a:gd name="connsiteX6" fmla="*/ 180262 w 272929"/>
                <a:gd name="connsiteY6" fmla="*/ 164526 h 170580"/>
                <a:gd name="connsiteX7" fmla="*/ 265211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9" y="32496"/>
                  </a:lnTo>
                  <a:cubicBezTo>
                    <a:pt x="163204" y="23284"/>
                    <a:pt x="138299" y="23284"/>
                    <a:pt x="122264" y="32496"/>
                  </a:cubicBezTo>
                  <a:lnTo>
                    <a:pt x="37316" y="81964"/>
                  </a:lnTo>
                  <a:cubicBezTo>
                    <a:pt x="21621" y="91176"/>
                    <a:pt x="21621" y="105846"/>
                    <a:pt x="37656" y="115057"/>
                  </a:cubicBezTo>
                  <a:lnTo>
                    <a:pt x="123288" y="164526"/>
                  </a:lnTo>
                  <a:cubicBezTo>
                    <a:pt x="138981" y="173737"/>
                    <a:pt x="164568" y="173737"/>
                    <a:pt x="180262" y="164526"/>
                  </a:cubicBezTo>
                  <a:lnTo>
                    <a:pt x="265211" y="115057"/>
                  </a:lnTo>
                  <a:cubicBezTo>
                    <a:pt x="280563" y="105846"/>
                    <a:pt x="280563" y="91176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B5622B6-9A29-4ACE-8324-C6F350D2F960}"/>
                </a:ext>
              </a:extLst>
            </p:cNvPr>
            <p:cNvSpPr/>
            <p:nvPr/>
          </p:nvSpPr>
          <p:spPr>
            <a:xfrm>
              <a:off x="18502864" y="9005273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5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5 h 170580"/>
                <a:gd name="connsiteX6" fmla="*/ 180261 w 272929"/>
                <a:gd name="connsiteY6" fmla="*/ 164525 h 170580"/>
                <a:gd name="connsiteX7" fmla="*/ 265211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9" y="23284"/>
                    <a:pt x="122265" y="32495"/>
                  </a:cubicBezTo>
                  <a:lnTo>
                    <a:pt x="37315" y="81964"/>
                  </a:lnTo>
                  <a:cubicBezTo>
                    <a:pt x="21622" y="91175"/>
                    <a:pt x="21622" y="105845"/>
                    <a:pt x="37656" y="115057"/>
                  </a:cubicBezTo>
                  <a:lnTo>
                    <a:pt x="123288" y="164525"/>
                  </a:lnTo>
                  <a:cubicBezTo>
                    <a:pt x="138981" y="173736"/>
                    <a:pt x="164568" y="173736"/>
                    <a:pt x="180261" y="164525"/>
                  </a:cubicBezTo>
                  <a:lnTo>
                    <a:pt x="265211" y="115057"/>
                  </a:lnTo>
                  <a:cubicBezTo>
                    <a:pt x="280905" y="105503"/>
                    <a:pt x="280563" y="90834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17FE3C8-95E6-4F59-AB72-FE4AB01AED7D}"/>
                </a:ext>
              </a:extLst>
            </p:cNvPr>
            <p:cNvSpPr/>
            <p:nvPr/>
          </p:nvSpPr>
          <p:spPr>
            <a:xfrm>
              <a:off x="18273932" y="8873052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6 h 170580"/>
                <a:gd name="connsiteX2" fmla="*/ 122265 w 272929"/>
                <a:gd name="connsiteY2" fmla="*/ 32496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6 h 170580"/>
                <a:gd name="connsiteX6" fmla="*/ 180261 w 272929"/>
                <a:gd name="connsiteY6" fmla="*/ 164526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6"/>
                  </a:lnTo>
                  <a:cubicBezTo>
                    <a:pt x="163203" y="23284"/>
                    <a:pt x="138299" y="23284"/>
                    <a:pt x="122265" y="32496"/>
                  </a:cubicBezTo>
                  <a:lnTo>
                    <a:pt x="37315" y="81964"/>
                  </a:lnTo>
                  <a:cubicBezTo>
                    <a:pt x="21622" y="91175"/>
                    <a:pt x="21622" y="105846"/>
                    <a:pt x="37656" y="115057"/>
                  </a:cubicBezTo>
                  <a:lnTo>
                    <a:pt x="123288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0" y="115057"/>
                  </a:lnTo>
                  <a:cubicBezTo>
                    <a:pt x="280905" y="105846"/>
                    <a:pt x="280563" y="9083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C2DA66F-1108-4173-ADC1-86F720FFFF7B}"/>
                </a:ext>
              </a:extLst>
            </p:cNvPr>
            <p:cNvSpPr/>
            <p:nvPr/>
          </p:nvSpPr>
          <p:spPr>
            <a:xfrm>
              <a:off x="18045001" y="8740832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7 w 272929"/>
                <a:gd name="connsiteY5" fmla="*/ 164525 h 170580"/>
                <a:gd name="connsiteX6" fmla="*/ 180261 w 272929"/>
                <a:gd name="connsiteY6" fmla="*/ 164525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8" y="23284"/>
                    <a:pt x="122264" y="32495"/>
                  </a:cubicBezTo>
                  <a:lnTo>
                    <a:pt x="37315" y="81964"/>
                  </a:lnTo>
                  <a:cubicBezTo>
                    <a:pt x="21622" y="91175"/>
                    <a:pt x="21622" y="105845"/>
                    <a:pt x="37656" y="115057"/>
                  </a:cubicBezTo>
                  <a:lnTo>
                    <a:pt x="123287" y="164525"/>
                  </a:lnTo>
                  <a:cubicBezTo>
                    <a:pt x="138981" y="173737"/>
                    <a:pt x="164568" y="173737"/>
                    <a:pt x="180261" y="164525"/>
                  </a:cubicBezTo>
                  <a:lnTo>
                    <a:pt x="265210" y="115057"/>
                  </a:lnTo>
                  <a:cubicBezTo>
                    <a:pt x="280905" y="105845"/>
                    <a:pt x="280563" y="9117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E886E3B-CF03-4749-9DDD-925B9DE4867E}"/>
                </a:ext>
              </a:extLst>
            </p:cNvPr>
            <p:cNvSpPr/>
            <p:nvPr/>
          </p:nvSpPr>
          <p:spPr>
            <a:xfrm>
              <a:off x="17816477" y="8608612"/>
              <a:ext cx="373766" cy="233604"/>
            </a:xfrm>
            <a:custGeom>
              <a:avLst/>
              <a:gdLst>
                <a:gd name="connsiteX0" fmla="*/ 264912 w 272929"/>
                <a:gd name="connsiteY0" fmla="*/ 81964 h 170580"/>
                <a:gd name="connsiteX1" fmla="*/ 178940 w 272929"/>
                <a:gd name="connsiteY1" fmla="*/ 32496 h 170580"/>
                <a:gd name="connsiteX2" fmla="*/ 122307 w 272929"/>
                <a:gd name="connsiteY2" fmla="*/ 32496 h 170580"/>
                <a:gd name="connsiteX3" fmla="*/ 37358 w 272929"/>
                <a:gd name="connsiteY3" fmla="*/ 81964 h 170580"/>
                <a:gd name="connsiteX4" fmla="*/ 37358 w 272929"/>
                <a:gd name="connsiteY4" fmla="*/ 114716 h 170580"/>
                <a:gd name="connsiteX5" fmla="*/ 123330 w 272929"/>
                <a:gd name="connsiteY5" fmla="*/ 164184 h 170580"/>
                <a:gd name="connsiteX6" fmla="*/ 180304 w 272929"/>
                <a:gd name="connsiteY6" fmla="*/ 164184 h 170580"/>
                <a:gd name="connsiteX7" fmla="*/ 265254 w 272929"/>
                <a:gd name="connsiteY7" fmla="*/ 114716 h 170580"/>
                <a:gd name="connsiteX8" fmla="*/ 26491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912" y="81964"/>
                  </a:moveTo>
                  <a:lnTo>
                    <a:pt x="178940" y="32496"/>
                  </a:lnTo>
                  <a:cubicBezTo>
                    <a:pt x="163245" y="23284"/>
                    <a:pt x="138000" y="23284"/>
                    <a:pt x="122307" y="32496"/>
                  </a:cubicBezTo>
                  <a:lnTo>
                    <a:pt x="37358" y="81964"/>
                  </a:lnTo>
                  <a:cubicBezTo>
                    <a:pt x="21664" y="91176"/>
                    <a:pt x="21664" y="105846"/>
                    <a:pt x="37358" y="114716"/>
                  </a:cubicBezTo>
                  <a:lnTo>
                    <a:pt x="123330" y="164184"/>
                  </a:lnTo>
                  <a:cubicBezTo>
                    <a:pt x="139023" y="173395"/>
                    <a:pt x="164610" y="173395"/>
                    <a:pt x="180304" y="164184"/>
                  </a:cubicBezTo>
                  <a:lnTo>
                    <a:pt x="265254" y="114716"/>
                  </a:lnTo>
                  <a:cubicBezTo>
                    <a:pt x="280947" y="105846"/>
                    <a:pt x="280605" y="91176"/>
                    <a:pt x="26491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BE6EB8A-268F-4CEB-8BD6-B29783BD3D25}"/>
                </a:ext>
              </a:extLst>
            </p:cNvPr>
            <p:cNvSpPr/>
            <p:nvPr/>
          </p:nvSpPr>
          <p:spPr>
            <a:xfrm>
              <a:off x="17587309" y="8476861"/>
              <a:ext cx="373766" cy="233604"/>
            </a:xfrm>
            <a:custGeom>
              <a:avLst/>
              <a:gdLst>
                <a:gd name="connsiteX0" fmla="*/ 265084 w 272929"/>
                <a:gd name="connsiteY0" fmla="*/ 81963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3 h 170580"/>
                <a:gd name="connsiteX4" fmla="*/ 37529 w 272929"/>
                <a:gd name="connsiteY4" fmla="*/ 115056 h 170580"/>
                <a:gd name="connsiteX5" fmla="*/ 123502 w 272929"/>
                <a:gd name="connsiteY5" fmla="*/ 164525 h 170580"/>
                <a:gd name="connsiteX6" fmla="*/ 180476 w 272929"/>
                <a:gd name="connsiteY6" fmla="*/ 164525 h 170580"/>
                <a:gd name="connsiteX7" fmla="*/ 265426 w 272929"/>
                <a:gd name="connsiteY7" fmla="*/ 115056 h 170580"/>
                <a:gd name="connsiteX8" fmla="*/ 265084 w 272929"/>
                <a:gd name="connsiteY8" fmla="*/ 8196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3"/>
                  </a:moveTo>
                  <a:lnTo>
                    <a:pt x="179112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3"/>
                  </a:lnTo>
                  <a:cubicBezTo>
                    <a:pt x="21494" y="91175"/>
                    <a:pt x="21836" y="105845"/>
                    <a:pt x="37529" y="115056"/>
                  </a:cubicBezTo>
                  <a:lnTo>
                    <a:pt x="123502" y="164525"/>
                  </a:lnTo>
                  <a:cubicBezTo>
                    <a:pt x="139196" y="173736"/>
                    <a:pt x="164783" y="173736"/>
                    <a:pt x="180476" y="164525"/>
                  </a:cubicBezTo>
                  <a:lnTo>
                    <a:pt x="265426" y="115056"/>
                  </a:lnTo>
                  <a:cubicBezTo>
                    <a:pt x="281119" y="105503"/>
                    <a:pt x="280777" y="90834"/>
                    <a:pt x="265084" y="8196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01EA04A-D005-484F-AE38-863757249809}"/>
                </a:ext>
              </a:extLst>
            </p:cNvPr>
            <p:cNvSpPr/>
            <p:nvPr/>
          </p:nvSpPr>
          <p:spPr>
            <a:xfrm>
              <a:off x="17358379" y="8344639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5 h 170580"/>
                <a:gd name="connsiteX2" fmla="*/ 122138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6 h 170580"/>
                <a:gd name="connsiteX6" fmla="*/ 180476 w 272929"/>
                <a:gd name="connsiteY6" fmla="*/ 164526 h 170580"/>
                <a:gd name="connsiteX7" fmla="*/ 265425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8" y="32495"/>
                  </a:cubicBezTo>
                  <a:lnTo>
                    <a:pt x="37188" y="81964"/>
                  </a:lnTo>
                  <a:cubicBezTo>
                    <a:pt x="21494" y="91175"/>
                    <a:pt x="21836" y="105846"/>
                    <a:pt x="37529" y="115057"/>
                  </a:cubicBezTo>
                  <a:lnTo>
                    <a:pt x="123502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5" y="115057"/>
                  </a:lnTo>
                  <a:cubicBezTo>
                    <a:pt x="281119" y="105846"/>
                    <a:pt x="280778" y="9083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3170BD8-98C7-460E-8383-51FA2B16205E}"/>
                </a:ext>
              </a:extLst>
            </p:cNvPr>
            <p:cNvSpPr/>
            <p:nvPr/>
          </p:nvSpPr>
          <p:spPr>
            <a:xfrm>
              <a:off x="17129913" y="8212420"/>
              <a:ext cx="373766" cy="233604"/>
            </a:xfrm>
            <a:custGeom>
              <a:avLst/>
              <a:gdLst>
                <a:gd name="connsiteX0" fmla="*/ 265084 w 272929"/>
                <a:gd name="connsiteY0" fmla="*/ 81965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5 h 170580"/>
                <a:gd name="connsiteX4" fmla="*/ 37530 w 272929"/>
                <a:gd name="connsiteY4" fmla="*/ 115057 h 170580"/>
                <a:gd name="connsiteX5" fmla="*/ 123502 w 272929"/>
                <a:gd name="connsiteY5" fmla="*/ 164525 h 170580"/>
                <a:gd name="connsiteX6" fmla="*/ 180476 w 272929"/>
                <a:gd name="connsiteY6" fmla="*/ 164525 h 170580"/>
                <a:gd name="connsiteX7" fmla="*/ 265425 w 272929"/>
                <a:gd name="connsiteY7" fmla="*/ 115057 h 170580"/>
                <a:gd name="connsiteX8" fmla="*/ 265084 w 272929"/>
                <a:gd name="connsiteY8" fmla="*/ 81965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5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5"/>
                  </a:lnTo>
                  <a:cubicBezTo>
                    <a:pt x="21495" y="91176"/>
                    <a:pt x="21835" y="105845"/>
                    <a:pt x="37530" y="115057"/>
                  </a:cubicBezTo>
                  <a:lnTo>
                    <a:pt x="123502" y="164525"/>
                  </a:lnTo>
                  <a:cubicBezTo>
                    <a:pt x="139195" y="173737"/>
                    <a:pt x="164782" y="173737"/>
                    <a:pt x="180476" y="164525"/>
                  </a:cubicBezTo>
                  <a:lnTo>
                    <a:pt x="265425" y="115057"/>
                  </a:lnTo>
                  <a:cubicBezTo>
                    <a:pt x="280777" y="105845"/>
                    <a:pt x="280777" y="91176"/>
                    <a:pt x="265084" y="8196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F20E19A-CC6C-4434-8A3C-AFB5381226B1}"/>
                </a:ext>
              </a:extLst>
            </p:cNvPr>
            <p:cNvSpPr/>
            <p:nvPr/>
          </p:nvSpPr>
          <p:spPr>
            <a:xfrm>
              <a:off x="16900981" y="8080201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2 w 272929"/>
                <a:gd name="connsiteY1" fmla="*/ 32496 h 170580"/>
                <a:gd name="connsiteX2" fmla="*/ 122137 w 272929"/>
                <a:gd name="connsiteY2" fmla="*/ 32496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6 h 170580"/>
                <a:gd name="connsiteX6" fmla="*/ 180476 w 272929"/>
                <a:gd name="connsiteY6" fmla="*/ 164526 h 170580"/>
                <a:gd name="connsiteX7" fmla="*/ 265426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2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9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502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6" y="115057"/>
                  </a:lnTo>
                  <a:cubicBezTo>
                    <a:pt x="281119" y="105846"/>
                    <a:pt x="280777" y="91176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A2748A5-9072-4151-8F7A-30D5A25427D3}"/>
                </a:ext>
              </a:extLst>
            </p:cNvPr>
            <p:cNvSpPr/>
            <p:nvPr/>
          </p:nvSpPr>
          <p:spPr>
            <a:xfrm>
              <a:off x="16558985" y="7883039"/>
              <a:ext cx="513929" cy="327045"/>
            </a:xfrm>
            <a:custGeom>
              <a:avLst/>
              <a:gdLst>
                <a:gd name="connsiteX0" fmla="*/ 347645 w 375277"/>
                <a:gd name="connsiteY0" fmla="*/ 129727 h 238813"/>
                <a:gd name="connsiteX1" fmla="*/ 179111 w 375277"/>
                <a:gd name="connsiteY1" fmla="*/ 32496 h 238813"/>
                <a:gd name="connsiteX2" fmla="*/ 122137 w 375277"/>
                <a:gd name="connsiteY2" fmla="*/ 32496 h 238813"/>
                <a:gd name="connsiteX3" fmla="*/ 37188 w 375277"/>
                <a:gd name="connsiteY3" fmla="*/ 81964 h 238813"/>
                <a:gd name="connsiteX4" fmla="*/ 37530 w 375277"/>
                <a:gd name="connsiteY4" fmla="*/ 115057 h 238813"/>
                <a:gd name="connsiteX5" fmla="*/ 206063 w 375277"/>
                <a:gd name="connsiteY5" fmla="*/ 212288 h 238813"/>
                <a:gd name="connsiteX6" fmla="*/ 263037 w 375277"/>
                <a:gd name="connsiteY6" fmla="*/ 212288 h 238813"/>
                <a:gd name="connsiteX7" fmla="*/ 347986 w 375277"/>
                <a:gd name="connsiteY7" fmla="*/ 162820 h 238813"/>
                <a:gd name="connsiteX8" fmla="*/ 347645 w 375277"/>
                <a:gd name="connsiteY8" fmla="*/ 12972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277" h="238813">
                  <a:moveTo>
                    <a:pt x="347645" y="129727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6"/>
                    <a:pt x="37530" y="115057"/>
                  </a:cubicBezTo>
                  <a:lnTo>
                    <a:pt x="206063" y="212288"/>
                  </a:lnTo>
                  <a:cubicBezTo>
                    <a:pt x="221757" y="221500"/>
                    <a:pt x="247344" y="221500"/>
                    <a:pt x="263037" y="212288"/>
                  </a:cubicBezTo>
                  <a:lnTo>
                    <a:pt x="347986" y="162820"/>
                  </a:lnTo>
                  <a:cubicBezTo>
                    <a:pt x="363680" y="153267"/>
                    <a:pt x="363339" y="138597"/>
                    <a:pt x="347645" y="129727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A3ABDD9-1254-49F2-8508-B9701F54B01A}"/>
                </a:ext>
              </a:extLst>
            </p:cNvPr>
            <p:cNvSpPr/>
            <p:nvPr/>
          </p:nvSpPr>
          <p:spPr>
            <a:xfrm>
              <a:off x="16338463" y="8011053"/>
              <a:ext cx="560650" cy="327045"/>
            </a:xfrm>
            <a:custGeom>
              <a:avLst/>
              <a:gdLst>
                <a:gd name="connsiteX0" fmla="*/ 390291 w 409394"/>
                <a:gd name="connsiteY0" fmla="*/ 154290 h 238813"/>
                <a:gd name="connsiteX1" fmla="*/ 179111 w 409394"/>
                <a:gd name="connsiteY1" fmla="*/ 32496 h 238813"/>
                <a:gd name="connsiteX2" fmla="*/ 122137 w 409394"/>
                <a:gd name="connsiteY2" fmla="*/ 32496 h 238813"/>
                <a:gd name="connsiteX3" fmla="*/ 37188 w 409394"/>
                <a:gd name="connsiteY3" fmla="*/ 81964 h 238813"/>
                <a:gd name="connsiteX4" fmla="*/ 37530 w 409394"/>
                <a:gd name="connsiteY4" fmla="*/ 115057 h 238813"/>
                <a:gd name="connsiteX5" fmla="*/ 248709 w 409394"/>
                <a:gd name="connsiteY5" fmla="*/ 236851 h 238813"/>
                <a:gd name="connsiteX6" fmla="*/ 305341 w 409394"/>
                <a:gd name="connsiteY6" fmla="*/ 236851 h 238813"/>
                <a:gd name="connsiteX7" fmla="*/ 390291 w 409394"/>
                <a:gd name="connsiteY7" fmla="*/ 187383 h 238813"/>
                <a:gd name="connsiteX8" fmla="*/ 390291 w 409394"/>
                <a:gd name="connsiteY8" fmla="*/ 154290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9394" h="238813">
                  <a:moveTo>
                    <a:pt x="390291" y="154290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5"/>
                    <a:pt x="37530" y="115057"/>
                  </a:cubicBezTo>
                  <a:lnTo>
                    <a:pt x="248709" y="236851"/>
                  </a:lnTo>
                  <a:cubicBezTo>
                    <a:pt x="264402" y="246063"/>
                    <a:pt x="289647" y="245722"/>
                    <a:pt x="305341" y="236851"/>
                  </a:cubicBezTo>
                  <a:lnTo>
                    <a:pt x="390291" y="187383"/>
                  </a:lnTo>
                  <a:cubicBezTo>
                    <a:pt x="405984" y="177830"/>
                    <a:pt x="405984" y="163161"/>
                    <a:pt x="390291" y="15429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F38B32D-B5A3-4BBB-9A2D-525E64928A47}"/>
                </a:ext>
              </a:extLst>
            </p:cNvPr>
            <p:cNvSpPr/>
            <p:nvPr/>
          </p:nvSpPr>
          <p:spPr>
            <a:xfrm>
              <a:off x="19254543" y="9694404"/>
              <a:ext cx="560650" cy="327045"/>
            </a:xfrm>
            <a:custGeom>
              <a:avLst/>
              <a:gdLst>
                <a:gd name="connsiteX0" fmla="*/ 390119 w 409394"/>
                <a:gd name="connsiteY0" fmla="*/ 154290 h 238813"/>
                <a:gd name="connsiteX1" fmla="*/ 178940 w 409394"/>
                <a:gd name="connsiteY1" fmla="*/ 32495 h 238813"/>
                <a:gd name="connsiteX2" fmla="*/ 122307 w 409394"/>
                <a:gd name="connsiteY2" fmla="*/ 32495 h 238813"/>
                <a:gd name="connsiteX3" fmla="*/ 37358 w 409394"/>
                <a:gd name="connsiteY3" fmla="*/ 81964 h 238813"/>
                <a:gd name="connsiteX4" fmla="*/ 37358 w 409394"/>
                <a:gd name="connsiteY4" fmla="*/ 114715 h 238813"/>
                <a:gd name="connsiteX5" fmla="*/ 248536 w 409394"/>
                <a:gd name="connsiteY5" fmla="*/ 236510 h 238813"/>
                <a:gd name="connsiteX6" fmla="*/ 305510 w 409394"/>
                <a:gd name="connsiteY6" fmla="*/ 236510 h 238813"/>
                <a:gd name="connsiteX7" fmla="*/ 390459 w 409394"/>
                <a:gd name="connsiteY7" fmla="*/ 187042 h 238813"/>
                <a:gd name="connsiteX8" fmla="*/ 390119 w 409394"/>
                <a:gd name="connsiteY8" fmla="*/ 154290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9394" h="238813">
                  <a:moveTo>
                    <a:pt x="390119" y="154290"/>
                  </a:moveTo>
                  <a:lnTo>
                    <a:pt x="178940" y="32495"/>
                  </a:lnTo>
                  <a:cubicBezTo>
                    <a:pt x="163245" y="23284"/>
                    <a:pt x="138000" y="23284"/>
                    <a:pt x="122307" y="32495"/>
                  </a:cubicBezTo>
                  <a:lnTo>
                    <a:pt x="37358" y="81964"/>
                  </a:lnTo>
                  <a:cubicBezTo>
                    <a:pt x="21664" y="91175"/>
                    <a:pt x="21664" y="105845"/>
                    <a:pt x="37358" y="114715"/>
                  </a:cubicBezTo>
                  <a:lnTo>
                    <a:pt x="248536" y="236510"/>
                  </a:lnTo>
                  <a:cubicBezTo>
                    <a:pt x="264230" y="245721"/>
                    <a:pt x="289817" y="245721"/>
                    <a:pt x="305510" y="236510"/>
                  </a:cubicBezTo>
                  <a:lnTo>
                    <a:pt x="390459" y="187042"/>
                  </a:lnTo>
                  <a:cubicBezTo>
                    <a:pt x="406154" y="178171"/>
                    <a:pt x="405812" y="163501"/>
                    <a:pt x="390119" y="15429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4ECC3F6-D258-40F6-AEE4-1F6AA33F2D45}"/>
                </a:ext>
              </a:extLst>
            </p:cNvPr>
            <p:cNvSpPr/>
            <p:nvPr/>
          </p:nvSpPr>
          <p:spPr>
            <a:xfrm>
              <a:off x="16738859" y="8242321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2 w 272929"/>
                <a:gd name="connsiteY1" fmla="*/ 32496 h 170580"/>
                <a:gd name="connsiteX2" fmla="*/ 122137 w 272929"/>
                <a:gd name="connsiteY2" fmla="*/ 32496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6 h 170580"/>
                <a:gd name="connsiteX6" fmla="*/ 180476 w 272929"/>
                <a:gd name="connsiteY6" fmla="*/ 164526 h 170580"/>
                <a:gd name="connsiteX7" fmla="*/ 265426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2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9" y="81964"/>
                  </a:lnTo>
                  <a:cubicBezTo>
                    <a:pt x="21494" y="91175"/>
                    <a:pt x="21836" y="105846"/>
                    <a:pt x="37529" y="115057"/>
                  </a:cubicBezTo>
                  <a:lnTo>
                    <a:pt x="123502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6" y="115057"/>
                  </a:lnTo>
                  <a:cubicBezTo>
                    <a:pt x="280777" y="105504"/>
                    <a:pt x="280437" y="9083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21A413B-7D73-4BC6-BC10-04F380166703}"/>
                </a:ext>
              </a:extLst>
            </p:cNvPr>
            <p:cNvSpPr/>
            <p:nvPr/>
          </p:nvSpPr>
          <p:spPr>
            <a:xfrm>
              <a:off x="16967325" y="8374074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5 h 170580"/>
                <a:gd name="connsiteX2" fmla="*/ 122138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5 h 170580"/>
                <a:gd name="connsiteX6" fmla="*/ 180476 w 272929"/>
                <a:gd name="connsiteY6" fmla="*/ 164525 h 170580"/>
                <a:gd name="connsiteX7" fmla="*/ 265425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8" y="32495"/>
                  </a:cubicBezTo>
                  <a:lnTo>
                    <a:pt x="37188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502" y="164525"/>
                  </a:lnTo>
                  <a:cubicBezTo>
                    <a:pt x="139196" y="173737"/>
                    <a:pt x="164783" y="173737"/>
                    <a:pt x="180476" y="164525"/>
                  </a:cubicBezTo>
                  <a:lnTo>
                    <a:pt x="265425" y="115057"/>
                  </a:lnTo>
                  <a:cubicBezTo>
                    <a:pt x="281118" y="105845"/>
                    <a:pt x="280778" y="91175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E9E2121-BA5F-4377-9FC4-D31CC6E1AE11}"/>
                </a:ext>
              </a:extLst>
            </p:cNvPr>
            <p:cNvSpPr/>
            <p:nvPr/>
          </p:nvSpPr>
          <p:spPr>
            <a:xfrm>
              <a:off x="17196257" y="8506293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1 w 272929"/>
                <a:gd name="connsiteY1" fmla="*/ 32496 h 170580"/>
                <a:gd name="connsiteX2" fmla="*/ 122138 w 272929"/>
                <a:gd name="connsiteY2" fmla="*/ 32496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503 w 272929"/>
                <a:gd name="connsiteY5" fmla="*/ 164526 h 170580"/>
                <a:gd name="connsiteX6" fmla="*/ 180476 w 272929"/>
                <a:gd name="connsiteY6" fmla="*/ 164526 h 170580"/>
                <a:gd name="connsiteX7" fmla="*/ 265425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8" y="32496"/>
                  </a:cubicBezTo>
                  <a:lnTo>
                    <a:pt x="37188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503" y="164526"/>
                  </a:lnTo>
                  <a:cubicBezTo>
                    <a:pt x="139196" y="173737"/>
                    <a:pt x="164783" y="173737"/>
                    <a:pt x="180476" y="164526"/>
                  </a:cubicBezTo>
                  <a:lnTo>
                    <a:pt x="265425" y="115057"/>
                  </a:lnTo>
                  <a:cubicBezTo>
                    <a:pt x="281119" y="105846"/>
                    <a:pt x="280778" y="91176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5B3497-C79E-4A75-B7A7-F7EC55A9BE5D}"/>
                </a:ext>
              </a:extLst>
            </p:cNvPr>
            <p:cNvSpPr/>
            <p:nvPr/>
          </p:nvSpPr>
          <p:spPr>
            <a:xfrm>
              <a:off x="17425189" y="8638513"/>
              <a:ext cx="373766" cy="233604"/>
            </a:xfrm>
            <a:custGeom>
              <a:avLst/>
              <a:gdLst>
                <a:gd name="connsiteX0" fmla="*/ 265084 w 272929"/>
                <a:gd name="connsiteY0" fmla="*/ 81964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502 w 272929"/>
                <a:gd name="connsiteY5" fmla="*/ 164525 h 170580"/>
                <a:gd name="connsiteX6" fmla="*/ 180476 w 272929"/>
                <a:gd name="connsiteY6" fmla="*/ 164525 h 170580"/>
                <a:gd name="connsiteX7" fmla="*/ 265426 w 272929"/>
                <a:gd name="connsiteY7" fmla="*/ 115057 h 170580"/>
                <a:gd name="connsiteX8" fmla="*/ 265084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5084" y="81964"/>
                  </a:moveTo>
                  <a:lnTo>
                    <a:pt x="179112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502" y="164525"/>
                  </a:lnTo>
                  <a:cubicBezTo>
                    <a:pt x="139196" y="173737"/>
                    <a:pt x="164783" y="173737"/>
                    <a:pt x="180476" y="164525"/>
                  </a:cubicBezTo>
                  <a:lnTo>
                    <a:pt x="265426" y="115057"/>
                  </a:lnTo>
                  <a:cubicBezTo>
                    <a:pt x="280777" y="105504"/>
                    <a:pt x="280777" y="90834"/>
                    <a:pt x="2650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91124A5-7AEB-4E70-983C-B0809C63952A}"/>
                </a:ext>
              </a:extLst>
            </p:cNvPr>
            <p:cNvSpPr/>
            <p:nvPr/>
          </p:nvSpPr>
          <p:spPr>
            <a:xfrm>
              <a:off x="17653889" y="8770734"/>
              <a:ext cx="373766" cy="233604"/>
            </a:xfrm>
            <a:custGeom>
              <a:avLst/>
              <a:gdLst>
                <a:gd name="connsiteX0" fmla="*/ 264911 w 272929"/>
                <a:gd name="connsiteY0" fmla="*/ 81964 h 170580"/>
                <a:gd name="connsiteX1" fmla="*/ 178939 w 272929"/>
                <a:gd name="connsiteY1" fmla="*/ 32496 h 170580"/>
                <a:gd name="connsiteX2" fmla="*/ 122306 w 272929"/>
                <a:gd name="connsiteY2" fmla="*/ 32496 h 170580"/>
                <a:gd name="connsiteX3" fmla="*/ 37357 w 272929"/>
                <a:gd name="connsiteY3" fmla="*/ 81964 h 170580"/>
                <a:gd name="connsiteX4" fmla="*/ 37357 w 272929"/>
                <a:gd name="connsiteY4" fmla="*/ 114715 h 170580"/>
                <a:gd name="connsiteX5" fmla="*/ 123329 w 272929"/>
                <a:gd name="connsiteY5" fmla="*/ 164184 h 170580"/>
                <a:gd name="connsiteX6" fmla="*/ 180304 w 272929"/>
                <a:gd name="connsiteY6" fmla="*/ 164184 h 170580"/>
                <a:gd name="connsiteX7" fmla="*/ 265253 w 272929"/>
                <a:gd name="connsiteY7" fmla="*/ 114715 h 170580"/>
                <a:gd name="connsiteX8" fmla="*/ 264911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911" y="81964"/>
                  </a:moveTo>
                  <a:lnTo>
                    <a:pt x="178939" y="32496"/>
                  </a:lnTo>
                  <a:cubicBezTo>
                    <a:pt x="163246" y="23284"/>
                    <a:pt x="137999" y="23284"/>
                    <a:pt x="122306" y="32496"/>
                  </a:cubicBezTo>
                  <a:lnTo>
                    <a:pt x="37357" y="81964"/>
                  </a:lnTo>
                  <a:cubicBezTo>
                    <a:pt x="21664" y="91176"/>
                    <a:pt x="21664" y="105846"/>
                    <a:pt x="37357" y="114715"/>
                  </a:cubicBezTo>
                  <a:lnTo>
                    <a:pt x="123329" y="164184"/>
                  </a:lnTo>
                  <a:cubicBezTo>
                    <a:pt x="139024" y="173395"/>
                    <a:pt x="164611" y="173395"/>
                    <a:pt x="180304" y="164184"/>
                  </a:cubicBezTo>
                  <a:lnTo>
                    <a:pt x="265253" y="114715"/>
                  </a:lnTo>
                  <a:cubicBezTo>
                    <a:pt x="280946" y="105504"/>
                    <a:pt x="280605" y="90835"/>
                    <a:pt x="264911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36340C-9741-4AF2-BEC0-AEE243AB744E}"/>
                </a:ext>
              </a:extLst>
            </p:cNvPr>
            <p:cNvSpPr/>
            <p:nvPr/>
          </p:nvSpPr>
          <p:spPr>
            <a:xfrm>
              <a:off x="17882879" y="8902486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7 w 272929"/>
                <a:gd name="connsiteY5" fmla="*/ 164526 h 170580"/>
                <a:gd name="connsiteX6" fmla="*/ 180261 w 272929"/>
                <a:gd name="connsiteY6" fmla="*/ 164526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8" y="23284"/>
                    <a:pt x="122264" y="32495"/>
                  </a:cubicBezTo>
                  <a:lnTo>
                    <a:pt x="37315" y="81964"/>
                  </a:lnTo>
                  <a:cubicBezTo>
                    <a:pt x="21622" y="91175"/>
                    <a:pt x="21622" y="105846"/>
                    <a:pt x="37656" y="115057"/>
                  </a:cubicBezTo>
                  <a:lnTo>
                    <a:pt x="123287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0" y="115057"/>
                  </a:lnTo>
                  <a:cubicBezTo>
                    <a:pt x="280905" y="105846"/>
                    <a:pt x="280563" y="9117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651BDFA-87DE-494A-9825-72715C861D3D}"/>
                </a:ext>
              </a:extLst>
            </p:cNvPr>
            <p:cNvSpPr/>
            <p:nvPr/>
          </p:nvSpPr>
          <p:spPr>
            <a:xfrm>
              <a:off x="18111811" y="9034706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6 h 170580"/>
                <a:gd name="connsiteX2" fmla="*/ 122265 w 272929"/>
                <a:gd name="connsiteY2" fmla="*/ 32496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6 h 170580"/>
                <a:gd name="connsiteX6" fmla="*/ 180261 w 272929"/>
                <a:gd name="connsiteY6" fmla="*/ 164526 h 170580"/>
                <a:gd name="connsiteX7" fmla="*/ 265211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6"/>
                  </a:lnTo>
                  <a:cubicBezTo>
                    <a:pt x="163203" y="23284"/>
                    <a:pt x="138299" y="23284"/>
                    <a:pt x="122265" y="32496"/>
                  </a:cubicBezTo>
                  <a:lnTo>
                    <a:pt x="37315" y="81964"/>
                  </a:lnTo>
                  <a:cubicBezTo>
                    <a:pt x="21622" y="91176"/>
                    <a:pt x="21622" y="105846"/>
                    <a:pt x="37656" y="115057"/>
                  </a:cubicBezTo>
                  <a:lnTo>
                    <a:pt x="123288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1" y="115057"/>
                  </a:lnTo>
                  <a:cubicBezTo>
                    <a:pt x="280905" y="105846"/>
                    <a:pt x="280563" y="91176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5792124-C798-4775-92F0-DB50393096EC}"/>
                </a:ext>
              </a:extLst>
            </p:cNvPr>
            <p:cNvSpPr/>
            <p:nvPr/>
          </p:nvSpPr>
          <p:spPr>
            <a:xfrm>
              <a:off x="18340276" y="9166926"/>
              <a:ext cx="373766" cy="233604"/>
            </a:xfrm>
            <a:custGeom>
              <a:avLst/>
              <a:gdLst>
                <a:gd name="connsiteX0" fmla="*/ 264869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5 w 272929"/>
                <a:gd name="connsiteY3" fmla="*/ 81964 h 170580"/>
                <a:gd name="connsiteX4" fmla="*/ 37655 w 272929"/>
                <a:gd name="connsiteY4" fmla="*/ 115057 h 170580"/>
                <a:gd name="connsiteX5" fmla="*/ 123287 w 272929"/>
                <a:gd name="connsiteY5" fmla="*/ 164525 h 170580"/>
                <a:gd name="connsiteX6" fmla="*/ 180262 w 272929"/>
                <a:gd name="connsiteY6" fmla="*/ 164525 h 170580"/>
                <a:gd name="connsiteX7" fmla="*/ 265211 w 272929"/>
                <a:gd name="connsiteY7" fmla="*/ 115057 h 170580"/>
                <a:gd name="connsiteX8" fmla="*/ 264869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69" y="81964"/>
                  </a:moveTo>
                  <a:lnTo>
                    <a:pt x="179238" y="32495"/>
                  </a:lnTo>
                  <a:cubicBezTo>
                    <a:pt x="163204" y="23284"/>
                    <a:pt x="138298" y="23284"/>
                    <a:pt x="122264" y="32495"/>
                  </a:cubicBezTo>
                  <a:lnTo>
                    <a:pt x="37315" y="81964"/>
                  </a:lnTo>
                  <a:cubicBezTo>
                    <a:pt x="21622" y="91175"/>
                    <a:pt x="21622" y="105845"/>
                    <a:pt x="37655" y="115057"/>
                  </a:cubicBezTo>
                  <a:lnTo>
                    <a:pt x="123287" y="164525"/>
                  </a:lnTo>
                  <a:cubicBezTo>
                    <a:pt x="138980" y="173737"/>
                    <a:pt x="164567" y="173737"/>
                    <a:pt x="180262" y="164525"/>
                  </a:cubicBezTo>
                  <a:lnTo>
                    <a:pt x="265211" y="115057"/>
                  </a:lnTo>
                  <a:cubicBezTo>
                    <a:pt x="280904" y="105504"/>
                    <a:pt x="280563" y="90835"/>
                    <a:pt x="264869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8B4AB0A-6ADB-43E1-BFAD-690C41226162}"/>
                </a:ext>
              </a:extLst>
            </p:cNvPr>
            <p:cNvSpPr/>
            <p:nvPr/>
          </p:nvSpPr>
          <p:spPr>
            <a:xfrm>
              <a:off x="18569207" y="9298679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4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7 w 272929"/>
                <a:gd name="connsiteY5" fmla="*/ 164525 h 170580"/>
                <a:gd name="connsiteX6" fmla="*/ 180261 w 272929"/>
                <a:gd name="connsiteY6" fmla="*/ 164525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8" y="23284"/>
                    <a:pt x="122264" y="32495"/>
                  </a:cubicBezTo>
                  <a:lnTo>
                    <a:pt x="37315" y="81964"/>
                  </a:lnTo>
                  <a:cubicBezTo>
                    <a:pt x="21622" y="91175"/>
                    <a:pt x="21622" y="105845"/>
                    <a:pt x="37656" y="115057"/>
                  </a:cubicBezTo>
                  <a:lnTo>
                    <a:pt x="123287" y="164525"/>
                  </a:lnTo>
                  <a:cubicBezTo>
                    <a:pt x="138981" y="173737"/>
                    <a:pt x="164568" y="173737"/>
                    <a:pt x="180261" y="164525"/>
                  </a:cubicBezTo>
                  <a:lnTo>
                    <a:pt x="265210" y="115057"/>
                  </a:lnTo>
                  <a:cubicBezTo>
                    <a:pt x="280905" y="105845"/>
                    <a:pt x="280563" y="9117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22AF72D-1BD7-4B13-AA28-7DEF33BD31A4}"/>
                </a:ext>
              </a:extLst>
            </p:cNvPr>
            <p:cNvSpPr/>
            <p:nvPr/>
          </p:nvSpPr>
          <p:spPr>
            <a:xfrm>
              <a:off x="18798139" y="9430898"/>
              <a:ext cx="373766" cy="233604"/>
            </a:xfrm>
            <a:custGeom>
              <a:avLst/>
              <a:gdLst>
                <a:gd name="connsiteX0" fmla="*/ 264870 w 272929"/>
                <a:gd name="connsiteY0" fmla="*/ 81964 h 170580"/>
                <a:gd name="connsiteX1" fmla="*/ 179238 w 272929"/>
                <a:gd name="connsiteY1" fmla="*/ 32495 h 170580"/>
                <a:gd name="connsiteX2" fmla="*/ 122265 w 272929"/>
                <a:gd name="connsiteY2" fmla="*/ 32495 h 170580"/>
                <a:gd name="connsiteX3" fmla="*/ 37315 w 272929"/>
                <a:gd name="connsiteY3" fmla="*/ 81964 h 170580"/>
                <a:gd name="connsiteX4" fmla="*/ 37656 w 272929"/>
                <a:gd name="connsiteY4" fmla="*/ 115057 h 170580"/>
                <a:gd name="connsiteX5" fmla="*/ 123288 w 272929"/>
                <a:gd name="connsiteY5" fmla="*/ 164526 h 170580"/>
                <a:gd name="connsiteX6" fmla="*/ 180261 w 272929"/>
                <a:gd name="connsiteY6" fmla="*/ 164526 h 170580"/>
                <a:gd name="connsiteX7" fmla="*/ 265210 w 272929"/>
                <a:gd name="connsiteY7" fmla="*/ 115057 h 170580"/>
                <a:gd name="connsiteX8" fmla="*/ 264870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4"/>
                  </a:moveTo>
                  <a:lnTo>
                    <a:pt x="179238" y="32495"/>
                  </a:lnTo>
                  <a:cubicBezTo>
                    <a:pt x="163203" y="23284"/>
                    <a:pt x="138298" y="23284"/>
                    <a:pt x="122265" y="32495"/>
                  </a:cubicBezTo>
                  <a:lnTo>
                    <a:pt x="37315" y="81964"/>
                  </a:lnTo>
                  <a:cubicBezTo>
                    <a:pt x="21622" y="91175"/>
                    <a:pt x="21622" y="105846"/>
                    <a:pt x="37656" y="115057"/>
                  </a:cubicBezTo>
                  <a:lnTo>
                    <a:pt x="123288" y="164526"/>
                  </a:lnTo>
                  <a:cubicBezTo>
                    <a:pt x="138981" y="173737"/>
                    <a:pt x="164568" y="173737"/>
                    <a:pt x="180261" y="164526"/>
                  </a:cubicBezTo>
                  <a:lnTo>
                    <a:pt x="265210" y="115057"/>
                  </a:lnTo>
                  <a:cubicBezTo>
                    <a:pt x="280905" y="105846"/>
                    <a:pt x="280563" y="91175"/>
                    <a:pt x="264870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713436F-DDA0-4C65-BCBA-18B2C6E15006}"/>
                </a:ext>
              </a:extLst>
            </p:cNvPr>
            <p:cNvSpPr/>
            <p:nvPr/>
          </p:nvSpPr>
          <p:spPr>
            <a:xfrm>
              <a:off x="19027070" y="9563119"/>
              <a:ext cx="373766" cy="233604"/>
            </a:xfrm>
            <a:custGeom>
              <a:avLst/>
              <a:gdLst>
                <a:gd name="connsiteX0" fmla="*/ 264870 w 272929"/>
                <a:gd name="connsiteY0" fmla="*/ 81963 h 170580"/>
                <a:gd name="connsiteX1" fmla="*/ 179238 w 272929"/>
                <a:gd name="connsiteY1" fmla="*/ 32495 h 170580"/>
                <a:gd name="connsiteX2" fmla="*/ 122265 w 272929"/>
                <a:gd name="connsiteY2" fmla="*/ 32495 h 170580"/>
                <a:gd name="connsiteX3" fmla="*/ 37315 w 272929"/>
                <a:gd name="connsiteY3" fmla="*/ 81963 h 170580"/>
                <a:gd name="connsiteX4" fmla="*/ 37656 w 272929"/>
                <a:gd name="connsiteY4" fmla="*/ 115056 h 170580"/>
                <a:gd name="connsiteX5" fmla="*/ 123288 w 272929"/>
                <a:gd name="connsiteY5" fmla="*/ 164525 h 170580"/>
                <a:gd name="connsiteX6" fmla="*/ 180261 w 272929"/>
                <a:gd name="connsiteY6" fmla="*/ 164525 h 170580"/>
                <a:gd name="connsiteX7" fmla="*/ 265211 w 272929"/>
                <a:gd name="connsiteY7" fmla="*/ 115056 h 170580"/>
                <a:gd name="connsiteX8" fmla="*/ 264870 w 272929"/>
                <a:gd name="connsiteY8" fmla="*/ 8196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870" y="81963"/>
                  </a:moveTo>
                  <a:lnTo>
                    <a:pt x="179238" y="32495"/>
                  </a:lnTo>
                  <a:cubicBezTo>
                    <a:pt x="163203" y="23284"/>
                    <a:pt x="138299" y="23284"/>
                    <a:pt x="122265" y="32495"/>
                  </a:cubicBezTo>
                  <a:lnTo>
                    <a:pt x="37315" y="81963"/>
                  </a:lnTo>
                  <a:cubicBezTo>
                    <a:pt x="21622" y="91175"/>
                    <a:pt x="21622" y="105845"/>
                    <a:pt x="37656" y="115056"/>
                  </a:cubicBezTo>
                  <a:lnTo>
                    <a:pt x="123288" y="164525"/>
                  </a:lnTo>
                  <a:cubicBezTo>
                    <a:pt x="138981" y="173736"/>
                    <a:pt x="164568" y="173736"/>
                    <a:pt x="180261" y="164525"/>
                  </a:cubicBezTo>
                  <a:lnTo>
                    <a:pt x="265211" y="115056"/>
                  </a:lnTo>
                  <a:cubicBezTo>
                    <a:pt x="280563" y="105845"/>
                    <a:pt x="280563" y="90834"/>
                    <a:pt x="264870" y="8196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4421345-C144-43B7-B000-275B9B98BEE4}"/>
                </a:ext>
              </a:extLst>
            </p:cNvPr>
            <p:cNvSpPr/>
            <p:nvPr/>
          </p:nvSpPr>
          <p:spPr>
            <a:xfrm>
              <a:off x="16108483" y="8133579"/>
              <a:ext cx="700813" cy="420488"/>
            </a:xfrm>
            <a:custGeom>
              <a:avLst/>
              <a:gdLst>
                <a:gd name="connsiteX0" fmla="*/ 488970 w 511742"/>
                <a:gd name="connsiteY0" fmla="*/ 211520 h 307045"/>
                <a:gd name="connsiteX1" fmla="*/ 283590 w 511742"/>
                <a:gd name="connsiteY1" fmla="*/ 92796 h 307045"/>
                <a:gd name="connsiteX2" fmla="*/ 257662 w 511742"/>
                <a:gd name="connsiteY2" fmla="*/ 77785 h 307045"/>
                <a:gd name="connsiteX3" fmla="*/ 174077 w 511742"/>
                <a:gd name="connsiteY3" fmla="*/ 29681 h 307045"/>
                <a:gd name="connsiteX4" fmla="*/ 140985 w 511742"/>
                <a:gd name="connsiteY4" fmla="*/ 29681 h 307045"/>
                <a:gd name="connsiteX5" fmla="*/ 32495 w 511742"/>
                <a:gd name="connsiteY5" fmla="*/ 92796 h 307045"/>
                <a:gd name="connsiteX6" fmla="*/ 32495 w 511742"/>
                <a:gd name="connsiteY6" fmla="*/ 112242 h 307045"/>
                <a:gd name="connsiteX7" fmla="*/ 116080 w 511742"/>
                <a:gd name="connsiteY7" fmla="*/ 160346 h 307045"/>
                <a:gd name="connsiteX8" fmla="*/ 142008 w 511742"/>
                <a:gd name="connsiteY8" fmla="*/ 175357 h 307045"/>
                <a:gd name="connsiteX9" fmla="*/ 347388 w 511742"/>
                <a:gd name="connsiteY9" fmla="*/ 294082 h 307045"/>
                <a:gd name="connsiteX10" fmla="*/ 380821 w 511742"/>
                <a:gd name="connsiteY10" fmla="*/ 294082 h 307045"/>
                <a:gd name="connsiteX11" fmla="*/ 489310 w 511742"/>
                <a:gd name="connsiteY11" fmla="*/ 230967 h 307045"/>
                <a:gd name="connsiteX12" fmla="*/ 488970 w 511742"/>
                <a:gd name="connsiteY12" fmla="*/ 211520 h 30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1742" h="307045">
                  <a:moveTo>
                    <a:pt x="488970" y="211520"/>
                  </a:moveTo>
                  <a:lnTo>
                    <a:pt x="283590" y="92796"/>
                  </a:lnTo>
                  <a:lnTo>
                    <a:pt x="257662" y="77785"/>
                  </a:lnTo>
                  <a:lnTo>
                    <a:pt x="174077" y="29681"/>
                  </a:lnTo>
                  <a:cubicBezTo>
                    <a:pt x="164866" y="24223"/>
                    <a:pt x="149855" y="24223"/>
                    <a:pt x="140985" y="29681"/>
                  </a:cubicBezTo>
                  <a:lnTo>
                    <a:pt x="32495" y="92796"/>
                  </a:lnTo>
                  <a:cubicBezTo>
                    <a:pt x="23284" y="98255"/>
                    <a:pt x="23284" y="106783"/>
                    <a:pt x="32495" y="112242"/>
                  </a:cubicBezTo>
                  <a:lnTo>
                    <a:pt x="116080" y="160346"/>
                  </a:lnTo>
                  <a:lnTo>
                    <a:pt x="142008" y="175357"/>
                  </a:lnTo>
                  <a:lnTo>
                    <a:pt x="347388" y="294082"/>
                  </a:lnTo>
                  <a:cubicBezTo>
                    <a:pt x="356599" y="299540"/>
                    <a:pt x="371610" y="299540"/>
                    <a:pt x="380821" y="294082"/>
                  </a:cubicBezTo>
                  <a:lnTo>
                    <a:pt x="489310" y="230967"/>
                  </a:lnTo>
                  <a:cubicBezTo>
                    <a:pt x="498522" y="225508"/>
                    <a:pt x="498522" y="216979"/>
                    <a:pt x="488970" y="21152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41BA816-EA4A-41BB-85A6-6726FBE7F215}"/>
                </a:ext>
              </a:extLst>
            </p:cNvPr>
            <p:cNvSpPr/>
            <p:nvPr/>
          </p:nvSpPr>
          <p:spPr>
            <a:xfrm>
              <a:off x="18915000" y="9753856"/>
              <a:ext cx="700813" cy="420488"/>
            </a:xfrm>
            <a:custGeom>
              <a:avLst/>
              <a:gdLst>
                <a:gd name="connsiteX0" fmla="*/ 488971 w 511742"/>
                <a:gd name="connsiteY0" fmla="*/ 211520 h 307045"/>
                <a:gd name="connsiteX1" fmla="*/ 283249 w 511742"/>
                <a:gd name="connsiteY1" fmla="*/ 92796 h 307045"/>
                <a:gd name="connsiteX2" fmla="*/ 257662 w 511742"/>
                <a:gd name="connsiteY2" fmla="*/ 77785 h 307045"/>
                <a:gd name="connsiteX3" fmla="*/ 174078 w 511742"/>
                <a:gd name="connsiteY3" fmla="*/ 29681 h 307045"/>
                <a:gd name="connsiteX4" fmla="*/ 140985 w 511742"/>
                <a:gd name="connsiteY4" fmla="*/ 29681 h 307045"/>
                <a:gd name="connsiteX5" fmla="*/ 32496 w 511742"/>
                <a:gd name="connsiteY5" fmla="*/ 92796 h 307045"/>
                <a:gd name="connsiteX6" fmla="*/ 32496 w 511742"/>
                <a:gd name="connsiteY6" fmla="*/ 112242 h 307045"/>
                <a:gd name="connsiteX7" fmla="*/ 116080 w 511742"/>
                <a:gd name="connsiteY7" fmla="*/ 160346 h 307045"/>
                <a:gd name="connsiteX8" fmla="*/ 141667 w 511742"/>
                <a:gd name="connsiteY8" fmla="*/ 175016 h 307045"/>
                <a:gd name="connsiteX9" fmla="*/ 347388 w 511742"/>
                <a:gd name="connsiteY9" fmla="*/ 293740 h 307045"/>
                <a:gd name="connsiteX10" fmla="*/ 380822 w 511742"/>
                <a:gd name="connsiteY10" fmla="*/ 293740 h 307045"/>
                <a:gd name="connsiteX11" fmla="*/ 489311 w 511742"/>
                <a:gd name="connsiteY11" fmla="*/ 230625 h 307045"/>
                <a:gd name="connsiteX12" fmla="*/ 488971 w 511742"/>
                <a:gd name="connsiteY12" fmla="*/ 211520 h 30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1742" h="307045">
                  <a:moveTo>
                    <a:pt x="488971" y="211520"/>
                  </a:moveTo>
                  <a:lnTo>
                    <a:pt x="283249" y="92796"/>
                  </a:lnTo>
                  <a:lnTo>
                    <a:pt x="257662" y="77785"/>
                  </a:lnTo>
                  <a:lnTo>
                    <a:pt x="174078" y="29681"/>
                  </a:lnTo>
                  <a:cubicBezTo>
                    <a:pt x="164867" y="24222"/>
                    <a:pt x="149856" y="24222"/>
                    <a:pt x="140985" y="29681"/>
                  </a:cubicBezTo>
                  <a:lnTo>
                    <a:pt x="32496" y="92796"/>
                  </a:lnTo>
                  <a:cubicBezTo>
                    <a:pt x="23284" y="98255"/>
                    <a:pt x="23284" y="106784"/>
                    <a:pt x="32496" y="112242"/>
                  </a:cubicBezTo>
                  <a:lnTo>
                    <a:pt x="116080" y="160346"/>
                  </a:lnTo>
                  <a:lnTo>
                    <a:pt x="141667" y="175016"/>
                  </a:lnTo>
                  <a:lnTo>
                    <a:pt x="347388" y="293740"/>
                  </a:lnTo>
                  <a:cubicBezTo>
                    <a:pt x="356600" y="299199"/>
                    <a:pt x="371611" y="299199"/>
                    <a:pt x="380822" y="293740"/>
                  </a:cubicBezTo>
                  <a:lnTo>
                    <a:pt x="489311" y="230625"/>
                  </a:lnTo>
                  <a:cubicBezTo>
                    <a:pt x="498523" y="225508"/>
                    <a:pt x="498182" y="216638"/>
                    <a:pt x="488971" y="21152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2161FB-18D1-47A6-BC9C-C7C546B36733}"/>
                </a:ext>
              </a:extLst>
            </p:cNvPr>
            <p:cNvSpPr/>
            <p:nvPr/>
          </p:nvSpPr>
          <p:spPr>
            <a:xfrm>
              <a:off x="16628598" y="8433876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5 h 170580"/>
                <a:gd name="connsiteX2" fmla="*/ 122138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4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8" y="32495"/>
                  </a:cubicBezTo>
                  <a:lnTo>
                    <a:pt x="37188" y="81964"/>
                  </a:lnTo>
                  <a:cubicBezTo>
                    <a:pt x="21494" y="91175"/>
                    <a:pt x="21836" y="105846"/>
                    <a:pt x="37529" y="115057"/>
                  </a:cubicBezTo>
                  <a:lnTo>
                    <a:pt x="123161" y="164525"/>
                  </a:lnTo>
                  <a:cubicBezTo>
                    <a:pt x="138854" y="173737"/>
                    <a:pt x="164441" y="173737"/>
                    <a:pt x="180134" y="164525"/>
                  </a:cubicBezTo>
                  <a:lnTo>
                    <a:pt x="265084" y="115057"/>
                  </a:lnTo>
                  <a:cubicBezTo>
                    <a:pt x="280436" y="105504"/>
                    <a:pt x="280436" y="9083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A718424-D265-4724-B7AD-C2355062457D}"/>
                </a:ext>
              </a:extLst>
            </p:cNvPr>
            <p:cNvSpPr/>
            <p:nvPr/>
          </p:nvSpPr>
          <p:spPr>
            <a:xfrm>
              <a:off x="16857063" y="8565629"/>
              <a:ext cx="373766" cy="233604"/>
            </a:xfrm>
            <a:custGeom>
              <a:avLst/>
              <a:gdLst>
                <a:gd name="connsiteX0" fmla="*/ 264742 w 272929"/>
                <a:gd name="connsiteY0" fmla="*/ 81964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2" y="81964"/>
                  </a:moveTo>
                  <a:lnTo>
                    <a:pt x="179112" y="32495"/>
                  </a:lnTo>
                  <a:cubicBezTo>
                    <a:pt x="163417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5"/>
                    <a:pt x="37529" y="115057"/>
                  </a:cubicBezTo>
                  <a:lnTo>
                    <a:pt x="123161" y="164525"/>
                  </a:lnTo>
                  <a:cubicBezTo>
                    <a:pt x="138854" y="173737"/>
                    <a:pt x="164441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845"/>
                    <a:pt x="280437" y="91175"/>
                    <a:pt x="26474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CC9FA2A-B036-4CA6-8C9B-C2E944AD723D}"/>
                </a:ext>
              </a:extLst>
            </p:cNvPr>
            <p:cNvSpPr/>
            <p:nvPr/>
          </p:nvSpPr>
          <p:spPr>
            <a:xfrm>
              <a:off x="17085996" y="8697850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6 h 170580"/>
                <a:gd name="connsiteX6" fmla="*/ 180135 w 272929"/>
                <a:gd name="connsiteY6" fmla="*/ 164526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5"/>
                    <a:pt x="21835" y="105846"/>
                    <a:pt x="37530" y="115057"/>
                  </a:cubicBezTo>
                  <a:lnTo>
                    <a:pt x="123160" y="164526"/>
                  </a:lnTo>
                  <a:cubicBezTo>
                    <a:pt x="138855" y="173737"/>
                    <a:pt x="164442" y="173737"/>
                    <a:pt x="180135" y="164526"/>
                  </a:cubicBezTo>
                  <a:lnTo>
                    <a:pt x="265084" y="115057"/>
                  </a:lnTo>
                  <a:cubicBezTo>
                    <a:pt x="280778" y="105846"/>
                    <a:pt x="280437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D99DC09-DCD7-4017-A6BB-E8EDD027333B}"/>
                </a:ext>
              </a:extLst>
            </p:cNvPr>
            <p:cNvSpPr/>
            <p:nvPr/>
          </p:nvSpPr>
          <p:spPr>
            <a:xfrm>
              <a:off x="17314928" y="8830070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5 h 170580"/>
                <a:gd name="connsiteX2" fmla="*/ 122138 w 272929"/>
                <a:gd name="connsiteY2" fmla="*/ 32495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4 w 272929"/>
                <a:gd name="connsiteY6" fmla="*/ 164525 h 170580"/>
                <a:gd name="connsiteX7" fmla="*/ 265083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5"/>
                  </a:lnTo>
                  <a:cubicBezTo>
                    <a:pt x="163418" y="23284"/>
                    <a:pt x="138171" y="23284"/>
                    <a:pt x="122138" y="32495"/>
                  </a:cubicBezTo>
                  <a:lnTo>
                    <a:pt x="37188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161" y="164525"/>
                  </a:lnTo>
                  <a:cubicBezTo>
                    <a:pt x="139196" y="173736"/>
                    <a:pt x="164441" y="173736"/>
                    <a:pt x="180134" y="164525"/>
                  </a:cubicBezTo>
                  <a:lnTo>
                    <a:pt x="265083" y="115057"/>
                  </a:lnTo>
                  <a:cubicBezTo>
                    <a:pt x="280436" y="105503"/>
                    <a:pt x="280436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04A3532-BA5F-4DED-84C3-D3BA59663044}"/>
                </a:ext>
              </a:extLst>
            </p:cNvPr>
            <p:cNvSpPr/>
            <p:nvPr/>
          </p:nvSpPr>
          <p:spPr>
            <a:xfrm>
              <a:off x="17543392" y="8961821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2 w 272929"/>
                <a:gd name="connsiteY1" fmla="*/ 32496 h 170580"/>
                <a:gd name="connsiteX2" fmla="*/ 122137 w 272929"/>
                <a:gd name="connsiteY2" fmla="*/ 32496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6 h 170580"/>
                <a:gd name="connsiteX6" fmla="*/ 180135 w 272929"/>
                <a:gd name="connsiteY6" fmla="*/ 164526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2" y="32496"/>
                  </a:lnTo>
                  <a:cubicBezTo>
                    <a:pt x="163418" y="23284"/>
                    <a:pt x="138172" y="23284"/>
                    <a:pt x="122137" y="32496"/>
                  </a:cubicBezTo>
                  <a:lnTo>
                    <a:pt x="37189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161" y="164526"/>
                  </a:lnTo>
                  <a:cubicBezTo>
                    <a:pt x="139196" y="173737"/>
                    <a:pt x="164441" y="173737"/>
                    <a:pt x="180135" y="164526"/>
                  </a:cubicBezTo>
                  <a:lnTo>
                    <a:pt x="265084" y="115057"/>
                  </a:lnTo>
                  <a:cubicBezTo>
                    <a:pt x="280777" y="105846"/>
                    <a:pt x="280777" y="91176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9AD2DC3-81A3-4F15-92D4-9DD5DE28D97A}"/>
                </a:ext>
              </a:extLst>
            </p:cNvPr>
            <p:cNvSpPr/>
            <p:nvPr/>
          </p:nvSpPr>
          <p:spPr>
            <a:xfrm>
              <a:off x="17772324" y="9094042"/>
              <a:ext cx="373766" cy="233604"/>
            </a:xfrm>
            <a:custGeom>
              <a:avLst/>
              <a:gdLst>
                <a:gd name="connsiteX0" fmla="*/ 264742 w 272929"/>
                <a:gd name="connsiteY0" fmla="*/ 81964 h 170580"/>
                <a:gd name="connsiteX1" fmla="*/ 179111 w 272929"/>
                <a:gd name="connsiteY1" fmla="*/ 32495 h 170580"/>
                <a:gd name="connsiteX2" fmla="*/ 122137 w 272929"/>
                <a:gd name="connsiteY2" fmla="*/ 32495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2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5"/>
                    <a:pt x="37530" y="115057"/>
                  </a:cubicBezTo>
                  <a:lnTo>
                    <a:pt x="123160" y="164525"/>
                  </a:lnTo>
                  <a:cubicBezTo>
                    <a:pt x="139195" y="173737"/>
                    <a:pt x="164442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845"/>
                    <a:pt x="280777" y="91175"/>
                    <a:pt x="26474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DFE178-23B3-45BC-BCCC-E7A7FD282EBC}"/>
                </a:ext>
              </a:extLst>
            </p:cNvPr>
            <p:cNvSpPr/>
            <p:nvPr/>
          </p:nvSpPr>
          <p:spPr>
            <a:xfrm>
              <a:off x="18001256" y="9226262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29 w 272929"/>
                <a:gd name="connsiteY4" fmla="*/ 115057 h 170580"/>
                <a:gd name="connsiteX5" fmla="*/ 123160 w 272929"/>
                <a:gd name="connsiteY5" fmla="*/ 164526 h 170580"/>
                <a:gd name="connsiteX6" fmla="*/ 180134 w 272929"/>
                <a:gd name="connsiteY6" fmla="*/ 164526 h 170580"/>
                <a:gd name="connsiteX7" fmla="*/ 265083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6"/>
                  </a:lnTo>
                  <a:cubicBezTo>
                    <a:pt x="163418" y="23284"/>
                    <a:pt x="138171" y="23284"/>
                    <a:pt x="122137" y="32496"/>
                  </a:cubicBezTo>
                  <a:lnTo>
                    <a:pt x="37188" y="81964"/>
                  </a:lnTo>
                  <a:cubicBezTo>
                    <a:pt x="21494" y="91176"/>
                    <a:pt x="21836" y="105846"/>
                    <a:pt x="37529" y="115057"/>
                  </a:cubicBezTo>
                  <a:lnTo>
                    <a:pt x="123160" y="164526"/>
                  </a:lnTo>
                  <a:cubicBezTo>
                    <a:pt x="139195" y="173737"/>
                    <a:pt x="164441" y="173737"/>
                    <a:pt x="180134" y="164526"/>
                  </a:cubicBezTo>
                  <a:lnTo>
                    <a:pt x="265083" y="115057"/>
                  </a:lnTo>
                  <a:cubicBezTo>
                    <a:pt x="280778" y="105846"/>
                    <a:pt x="280436" y="91176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D96504-5E8D-4B23-B909-047F67A018B2}"/>
                </a:ext>
              </a:extLst>
            </p:cNvPr>
            <p:cNvSpPr/>
            <p:nvPr/>
          </p:nvSpPr>
          <p:spPr>
            <a:xfrm>
              <a:off x="18229720" y="9358482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2 w 272929"/>
                <a:gd name="connsiteY1" fmla="*/ 32495 h 170580"/>
                <a:gd name="connsiteX2" fmla="*/ 122137 w 272929"/>
                <a:gd name="connsiteY2" fmla="*/ 32495 h 170580"/>
                <a:gd name="connsiteX3" fmla="*/ 37189 w 272929"/>
                <a:gd name="connsiteY3" fmla="*/ 81964 h 170580"/>
                <a:gd name="connsiteX4" fmla="*/ 37529 w 272929"/>
                <a:gd name="connsiteY4" fmla="*/ 115057 h 170580"/>
                <a:gd name="connsiteX5" fmla="*/ 123161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2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9" y="81964"/>
                  </a:lnTo>
                  <a:cubicBezTo>
                    <a:pt x="21494" y="91175"/>
                    <a:pt x="21836" y="105845"/>
                    <a:pt x="37529" y="115057"/>
                  </a:cubicBezTo>
                  <a:lnTo>
                    <a:pt x="123161" y="164525"/>
                  </a:lnTo>
                  <a:cubicBezTo>
                    <a:pt x="139196" y="173737"/>
                    <a:pt x="164441" y="173737"/>
                    <a:pt x="180135" y="164525"/>
                  </a:cubicBezTo>
                  <a:lnTo>
                    <a:pt x="265084" y="115057"/>
                  </a:lnTo>
                  <a:cubicBezTo>
                    <a:pt x="280777" y="105504"/>
                    <a:pt x="280777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9778897-D25F-437C-A9B3-EF66CFFDC503}"/>
                </a:ext>
              </a:extLst>
            </p:cNvPr>
            <p:cNvSpPr/>
            <p:nvPr/>
          </p:nvSpPr>
          <p:spPr>
            <a:xfrm>
              <a:off x="18458653" y="9490234"/>
              <a:ext cx="373766" cy="233604"/>
            </a:xfrm>
            <a:custGeom>
              <a:avLst/>
              <a:gdLst>
                <a:gd name="connsiteX0" fmla="*/ 264742 w 272929"/>
                <a:gd name="connsiteY0" fmla="*/ 81964 h 170580"/>
                <a:gd name="connsiteX1" fmla="*/ 179111 w 272929"/>
                <a:gd name="connsiteY1" fmla="*/ 32496 h 170580"/>
                <a:gd name="connsiteX2" fmla="*/ 122137 w 272929"/>
                <a:gd name="connsiteY2" fmla="*/ 32496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6 h 170580"/>
                <a:gd name="connsiteX6" fmla="*/ 180135 w 272929"/>
                <a:gd name="connsiteY6" fmla="*/ 164526 h 170580"/>
                <a:gd name="connsiteX7" fmla="*/ 265084 w 272929"/>
                <a:gd name="connsiteY7" fmla="*/ 115057 h 170580"/>
                <a:gd name="connsiteX8" fmla="*/ 264742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2" y="81964"/>
                  </a:moveTo>
                  <a:lnTo>
                    <a:pt x="179111" y="32496"/>
                  </a:lnTo>
                  <a:cubicBezTo>
                    <a:pt x="163417" y="23284"/>
                    <a:pt x="138172" y="23284"/>
                    <a:pt x="122137" y="32496"/>
                  </a:cubicBezTo>
                  <a:lnTo>
                    <a:pt x="37188" y="81964"/>
                  </a:lnTo>
                  <a:cubicBezTo>
                    <a:pt x="21495" y="91176"/>
                    <a:pt x="21835" y="105846"/>
                    <a:pt x="37530" y="115057"/>
                  </a:cubicBezTo>
                  <a:lnTo>
                    <a:pt x="123160" y="164526"/>
                  </a:lnTo>
                  <a:cubicBezTo>
                    <a:pt x="139195" y="173737"/>
                    <a:pt x="164441" y="173737"/>
                    <a:pt x="180135" y="164526"/>
                  </a:cubicBezTo>
                  <a:lnTo>
                    <a:pt x="265084" y="115057"/>
                  </a:lnTo>
                  <a:cubicBezTo>
                    <a:pt x="280777" y="105846"/>
                    <a:pt x="280777" y="91176"/>
                    <a:pt x="26474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A4193D7-FB46-43F0-A3CA-A5CEBD5B4A34}"/>
                </a:ext>
              </a:extLst>
            </p:cNvPr>
            <p:cNvSpPr/>
            <p:nvPr/>
          </p:nvSpPr>
          <p:spPr>
            <a:xfrm>
              <a:off x="18687585" y="9622454"/>
              <a:ext cx="373766" cy="233604"/>
            </a:xfrm>
            <a:custGeom>
              <a:avLst/>
              <a:gdLst>
                <a:gd name="connsiteX0" fmla="*/ 264743 w 272929"/>
                <a:gd name="connsiteY0" fmla="*/ 81964 h 170580"/>
                <a:gd name="connsiteX1" fmla="*/ 179111 w 272929"/>
                <a:gd name="connsiteY1" fmla="*/ 32495 h 170580"/>
                <a:gd name="connsiteX2" fmla="*/ 122137 w 272929"/>
                <a:gd name="connsiteY2" fmla="*/ 32495 h 170580"/>
                <a:gd name="connsiteX3" fmla="*/ 37188 w 272929"/>
                <a:gd name="connsiteY3" fmla="*/ 81964 h 170580"/>
                <a:gd name="connsiteX4" fmla="*/ 37530 w 272929"/>
                <a:gd name="connsiteY4" fmla="*/ 115057 h 170580"/>
                <a:gd name="connsiteX5" fmla="*/ 123160 w 272929"/>
                <a:gd name="connsiteY5" fmla="*/ 164525 h 170580"/>
                <a:gd name="connsiteX6" fmla="*/ 180135 w 272929"/>
                <a:gd name="connsiteY6" fmla="*/ 164525 h 170580"/>
                <a:gd name="connsiteX7" fmla="*/ 265084 w 272929"/>
                <a:gd name="connsiteY7" fmla="*/ 115057 h 170580"/>
                <a:gd name="connsiteX8" fmla="*/ 264743 w 272929"/>
                <a:gd name="connsiteY8" fmla="*/ 8196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929" h="170580">
                  <a:moveTo>
                    <a:pt x="264743" y="81964"/>
                  </a:moveTo>
                  <a:lnTo>
                    <a:pt x="179111" y="32495"/>
                  </a:lnTo>
                  <a:cubicBezTo>
                    <a:pt x="163418" y="23284"/>
                    <a:pt x="138172" y="23284"/>
                    <a:pt x="122137" y="32495"/>
                  </a:cubicBezTo>
                  <a:lnTo>
                    <a:pt x="37188" y="81964"/>
                  </a:lnTo>
                  <a:cubicBezTo>
                    <a:pt x="21495" y="91175"/>
                    <a:pt x="21835" y="105845"/>
                    <a:pt x="37530" y="115057"/>
                  </a:cubicBezTo>
                  <a:lnTo>
                    <a:pt x="123160" y="164525"/>
                  </a:lnTo>
                  <a:cubicBezTo>
                    <a:pt x="139195" y="173737"/>
                    <a:pt x="164442" y="173737"/>
                    <a:pt x="180135" y="164525"/>
                  </a:cubicBezTo>
                  <a:lnTo>
                    <a:pt x="265084" y="115057"/>
                  </a:lnTo>
                  <a:cubicBezTo>
                    <a:pt x="280778" y="105845"/>
                    <a:pt x="280437" y="91175"/>
                    <a:pt x="264743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A1CFAA0-7358-4FFA-B880-F2490922B6C1}"/>
                </a:ext>
              </a:extLst>
            </p:cNvPr>
            <p:cNvSpPr/>
            <p:nvPr/>
          </p:nvSpPr>
          <p:spPr>
            <a:xfrm>
              <a:off x="15868452" y="8267084"/>
              <a:ext cx="420488" cy="280325"/>
            </a:xfrm>
            <a:custGeom>
              <a:avLst/>
              <a:gdLst>
                <a:gd name="connsiteX0" fmla="*/ 285895 w 307045"/>
                <a:gd name="connsiteY0" fmla="*/ 81964 h 204697"/>
                <a:gd name="connsiteX1" fmla="*/ 200263 w 307045"/>
                <a:gd name="connsiteY1" fmla="*/ 32496 h 204697"/>
                <a:gd name="connsiteX2" fmla="*/ 143289 w 307045"/>
                <a:gd name="connsiteY2" fmla="*/ 32496 h 204697"/>
                <a:gd name="connsiteX3" fmla="*/ 37188 w 307045"/>
                <a:gd name="connsiteY3" fmla="*/ 94246 h 204697"/>
                <a:gd name="connsiteX4" fmla="*/ 37530 w 307045"/>
                <a:gd name="connsiteY4" fmla="*/ 127339 h 204697"/>
                <a:gd name="connsiteX5" fmla="*/ 123160 w 307045"/>
                <a:gd name="connsiteY5" fmla="*/ 176807 h 204697"/>
                <a:gd name="connsiteX6" fmla="*/ 180135 w 307045"/>
                <a:gd name="connsiteY6" fmla="*/ 176807 h 204697"/>
                <a:gd name="connsiteX7" fmla="*/ 286236 w 307045"/>
                <a:gd name="connsiteY7" fmla="*/ 115057 h 204697"/>
                <a:gd name="connsiteX8" fmla="*/ 285895 w 307045"/>
                <a:gd name="connsiteY8" fmla="*/ 81964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045" h="204697">
                  <a:moveTo>
                    <a:pt x="285895" y="81964"/>
                  </a:moveTo>
                  <a:lnTo>
                    <a:pt x="200263" y="32496"/>
                  </a:lnTo>
                  <a:cubicBezTo>
                    <a:pt x="184570" y="23284"/>
                    <a:pt x="159323" y="23284"/>
                    <a:pt x="143289" y="32496"/>
                  </a:cubicBezTo>
                  <a:lnTo>
                    <a:pt x="37188" y="94246"/>
                  </a:lnTo>
                  <a:cubicBezTo>
                    <a:pt x="21495" y="103457"/>
                    <a:pt x="21835" y="118127"/>
                    <a:pt x="37530" y="127339"/>
                  </a:cubicBezTo>
                  <a:lnTo>
                    <a:pt x="123160" y="176807"/>
                  </a:lnTo>
                  <a:cubicBezTo>
                    <a:pt x="139195" y="186019"/>
                    <a:pt x="164100" y="186019"/>
                    <a:pt x="180135" y="176807"/>
                  </a:cubicBezTo>
                  <a:lnTo>
                    <a:pt x="286236" y="115057"/>
                  </a:lnTo>
                  <a:cubicBezTo>
                    <a:pt x="301930" y="105846"/>
                    <a:pt x="301930" y="91176"/>
                    <a:pt x="285895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863DA1A-605B-469E-B890-873A68467A13}"/>
                </a:ext>
              </a:extLst>
            </p:cNvPr>
            <p:cNvSpPr/>
            <p:nvPr/>
          </p:nvSpPr>
          <p:spPr>
            <a:xfrm>
              <a:off x="16097384" y="8399304"/>
              <a:ext cx="420488" cy="280325"/>
            </a:xfrm>
            <a:custGeom>
              <a:avLst/>
              <a:gdLst>
                <a:gd name="connsiteX0" fmla="*/ 285895 w 307045"/>
                <a:gd name="connsiteY0" fmla="*/ 81964 h 204697"/>
                <a:gd name="connsiteX1" fmla="*/ 200263 w 307045"/>
                <a:gd name="connsiteY1" fmla="*/ 32495 h 204697"/>
                <a:gd name="connsiteX2" fmla="*/ 143289 w 307045"/>
                <a:gd name="connsiteY2" fmla="*/ 32495 h 204697"/>
                <a:gd name="connsiteX3" fmla="*/ 37188 w 307045"/>
                <a:gd name="connsiteY3" fmla="*/ 94246 h 204697"/>
                <a:gd name="connsiteX4" fmla="*/ 37529 w 307045"/>
                <a:gd name="connsiteY4" fmla="*/ 127338 h 204697"/>
                <a:gd name="connsiteX5" fmla="*/ 123160 w 307045"/>
                <a:gd name="connsiteY5" fmla="*/ 176807 h 204697"/>
                <a:gd name="connsiteX6" fmla="*/ 180134 w 307045"/>
                <a:gd name="connsiteY6" fmla="*/ 176807 h 204697"/>
                <a:gd name="connsiteX7" fmla="*/ 286236 w 307045"/>
                <a:gd name="connsiteY7" fmla="*/ 115057 h 204697"/>
                <a:gd name="connsiteX8" fmla="*/ 285895 w 307045"/>
                <a:gd name="connsiteY8" fmla="*/ 81964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045" h="204697">
                  <a:moveTo>
                    <a:pt x="285895" y="81964"/>
                  </a:moveTo>
                  <a:lnTo>
                    <a:pt x="200263" y="32495"/>
                  </a:lnTo>
                  <a:cubicBezTo>
                    <a:pt x="184570" y="23284"/>
                    <a:pt x="159324" y="23284"/>
                    <a:pt x="143289" y="32495"/>
                  </a:cubicBezTo>
                  <a:lnTo>
                    <a:pt x="37188" y="94246"/>
                  </a:lnTo>
                  <a:cubicBezTo>
                    <a:pt x="21494" y="103457"/>
                    <a:pt x="21836" y="118127"/>
                    <a:pt x="37529" y="127338"/>
                  </a:cubicBezTo>
                  <a:lnTo>
                    <a:pt x="123160" y="176807"/>
                  </a:lnTo>
                  <a:cubicBezTo>
                    <a:pt x="139195" y="186018"/>
                    <a:pt x="164100" y="186018"/>
                    <a:pt x="180134" y="176807"/>
                  </a:cubicBezTo>
                  <a:lnTo>
                    <a:pt x="286236" y="115057"/>
                  </a:lnTo>
                  <a:cubicBezTo>
                    <a:pt x="301929" y="105504"/>
                    <a:pt x="301929" y="91175"/>
                    <a:pt x="285895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4E3DE4F-491B-4033-9745-D4A2A6731DE1}"/>
                </a:ext>
              </a:extLst>
            </p:cNvPr>
            <p:cNvSpPr/>
            <p:nvPr/>
          </p:nvSpPr>
          <p:spPr>
            <a:xfrm>
              <a:off x="16326316" y="8531523"/>
              <a:ext cx="420488" cy="280325"/>
            </a:xfrm>
            <a:custGeom>
              <a:avLst/>
              <a:gdLst>
                <a:gd name="connsiteX0" fmla="*/ 285895 w 307045"/>
                <a:gd name="connsiteY0" fmla="*/ 81964 h 204697"/>
                <a:gd name="connsiteX1" fmla="*/ 200263 w 307045"/>
                <a:gd name="connsiteY1" fmla="*/ 32495 h 204697"/>
                <a:gd name="connsiteX2" fmla="*/ 143289 w 307045"/>
                <a:gd name="connsiteY2" fmla="*/ 32495 h 204697"/>
                <a:gd name="connsiteX3" fmla="*/ 37188 w 307045"/>
                <a:gd name="connsiteY3" fmla="*/ 94247 h 204697"/>
                <a:gd name="connsiteX4" fmla="*/ 37529 w 307045"/>
                <a:gd name="connsiteY4" fmla="*/ 127338 h 204697"/>
                <a:gd name="connsiteX5" fmla="*/ 123161 w 307045"/>
                <a:gd name="connsiteY5" fmla="*/ 176807 h 204697"/>
                <a:gd name="connsiteX6" fmla="*/ 180134 w 307045"/>
                <a:gd name="connsiteY6" fmla="*/ 176807 h 204697"/>
                <a:gd name="connsiteX7" fmla="*/ 286236 w 307045"/>
                <a:gd name="connsiteY7" fmla="*/ 115057 h 204697"/>
                <a:gd name="connsiteX8" fmla="*/ 285895 w 307045"/>
                <a:gd name="connsiteY8" fmla="*/ 81964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045" h="204697">
                  <a:moveTo>
                    <a:pt x="285895" y="81964"/>
                  </a:moveTo>
                  <a:lnTo>
                    <a:pt x="200263" y="32495"/>
                  </a:lnTo>
                  <a:cubicBezTo>
                    <a:pt x="184570" y="23284"/>
                    <a:pt x="159324" y="23284"/>
                    <a:pt x="143289" y="32495"/>
                  </a:cubicBezTo>
                  <a:lnTo>
                    <a:pt x="37188" y="94247"/>
                  </a:lnTo>
                  <a:cubicBezTo>
                    <a:pt x="21494" y="103458"/>
                    <a:pt x="21836" y="118127"/>
                    <a:pt x="37529" y="127338"/>
                  </a:cubicBezTo>
                  <a:lnTo>
                    <a:pt x="123161" y="176807"/>
                  </a:lnTo>
                  <a:cubicBezTo>
                    <a:pt x="139196" y="186018"/>
                    <a:pt x="164100" y="186018"/>
                    <a:pt x="180134" y="176807"/>
                  </a:cubicBezTo>
                  <a:lnTo>
                    <a:pt x="286236" y="115057"/>
                  </a:lnTo>
                  <a:cubicBezTo>
                    <a:pt x="301588" y="105504"/>
                    <a:pt x="301588" y="90835"/>
                    <a:pt x="285895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DD4E10A-3150-4A38-960F-6DF184C6CB5C}"/>
                </a:ext>
              </a:extLst>
            </p:cNvPr>
            <p:cNvSpPr/>
            <p:nvPr/>
          </p:nvSpPr>
          <p:spPr>
            <a:xfrm>
              <a:off x="16554780" y="8663742"/>
              <a:ext cx="467208" cy="280325"/>
            </a:xfrm>
            <a:custGeom>
              <a:avLst/>
              <a:gdLst>
                <a:gd name="connsiteX0" fmla="*/ 324446 w 341161"/>
                <a:gd name="connsiteY0" fmla="*/ 104140 h 204697"/>
                <a:gd name="connsiteX1" fmla="*/ 200263 w 341161"/>
                <a:gd name="connsiteY1" fmla="*/ 32495 h 204697"/>
                <a:gd name="connsiteX2" fmla="*/ 143289 w 341161"/>
                <a:gd name="connsiteY2" fmla="*/ 32495 h 204697"/>
                <a:gd name="connsiteX3" fmla="*/ 37188 w 341161"/>
                <a:gd name="connsiteY3" fmla="*/ 94246 h 204697"/>
                <a:gd name="connsiteX4" fmla="*/ 37530 w 341161"/>
                <a:gd name="connsiteY4" fmla="*/ 127338 h 204697"/>
                <a:gd name="connsiteX5" fmla="*/ 161712 w 341161"/>
                <a:gd name="connsiteY5" fmla="*/ 198982 h 204697"/>
                <a:gd name="connsiteX6" fmla="*/ 218686 w 341161"/>
                <a:gd name="connsiteY6" fmla="*/ 198982 h 204697"/>
                <a:gd name="connsiteX7" fmla="*/ 324787 w 341161"/>
                <a:gd name="connsiteY7" fmla="*/ 137232 h 204697"/>
                <a:gd name="connsiteX8" fmla="*/ 324446 w 341161"/>
                <a:gd name="connsiteY8" fmla="*/ 104140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1161" h="204697">
                  <a:moveTo>
                    <a:pt x="324446" y="104140"/>
                  </a:moveTo>
                  <a:lnTo>
                    <a:pt x="200263" y="32495"/>
                  </a:lnTo>
                  <a:cubicBezTo>
                    <a:pt x="184570" y="23284"/>
                    <a:pt x="159323" y="23284"/>
                    <a:pt x="143289" y="32495"/>
                  </a:cubicBezTo>
                  <a:lnTo>
                    <a:pt x="37188" y="94246"/>
                  </a:lnTo>
                  <a:cubicBezTo>
                    <a:pt x="21495" y="103457"/>
                    <a:pt x="21835" y="118127"/>
                    <a:pt x="37530" y="127338"/>
                  </a:cubicBezTo>
                  <a:lnTo>
                    <a:pt x="161712" y="198982"/>
                  </a:lnTo>
                  <a:cubicBezTo>
                    <a:pt x="177405" y="208193"/>
                    <a:pt x="202652" y="208193"/>
                    <a:pt x="218686" y="198982"/>
                  </a:cubicBezTo>
                  <a:lnTo>
                    <a:pt x="324787" y="137232"/>
                  </a:lnTo>
                  <a:cubicBezTo>
                    <a:pt x="340480" y="127680"/>
                    <a:pt x="340140" y="113009"/>
                    <a:pt x="324446" y="10414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7C45C8-04A2-4EA8-BF36-0058D0283CB5}"/>
                </a:ext>
              </a:extLst>
            </p:cNvPr>
            <p:cNvSpPr/>
            <p:nvPr/>
          </p:nvSpPr>
          <p:spPr>
            <a:xfrm>
              <a:off x="16836506" y="8825864"/>
              <a:ext cx="1354903" cy="794254"/>
            </a:xfrm>
            <a:custGeom>
              <a:avLst/>
              <a:gdLst>
                <a:gd name="connsiteX0" fmla="*/ 954231 w 989368"/>
                <a:gd name="connsiteY0" fmla="*/ 467819 h 579974"/>
                <a:gd name="connsiteX1" fmla="*/ 200263 w 989368"/>
                <a:gd name="connsiteY1" fmla="*/ 32496 h 579974"/>
                <a:gd name="connsiteX2" fmla="*/ 143289 w 989368"/>
                <a:gd name="connsiteY2" fmla="*/ 32496 h 579974"/>
                <a:gd name="connsiteX3" fmla="*/ 37188 w 989368"/>
                <a:gd name="connsiteY3" fmla="*/ 94246 h 579974"/>
                <a:gd name="connsiteX4" fmla="*/ 37530 w 989368"/>
                <a:gd name="connsiteY4" fmla="*/ 127339 h 579974"/>
                <a:gd name="connsiteX5" fmla="*/ 791496 w 989368"/>
                <a:gd name="connsiteY5" fmla="*/ 562662 h 579974"/>
                <a:gd name="connsiteX6" fmla="*/ 848471 w 989368"/>
                <a:gd name="connsiteY6" fmla="*/ 562662 h 579974"/>
                <a:gd name="connsiteX7" fmla="*/ 954571 w 989368"/>
                <a:gd name="connsiteY7" fmla="*/ 500911 h 579974"/>
                <a:gd name="connsiteX8" fmla="*/ 954231 w 989368"/>
                <a:gd name="connsiteY8" fmla="*/ 467819 h 579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9368" h="579974">
                  <a:moveTo>
                    <a:pt x="954231" y="467819"/>
                  </a:moveTo>
                  <a:lnTo>
                    <a:pt x="200263" y="32496"/>
                  </a:lnTo>
                  <a:cubicBezTo>
                    <a:pt x="184570" y="23284"/>
                    <a:pt x="159323" y="23284"/>
                    <a:pt x="143289" y="32496"/>
                  </a:cubicBezTo>
                  <a:lnTo>
                    <a:pt x="37188" y="94246"/>
                  </a:lnTo>
                  <a:cubicBezTo>
                    <a:pt x="21495" y="103457"/>
                    <a:pt x="21835" y="118128"/>
                    <a:pt x="37530" y="127339"/>
                  </a:cubicBezTo>
                  <a:lnTo>
                    <a:pt x="791496" y="562662"/>
                  </a:lnTo>
                  <a:cubicBezTo>
                    <a:pt x="807531" y="571873"/>
                    <a:pt x="832436" y="571873"/>
                    <a:pt x="848471" y="562662"/>
                  </a:cubicBezTo>
                  <a:lnTo>
                    <a:pt x="954571" y="500911"/>
                  </a:lnTo>
                  <a:cubicBezTo>
                    <a:pt x="970266" y="491700"/>
                    <a:pt x="969924" y="477030"/>
                    <a:pt x="954231" y="46781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5C41D9E-4416-49AD-B269-EFD92B6CE507}"/>
                </a:ext>
              </a:extLst>
            </p:cNvPr>
            <p:cNvSpPr/>
            <p:nvPr/>
          </p:nvSpPr>
          <p:spPr>
            <a:xfrm>
              <a:off x="17984904" y="9488832"/>
              <a:ext cx="467208" cy="280325"/>
            </a:xfrm>
            <a:custGeom>
              <a:avLst/>
              <a:gdLst>
                <a:gd name="connsiteX0" fmla="*/ 327175 w 341161"/>
                <a:gd name="connsiteY0" fmla="*/ 105846 h 204697"/>
                <a:gd name="connsiteX1" fmla="*/ 200263 w 341161"/>
                <a:gd name="connsiteY1" fmla="*/ 32496 h 204697"/>
                <a:gd name="connsiteX2" fmla="*/ 143289 w 341161"/>
                <a:gd name="connsiteY2" fmla="*/ 32496 h 204697"/>
                <a:gd name="connsiteX3" fmla="*/ 37188 w 341161"/>
                <a:gd name="connsiteY3" fmla="*/ 94246 h 204697"/>
                <a:gd name="connsiteX4" fmla="*/ 37529 w 341161"/>
                <a:gd name="connsiteY4" fmla="*/ 127339 h 204697"/>
                <a:gd name="connsiteX5" fmla="*/ 164441 w 341161"/>
                <a:gd name="connsiteY5" fmla="*/ 200689 h 204697"/>
                <a:gd name="connsiteX6" fmla="*/ 221416 w 341161"/>
                <a:gd name="connsiteY6" fmla="*/ 200689 h 204697"/>
                <a:gd name="connsiteX7" fmla="*/ 327517 w 341161"/>
                <a:gd name="connsiteY7" fmla="*/ 138938 h 204697"/>
                <a:gd name="connsiteX8" fmla="*/ 327175 w 341161"/>
                <a:gd name="connsiteY8" fmla="*/ 105846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1161" h="204697">
                  <a:moveTo>
                    <a:pt x="327175" y="105846"/>
                  </a:moveTo>
                  <a:lnTo>
                    <a:pt x="200263" y="32496"/>
                  </a:lnTo>
                  <a:cubicBezTo>
                    <a:pt x="184570" y="23284"/>
                    <a:pt x="159324" y="23284"/>
                    <a:pt x="143289" y="32496"/>
                  </a:cubicBezTo>
                  <a:lnTo>
                    <a:pt x="37188" y="94246"/>
                  </a:lnTo>
                  <a:cubicBezTo>
                    <a:pt x="21494" y="103457"/>
                    <a:pt x="21836" y="118127"/>
                    <a:pt x="37529" y="127339"/>
                  </a:cubicBezTo>
                  <a:lnTo>
                    <a:pt x="164441" y="200689"/>
                  </a:lnTo>
                  <a:cubicBezTo>
                    <a:pt x="180134" y="209900"/>
                    <a:pt x="205381" y="209900"/>
                    <a:pt x="221416" y="200689"/>
                  </a:cubicBezTo>
                  <a:lnTo>
                    <a:pt x="327517" y="138938"/>
                  </a:lnTo>
                  <a:cubicBezTo>
                    <a:pt x="343210" y="129727"/>
                    <a:pt x="342869" y="115057"/>
                    <a:pt x="327175" y="105846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7632107-583C-437F-9D1E-7AB0C61A5BEF}"/>
                </a:ext>
              </a:extLst>
            </p:cNvPr>
            <p:cNvSpPr/>
            <p:nvPr/>
          </p:nvSpPr>
          <p:spPr>
            <a:xfrm>
              <a:off x="18269728" y="9653756"/>
              <a:ext cx="420488" cy="280325"/>
            </a:xfrm>
            <a:custGeom>
              <a:avLst/>
              <a:gdLst>
                <a:gd name="connsiteX0" fmla="*/ 286022 w 307045"/>
                <a:gd name="connsiteY0" fmla="*/ 81964 h 204697"/>
                <a:gd name="connsiteX1" fmla="*/ 200390 w 307045"/>
                <a:gd name="connsiteY1" fmla="*/ 32496 h 204697"/>
                <a:gd name="connsiteX2" fmla="*/ 143416 w 307045"/>
                <a:gd name="connsiteY2" fmla="*/ 32496 h 204697"/>
                <a:gd name="connsiteX3" fmla="*/ 37315 w 307045"/>
                <a:gd name="connsiteY3" fmla="*/ 94246 h 204697"/>
                <a:gd name="connsiteX4" fmla="*/ 37656 w 307045"/>
                <a:gd name="connsiteY4" fmla="*/ 127339 h 204697"/>
                <a:gd name="connsiteX5" fmla="*/ 123287 w 307045"/>
                <a:gd name="connsiteY5" fmla="*/ 176807 h 204697"/>
                <a:gd name="connsiteX6" fmla="*/ 180261 w 307045"/>
                <a:gd name="connsiteY6" fmla="*/ 176807 h 204697"/>
                <a:gd name="connsiteX7" fmla="*/ 286363 w 307045"/>
                <a:gd name="connsiteY7" fmla="*/ 115057 h 204697"/>
                <a:gd name="connsiteX8" fmla="*/ 286022 w 307045"/>
                <a:gd name="connsiteY8" fmla="*/ 81964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045" h="204697">
                  <a:moveTo>
                    <a:pt x="286022" y="81964"/>
                  </a:moveTo>
                  <a:lnTo>
                    <a:pt x="200390" y="32496"/>
                  </a:lnTo>
                  <a:cubicBezTo>
                    <a:pt x="184355" y="23284"/>
                    <a:pt x="159451" y="23284"/>
                    <a:pt x="143416" y="32496"/>
                  </a:cubicBezTo>
                  <a:lnTo>
                    <a:pt x="37315" y="94246"/>
                  </a:lnTo>
                  <a:cubicBezTo>
                    <a:pt x="21622" y="103457"/>
                    <a:pt x="21622" y="118127"/>
                    <a:pt x="37656" y="127339"/>
                  </a:cubicBezTo>
                  <a:lnTo>
                    <a:pt x="123287" y="176807"/>
                  </a:lnTo>
                  <a:cubicBezTo>
                    <a:pt x="138981" y="186019"/>
                    <a:pt x="164227" y="186019"/>
                    <a:pt x="180261" y="176807"/>
                  </a:cubicBezTo>
                  <a:lnTo>
                    <a:pt x="286363" y="115057"/>
                  </a:lnTo>
                  <a:cubicBezTo>
                    <a:pt x="302056" y="105504"/>
                    <a:pt x="301715" y="90835"/>
                    <a:pt x="286022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2599312-2979-4130-8CA4-C87F8389E864}"/>
                </a:ext>
              </a:extLst>
            </p:cNvPr>
            <p:cNvSpPr/>
            <p:nvPr/>
          </p:nvSpPr>
          <p:spPr>
            <a:xfrm>
              <a:off x="18498659" y="9850918"/>
              <a:ext cx="327045" cy="186884"/>
            </a:xfrm>
            <a:custGeom>
              <a:avLst/>
              <a:gdLst>
                <a:gd name="connsiteX0" fmla="*/ 204485 w 238813"/>
                <a:gd name="connsiteY0" fmla="*/ 81964 h 136464"/>
                <a:gd name="connsiteX1" fmla="*/ 118853 w 238813"/>
                <a:gd name="connsiteY1" fmla="*/ 32496 h 136464"/>
                <a:gd name="connsiteX2" fmla="*/ 62220 w 238813"/>
                <a:gd name="connsiteY2" fmla="*/ 32496 h 136464"/>
                <a:gd name="connsiteX3" fmla="*/ 37315 w 238813"/>
                <a:gd name="connsiteY3" fmla="*/ 46824 h 136464"/>
                <a:gd name="connsiteX4" fmla="*/ 37656 w 238813"/>
                <a:gd name="connsiteY4" fmla="*/ 79917 h 136464"/>
                <a:gd name="connsiteX5" fmla="*/ 123288 w 238813"/>
                <a:gd name="connsiteY5" fmla="*/ 129386 h 136464"/>
                <a:gd name="connsiteX6" fmla="*/ 180261 w 238813"/>
                <a:gd name="connsiteY6" fmla="*/ 129386 h 136464"/>
                <a:gd name="connsiteX7" fmla="*/ 205167 w 238813"/>
                <a:gd name="connsiteY7" fmla="*/ 115057 h 136464"/>
                <a:gd name="connsiteX8" fmla="*/ 204485 w 238813"/>
                <a:gd name="connsiteY8" fmla="*/ 81964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04485" y="81964"/>
                  </a:moveTo>
                  <a:lnTo>
                    <a:pt x="118853" y="32496"/>
                  </a:lnTo>
                  <a:cubicBezTo>
                    <a:pt x="102818" y="23284"/>
                    <a:pt x="77913" y="23284"/>
                    <a:pt x="62220" y="32496"/>
                  </a:cubicBezTo>
                  <a:lnTo>
                    <a:pt x="37315" y="46824"/>
                  </a:lnTo>
                  <a:cubicBezTo>
                    <a:pt x="21622" y="56036"/>
                    <a:pt x="21622" y="70706"/>
                    <a:pt x="37656" y="79917"/>
                  </a:cubicBezTo>
                  <a:lnTo>
                    <a:pt x="123288" y="129386"/>
                  </a:lnTo>
                  <a:cubicBezTo>
                    <a:pt x="138981" y="138597"/>
                    <a:pt x="164227" y="138597"/>
                    <a:pt x="180261" y="129386"/>
                  </a:cubicBezTo>
                  <a:lnTo>
                    <a:pt x="205167" y="115057"/>
                  </a:lnTo>
                  <a:cubicBezTo>
                    <a:pt x="220518" y="105504"/>
                    <a:pt x="220178" y="90835"/>
                    <a:pt x="204485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F7B1410-AC78-42BB-A209-B74CE2460ECC}"/>
                </a:ext>
              </a:extLst>
            </p:cNvPr>
            <p:cNvSpPr/>
            <p:nvPr/>
          </p:nvSpPr>
          <p:spPr>
            <a:xfrm>
              <a:off x="18956056" y="10114892"/>
              <a:ext cx="327045" cy="186884"/>
            </a:xfrm>
            <a:custGeom>
              <a:avLst/>
              <a:gdLst>
                <a:gd name="connsiteX0" fmla="*/ 204484 w 238813"/>
                <a:gd name="connsiteY0" fmla="*/ 81964 h 136464"/>
                <a:gd name="connsiteX1" fmla="*/ 118853 w 238813"/>
                <a:gd name="connsiteY1" fmla="*/ 32495 h 136464"/>
                <a:gd name="connsiteX2" fmla="*/ 62220 w 238813"/>
                <a:gd name="connsiteY2" fmla="*/ 32495 h 136464"/>
                <a:gd name="connsiteX3" fmla="*/ 37315 w 238813"/>
                <a:gd name="connsiteY3" fmla="*/ 46825 h 136464"/>
                <a:gd name="connsiteX4" fmla="*/ 37656 w 238813"/>
                <a:gd name="connsiteY4" fmla="*/ 79916 h 136464"/>
                <a:gd name="connsiteX5" fmla="*/ 123287 w 238813"/>
                <a:gd name="connsiteY5" fmla="*/ 129385 h 136464"/>
                <a:gd name="connsiteX6" fmla="*/ 180261 w 238813"/>
                <a:gd name="connsiteY6" fmla="*/ 129385 h 136464"/>
                <a:gd name="connsiteX7" fmla="*/ 205167 w 238813"/>
                <a:gd name="connsiteY7" fmla="*/ 115057 h 136464"/>
                <a:gd name="connsiteX8" fmla="*/ 204484 w 238813"/>
                <a:gd name="connsiteY8" fmla="*/ 81964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136464">
                  <a:moveTo>
                    <a:pt x="204484" y="81964"/>
                  </a:moveTo>
                  <a:lnTo>
                    <a:pt x="118853" y="32495"/>
                  </a:lnTo>
                  <a:cubicBezTo>
                    <a:pt x="102818" y="23284"/>
                    <a:pt x="77913" y="23284"/>
                    <a:pt x="62220" y="32495"/>
                  </a:cubicBezTo>
                  <a:lnTo>
                    <a:pt x="37315" y="46825"/>
                  </a:lnTo>
                  <a:cubicBezTo>
                    <a:pt x="21622" y="56036"/>
                    <a:pt x="21622" y="70705"/>
                    <a:pt x="37656" y="79916"/>
                  </a:cubicBezTo>
                  <a:lnTo>
                    <a:pt x="123287" y="129385"/>
                  </a:lnTo>
                  <a:cubicBezTo>
                    <a:pt x="138981" y="138596"/>
                    <a:pt x="164227" y="138596"/>
                    <a:pt x="180261" y="129385"/>
                  </a:cubicBezTo>
                  <a:lnTo>
                    <a:pt x="205167" y="115057"/>
                  </a:lnTo>
                  <a:cubicBezTo>
                    <a:pt x="220518" y="105845"/>
                    <a:pt x="220178" y="91175"/>
                    <a:pt x="204484" y="8196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522B181-E8B9-47BF-9C12-926EEAB36A70}"/>
                </a:ext>
              </a:extLst>
            </p:cNvPr>
            <p:cNvSpPr/>
            <p:nvPr/>
          </p:nvSpPr>
          <p:spPr>
            <a:xfrm>
              <a:off x="18827280" y="9912589"/>
              <a:ext cx="327045" cy="186884"/>
            </a:xfrm>
            <a:custGeom>
              <a:avLst/>
              <a:gdLst>
                <a:gd name="connsiteX0" fmla="*/ 224825 w 238813"/>
                <a:gd name="connsiteY0" fmla="*/ 92540 h 136464"/>
                <a:gd name="connsiteX1" fmla="*/ 115313 w 238813"/>
                <a:gd name="connsiteY1" fmla="*/ 29425 h 136464"/>
                <a:gd name="connsiteX2" fmla="*/ 82220 w 238813"/>
                <a:gd name="connsiteY2" fmla="*/ 29425 h 136464"/>
                <a:gd name="connsiteX3" fmla="*/ 25587 w 238813"/>
                <a:gd name="connsiteY3" fmla="*/ 62177 h 136464"/>
                <a:gd name="connsiteX4" fmla="*/ 168192 w 238813"/>
                <a:gd name="connsiteY4" fmla="*/ 144397 h 136464"/>
                <a:gd name="connsiteX5" fmla="*/ 224825 w 238813"/>
                <a:gd name="connsiteY5" fmla="*/ 111645 h 136464"/>
                <a:gd name="connsiteX6" fmla="*/ 224825 w 238813"/>
                <a:gd name="connsiteY6" fmla="*/ 92540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813" h="136464">
                  <a:moveTo>
                    <a:pt x="224825" y="92540"/>
                  </a:moveTo>
                  <a:lnTo>
                    <a:pt x="115313" y="29425"/>
                  </a:lnTo>
                  <a:cubicBezTo>
                    <a:pt x="106102" y="24308"/>
                    <a:pt x="91431" y="24308"/>
                    <a:pt x="82220" y="29425"/>
                  </a:cubicBezTo>
                  <a:lnTo>
                    <a:pt x="25587" y="62177"/>
                  </a:lnTo>
                  <a:lnTo>
                    <a:pt x="168192" y="144397"/>
                  </a:lnTo>
                  <a:lnTo>
                    <a:pt x="224825" y="111645"/>
                  </a:lnTo>
                  <a:cubicBezTo>
                    <a:pt x="234378" y="106528"/>
                    <a:pt x="234378" y="97999"/>
                    <a:pt x="224825" y="9254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247BFED-788E-4BB5-A528-D3F9E3F1DECB}"/>
                </a:ext>
              </a:extLst>
            </p:cNvPr>
            <p:cNvSpPr/>
            <p:nvPr/>
          </p:nvSpPr>
          <p:spPr>
            <a:xfrm>
              <a:off x="18718306" y="9976715"/>
              <a:ext cx="327045" cy="186884"/>
            </a:xfrm>
            <a:custGeom>
              <a:avLst/>
              <a:gdLst>
                <a:gd name="connsiteX0" fmla="*/ 231393 w 238813"/>
                <a:gd name="connsiteY0" fmla="*/ 107807 h 136464"/>
                <a:gd name="connsiteX1" fmla="*/ 88788 w 238813"/>
                <a:gd name="connsiteY1" fmla="*/ 25587 h 136464"/>
                <a:gd name="connsiteX2" fmla="*/ 32495 w 238813"/>
                <a:gd name="connsiteY2" fmla="*/ 58338 h 136464"/>
                <a:gd name="connsiteX3" fmla="*/ 32495 w 238813"/>
                <a:gd name="connsiteY3" fmla="*/ 77443 h 136464"/>
                <a:gd name="connsiteX4" fmla="*/ 141668 w 238813"/>
                <a:gd name="connsiteY4" fmla="*/ 140558 h 136464"/>
                <a:gd name="connsiteX5" fmla="*/ 175102 w 238813"/>
                <a:gd name="connsiteY5" fmla="*/ 140558 h 136464"/>
                <a:gd name="connsiteX6" fmla="*/ 231393 w 238813"/>
                <a:gd name="connsiteY6" fmla="*/ 10780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813" h="136464">
                  <a:moveTo>
                    <a:pt x="231393" y="107807"/>
                  </a:moveTo>
                  <a:lnTo>
                    <a:pt x="88788" y="25587"/>
                  </a:lnTo>
                  <a:lnTo>
                    <a:pt x="32495" y="58338"/>
                  </a:lnTo>
                  <a:cubicBezTo>
                    <a:pt x="23284" y="63797"/>
                    <a:pt x="23284" y="72326"/>
                    <a:pt x="32495" y="77443"/>
                  </a:cubicBezTo>
                  <a:lnTo>
                    <a:pt x="141668" y="140558"/>
                  </a:lnTo>
                  <a:cubicBezTo>
                    <a:pt x="150879" y="146017"/>
                    <a:pt x="165890" y="146017"/>
                    <a:pt x="175102" y="140558"/>
                  </a:cubicBezTo>
                  <a:lnTo>
                    <a:pt x="231393" y="107807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6C30DDE-6D77-46BB-8B19-BF7F1B7E5EEF}"/>
                </a:ext>
              </a:extLst>
            </p:cNvPr>
            <p:cNvSpPr/>
            <p:nvPr/>
          </p:nvSpPr>
          <p:spPr>
            <a:xfrm>
              <a:off x="15710828" y="9108525"/>
              <a:ext cx="2195878" cy="1308183"/>
            </a:xfrm>
            <a:custGeom>
              <a:avLst/>
              <a:gdLst>
                <a:gd name="connsiteX0" fmla="*/ 1581072 w 1603460"/>
                <a:gd name="connsiteY0" fmla="*/ 537074 h 955252"/>
                <a:gd name="connsiteX1" fmla="*/ 707016 w 1603460"/>
                <a:gd name="connsiteY1" fmla="*/ 32495 h 955252"/>
                <a:gd name="connsiteX2" fmla="*/ 650042 w 1603460"/>
                <a:gd name="connsiteY2" fmla="*/ 32495 h 955252"/>
                <a:gd name="connsiteX3" fmla="*/ 37316 w 1603460"/>
                <a:gd name="connsiteY3" fmla="*/ 388668 h 955252"/>
                <a:gd name="connsiteX4" fmla="*/ 37656 w 1603460"/>
                <a:gd name="connsiteY4" fmla="*/ 421761 h 955252"/>
                <a:gd name="connsiteX5" fmla="*/ 911713 w 1603460"/>
                <a:gd name="connsiteY5" fmla="*/ 926340 h 955252"/>
                <a:gd name="connsiteX6" fmla="*/ 968687 w 1603460"/>
                <a:gd name="connsiteY6" fmla="*/ 926340 h 955252"/>
                <a:gd name="connsiteX7" fmla="*/ 1581413 w 1603460"/>
                <a:gd name="connsiteY7" fmla="*/ 570167 h 955252"/>
                <a:gd name="connsiteX8" fmla="*/ 1581072 w 1603460"/>
                <a:gd name="connsiteY8" fmla="*/ 537074 h 95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460" h="955252">
                  <a:moveTo>
                    <a:pt x="1581072" y="537074"/>
                  </a:moveTo>
                  <a:lnTo>
                    <a:pt x="707016" y="32495"/>
                  </a:lnTo>
                  <a:cubicBezTo>
                    <a:pt x="690982" y="23284"/>
                    <a:pt x="665735" y="23284"/>
                    <a:pt x="650042" y="32495"/>
                  </a:cubicBezTo>
                  <a:lnTo>
                    <a:pt x="37316" y="388668"/>
                  </a:lnTo>
                  <a:cubicBezTo>
                    <a:pt x="21621" y="397880"/>
                    <a:pt x="21621" y="412550"/>
                    <a:pt x="37656" y="421761"/>
                  </a:cubicBezTo>
                  <a:lnTo>
                    <a:pt x="911713" y="926340"/>
                  </a:lnTo>
                  <a:cubicBezTo>
                    <a:pt x="927748" y="935551"/>
                    <a:pt x="952993" y="935551"/>
                    <a:pt x="968687" y="926340"/>
                  </a:cubicBezTo>
                  <a:lnTo>
                    <a:pt x="1581413" y="570167"/>
                  </a:lnTo>
                  <a:cubicBezTo>
                    <a:pt x="1596766" y="560956"/>
                    <a:pt x="1596766" y="546285"/>
                    <a:pt x="1581072" y="537074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63F980F4-7DA3-4B69-8DA3-37DA73AF13E5}"/>
              </a:ext>
            </a:extLst>
          </p:cNvPr>
          <p:cNvSpPr/>
          <p:nvPr/>
        </p:nvSpPr>
        <p:spPr>
          <a:xfrm>
            <a:off x="8696053" y="1831433"/>
            <a:ext cx="2289022" cy="3013099"/>
          </a:xfrm>
          <a:custGeom>
            <a:avLst/>
            <a:gdLst>
              <a:gd name="connsiteX0" fmla="*/ 3261013 w 3343384"/>
              <a:gd name="connsiteY0" fmla="*/ 1981999 h 4400986"/>
              <a:gd name="connsiteX1" fmla="*/ 3260673 w 3343384"/>
              <a:gd name="connsiteY1" fmla="*/ 1976540 h 4400986"/>
              <a:gd name="connsiteX2" fmla="*/ 3260331 w 3343384"/>
              <a:gd name="connsiteY2" fmla="*/ 1971081 h 4400986"/>
              <a:gd name="connsiteX3" fmla="*/ 3259649 w 3343384"/>
              <a:gd name="connsiteY3" fmla="*/ 1965622 h 4400986"/>
              <a:gd name="connsiteX4" fmla="*/ 3258966 w 3343384"/>
              <a:gd name="connsiteY4" fmla="*/ 1959823 h 4400986"/>
              <a:gd name="connsiteX5" fmla="*/ 3258966 w 3343384"/>
              <a:gd name="connsiteY5" fmla="*/ 1959823 h 4400986"/>
              <a:gd name="connsiteX6" fmla="*/ 3258966 w 3343384"/>
              <a:gd name="connsiteY6" fmla="*/ 1959823 h 4400986"/>
              <a:gd name="connsiteX7" fmla="*/ 3257943 w 3343384"/>
              <a:gd name="connsiteY7" fmla="*/ 1954364 h 4400986"/>
              <a:gd name="connsiteX8" fmla="*/ 3256579 w 3343384"/>
              <a:gd name="connsiteY8" fmla="*/ 1948564 h 4400986"/>
              <a:gd name="connsiteX9" fmla="*/ 3255214 w 3343384"/>
              <a:gd name="connsiteY9" fmla="*/ 1942424 h 4400986"/>
              <a:gd name="connsiteX10" fmla="*/ 3253508 w 3343384"/>
              <a:gd name="connsiteY10" fmla="*/ 1936282 h 4400986"/>
              <a:gd name="connsiteX11" fmla="*/ 3252144 w 3343384"/>
              <a:gd name="connsiteY11" fmla="*/ 1931848 h 4400986"/>
              <a:gd name="connsiteX12" fmla="*/ 3252144 w 3343384"/>
              <a:gd name="connsiteY12" fmla="*/ 1931506 h 4400986"/>
              <a:gd name="connsiteX13" fmla="*/ 3251802 w 3343384"/>
              <a:gd name="connsiteY13" fmla="*/ 1930483 h 4400986"/>
              <a:gd name="connsiteX14" fmla="*/ 3249755 w 3343384"/>
              <a:gd name="connsiteY14" fmla="*/ 1924683 h 4400986"/>
              <a:gd name="connsiteX15" fmla="*/ 3247709 w 3343384"/>
              <a:gd name="connsiteY15" fmla="*/ 1918883 h 4400986"/>
              <a:gd name="connsiteX16" fmla="*/ 3245662 w 3343384"/>
              <a:gd name="connsiteY16" fmla="*/ 1913425 h 4400986"/>
              <a:gd name="connsiteX17" fmla="*/ 3243273 w 3343384"/>
              <a:gd name="connsiteY17" fmla="*/ 1907966 h 4400986"/>
              <a:gd name="connsiteX18" fmla="*/ 3241568 w 3343384"/>
              <a:gd name="connsiteY18" fmla="*/ 1903872 h 4400986"/>
              <a:gd name="connsiteX19" fmla="*/ 3241568 w 3343384"/>
              <a:gd name="connsiteY19" fmla="*/ 1903531 h 4400986"/>
              <a:gd name="connsiteX20" fmla="*/ 3241226 w 3343384"/>
              <a:gd name="connsiteY20" fmla="*/ 1902508 h 4400986"/>
              <a:gd name="connsiteX21" fmla="*/ 3238838 w 3343384"/>
              <a:gd name="connsiteY21" fmla="*/ 1897049 h 4400986"/>
              <a:gd name="connsiteX22" fmla="*/ 3235768 w 3343384"/>
              <a:gd name="connsiteY22" fmla="*/ 1890908 h 4400986"/>
              <a:gd name="connsiteX23" fmla="*/ 3232356 w 3343384"/>
              <a:gd name="connsiteY23" fmla="*/ 1884085 h 4400986"/>
              <a:gd name="connsiteX24" fmla="*/ 3228262 w 3343384"/>
              <a:gd name="connsiteY24" fmla="*/ 1876921 h 4400986"/>
              <a:gd name="connsiteX25" fmla="*/ 3227580 w 3343384"/>
              <a:gd name="connsiteY25" fmla="*/ 1875556 h 4400986"/>
              <a:gd name="connsiteX26" fmla="*/ 3226557 w 3343384"/>
              <a:gd name="connsiteY26" fmla="*/ 1873850 h 4400986"/>
              <a:gd name="connsiteX27" fmla="*/ 3218028 w 3343384"/>
              <a:gd name="connsiteY27" fmla="*/ 1860204 h 4400986"/>
              <a:gd name="connsiteX28" fmla="*/ 3210863 w 3343384"/>
              <a:gd name="connsiteY28" fmla="*/ 1849969 h 4400986"/>
              <a:gd name="connsiteX29" fmla="*/ 3210863 w 3343384"/>
              <a:gd name="connsiteY29" fmla="*/ 1849969 h 4400986"/>
              <a:gd name="connsiteX30" fmla="*/ 3210863 w 3343384"/>
              <a:gd name="connsiteY30" fmla="*/ 1849969 h 4400986"/>
              <a:gd name="connsiteX31" fmla="*/ 3205745 w 3343384"/>
              <a:gd name="connsiteY31" fmla="*/ 1843487 h 4400986"/>
              <a:gd name="connsiteX32" fmla="*/ 3201310 w 3343384"/>
              <a:gd name="connsiteY32" fmla="*/ 1838028 h 4400986"/>
              <a:gd name="connsiteX33" fmla="*/ 3196876 w 3343384"/>
              <a:gd name="connsiteY33" fmla="*/ 1832910 h 4400986"/>
              <a:gd name="connsiteX34" fmla="*/ 3192441 w 3343384"/>
              <a:gd name="connsiteY34" fmla="*/ 1828134 h 4400986"/>
              <a:gd name="connsiteX35" fmla="*/ 3191758 w 3343384"/>
              <a:gd name="connsiteY35" fmla="*/ 1827111 h 4400986"/>
              <a:gd name="connsiteX36" fmla="*/ 3191417 w 3343384"/>
              <a:gd name="connsiteY36" fmla="*/ 1826770 h 4400986"/>
              <a:gd name="connsiteX37" fmla="*/ 3188005 w 3343384"/>
              <a:gd name="connsiteY37" fmla="*/ 1823017 h 4400986"/>
              <a:gd name="connsiteX38" fmla="*/ 3183229 w 3343384"/>
              <a:gd name="connsiteY38" fmla="*/ 1818241 h 4400986"/>
              <a:gd name="connsiteX39" fmla="*/ 3178111 w 3343384"/>
              <a:gd name="connsiteY39" fmla="*/ 1813465 h 4400986"/>
              <a:gd name="connsiteX40" fmla="*/ 3172994 w 3343384"/>
              <a:gd name="connsiteY40" fmla="*/ 1809029 h 4400986"/>
              <a:gd name="connsiteX41" fmla="*/ 3170265 w 3343384"/>
              <a:gd name="connsiteY41" fmla="*/ 1806982 h 4400986"/>
              <a:gd name="connsiteX42" fmla="*/ 3169582 w 3343384"/>
              <a:gd name="connsiteY42" fmla="*/ 1806641 h 4400986"/>
              <a:gd name="connsiteX43" fmla="*/ 3167535 w 3343384"/>
              <a:gd name="connsiteY43" fmla="*/ 1804935 h 4400986"/>
              <a:gd name="connsiteX44" fmla="*/ 3162418 w 3343384"/>
              <a:gd name="connsiteY44" fmla="*/ 1801183 h 4400986"/>
              <a:gd name="connsiteX45" fmla="*/ 3157301 w 3343384"/>
              <a:gd name="connsiteY45" fmla="*/ 1797771 h 4400986"/>
              <a:gd name="connsiteX46" fmla="*/ 3152524 w 3343384"/>
              <a:gd name="connsiteY46" fmla="*/ 1794701 h 4400986"/>
              <a:gd name="connsiteX47" fmla="*/ 3147748 w 3343384"/>
              <a:gd name="connsiteY47" fmla="*/ 1791630 h 4400986"/>
              <a:gd name="connsiteX48" fmla="*/ 3146725 w 3343384"/>
              <a:gd name="connsiteY48" fmla="*/ 1790948 h 4400986"/>
              <a:gd name="connsiteX49" fmla="*/ 229792 w 3343384"/>
              <a:gd name="connsiteY49" fmla="*/ 106973 h 4400986"/>
              <a:gd name="connsiteX50" fmla="*/ 226039 w 3343384"/>
              <a:gd name="connsiteY50" fmla="*/ 104926 h 4400986"/>
              <a:gd name="connsiteX51" fmla="*/ 221263 w 3343384"/>
              <a:gd name="connsiteY51" fmla="*/ 102538 h 4400986"/>
              <a:gd name="connsiteX52" fmla="*/ 216486 w 3343384"/>
              <a:gd name="connsiteY52" fmla="*/ 100491 h 4400986"/>
              <a:gd name="connsiteX53" fmla="*/ 212051 w 3343384"/>
              <a:gd name="connsiteY53" fmla="*/ 98444 h 4400986"/>
              <a:gd name="connsiteX54" fmla="*/ 207616 w 3343384"/>
              <a:gd name="connsiteY54" fmla="*/ 96738 h 4400986"/>
              <a:gd name="connsiteX55" fmla="*/ 206592 w 3343384"/>
              <a:gd name="connsiteY55" fmla="*/ 96397 h 4400986"/>
              <a:gd name="connsiteX56" fmla="*/ 206252 w 3343384"/>
              <a:gd name="connsiteY56" fmla="*/ 96397 h 4400986"/>
              <a:gd name="connsiteX57" fmla="*/ 202840 w 3343384"/>
              <a:gd name="connsiteY57" fmla="*/ 95374 h 4400986"/>
              <a:gd name="connsiteX58" fmla="*/ 198063 w 3343384"/>
              <a:gd name="connsiteY58" fmla="*/ 94009 h 4400986"/>
              <a:gd name="connsiteX59" fmla="*/ 193288 w 3343384"/>
              <a:gd name="connsiteY59" fmla="*/ 92986 h 4400986"/>
              <a:gd name="connsiteX60" fmla="*/ 188170 w 3343384"/>
              <a:gd name="connsiteY60" fmla="*/ 92304 h 4400986"/>
              <a:gd name="connsiteX61" fmla="*/ 184759 w 3343384"/>
              <a:gd name="connsiteY61" fmla="*/ 91962 h 4400986"/>
              <a:gd name="connsiteX62" fmla="*/ 184417 w 3343384"/>
              <a:gd name="connsiteY62" fmla="*/ 91962 h 4400986"/>
              <a:gd name="connsiteX63" fmla="*/ 183394 w 3343384"/>
              <a:gd name="connsiteY63" fmla="*/ 91962 h 4400986"/>
              <a:gd name="connsiteX64" fmla="*/ 177935 w 3343384"/>
              <a:gd name="connsiteY64" fmla="*/ 91621 h 4400986"/>
              <a:gd name="connsiteX65" fmla="*/ 172136 w 3343384"/>
              <a:gd name="connsiteY65" fmla="*/ 91962 h 4400986"/>
              <a:gd name="connsiteX66" fmla="*/ 165654 w 3343384"/>
              <a:gd name="connsiteY66" fmla="*/ 92986 h 4400986"/>
              <a:gd name="connsiteX67" fmla="*/ 165312 w 3343384"/>
              <a:gd name="connsiteY67" fmla="*/ 92986 h 4400986"/>
              <a:gd name="connsiteX68" fmla="*/ 164971 w 3343384"/>
              <a:gd name="connsiteY68" fmla="*/ 92986 h 4400986"/>
              <a:gd name="connsiteX69" fmla="*/ 157465 w 3343384"/>
              <a:gd name="connsiteY69" fmla="*/ 95033 h 4400986"/>
              <a:gd name="connsiteX70" fmla="*/ 148254 w 3343384"/>
              <a:gd name="connsiteY70" fmla="*/ 99468 h 4400986"/>
              <a:gd name="connsiteX71" fmla="*/ 91621 w 3343384"/>
              <a:gd name="connsiteY71" fmla="*/ 132560 h 4400986"/>
              <a:gd name="connsiteX72" fmla="*/ 108339 w 3343384"/>
              <a:gd name="connsiteY72" fmla="*/ 126078 h 4400986"/>
              <a:gd name="connsiteX73" fmla="*/ 108679 w 3343384"/>
              <a:gd name="connsiteY73" fmla="*/ 126078 h 4400986"/>
              <a:gd name="connsiteX74" fmla="*/ 127784 w 3343384"/>
              <a:gd name="connsiteY74" fmla="*/ 125055 h 4400986"/>
              <a:gd name="connsiteX75" fmla="*/ 128126 w 3343384"/>
              <a:gd name="connsiteY75" fmla="*/ 125055 h 4400986"/>
              <a:gd name="connsiteX76" fmla="*/ 149278 w 3343384"/>
              <a:gd name="connsiteY76" fmla="*/ 129490 h 4400986"/>
              <a:gd name="connsiteX77" fmla="*/ 149619 w 3343384"/>
              <a:gd name="connsiteY77" fmla="*/ 129490 h 4400986"/>
              <a:gd name="connsiteX78" fmla="*/ 172476 w 3343384"/>
              <a:gd name="connsiteY78" fmla="*/ 140066 h 4400986"/>
              <a:gd name="connsiteX79" fmla="*/ 3089409 w 3343384"/>
              <a:gd name="connsiteY79" fmla="*/ 1824040 h 4400986"/>
              <a:gd name="connsiteX80" fmla="*/ 3112267 w 3343384"/>
              <a:gd name="connsiteY80" fmla="*/ 1839734 h 4400986"/>
              <a:gd name="connsiteX81" fmla="*/ 3112949 w 3343384"/>
              <a:gd name="connsiteY81" fmla="*/ 1840075 h 4400986"/>
              <a:gd name="connsiteX82" fmla="*/ 3133761 w 3343384"/>
              <a:gd name="connsiteY82" fmla="*/ 1859521 h 4400986"/>
              <a:gd name="connsiteX83" fmla="*/ 3134101 w 3343384"/>
              <a:gd name="connsiteY83" fmla="*/ 1859863 h 4400986"/>
              <a:gd name="connsiteX84" fmla="*/ 3153207 w 3343384"/>
              <a:gd name="connsiteY84" fmla="*/ 1883061 h 4400986"/>
              <a:gd name="connsiteX85" fmla="*/ 3153207 w 3343384"/>
              <a:gd name="connsiteY85" fmla="*/ 1883403 h 4400986"/>
              <a:gd name="connsiteX86" fmla="*/ 3169582 w 3343384"/>
              <a:gd name="connsiteY86" fmla="*/ 1908648 h 4400986"/>
              <a:gd name="connsiteX87" fmla="*/ 3170265 w 3343384"/>
              <a:gd name="connsiteY87" fmla="*/ 1910013 h 4400986"/>
              <a:gd name="connsiteX88" fmla="*/ 3183570 w 3343384"/>
              <a:gd name="connsiteY88" fmla="*/ 1936624 h 4400986"/>
              <a:gd name="connsiteX89" fmla="*/ 3183570 w 3343384"/>
              <a:gd name="connsiteY89" fmla="*/ 1936965 h 4400986"/>
              <a:gd name="connsiteX90" fmla="*/ 3193804 w 3343384"/>
              <a:gd name="connsiteY90" fmla="*/ 1964940 h 4400986"/>
              <a:gd name="connsiteX91" fmla="*/ 3193804 w 3343384"/>
              <a:gd name="connsiteY91" fmla="*/ 1965281 h 4400986"/>
              <a:gd name="connsiteX92" fmla="*/ 3200287 w 3343384"/>
              <a:gd name="connsiteY92" fmla="*/ 1993598 h 4400986"/>
              <a:gd name="connsiteX93" fmla="*/ 3200287 w 3343384"/>
              <a:gd name="connsiteY93" fmla="*/ 1993598 h 4400986"/>
              <a:gd name="connsiteX94" fmla="*/ 3202675 w 3343384"/>
              <a:gd name="connsiteY94" fmla="*/ 2021232 h 4400986"/>
              <a:gd name="connsiteX95" fmla="*/ 3196193 w 3343384"/>
              <a:gd name="connsiteY95" fmla="*/ 4254819 h 4400986"/>
              <a:gd name="connsiteX96" fmla="*/ 3193804 w 3343384"/>
              <a:gd name="connsiteY96" fmla="*/ 4279381 h 4400986"/>
              <a:gd name="connsiteX97" fmla="*/ 3193804 w 3343384"/>
              <a:gd name="connsiteY97" fmla="*/ 4280064 h 4400986"/>
              <a:gd name="connsiteX98" fmla="*/ 3187323 w 3343384"/>
              <a:gd name="connsiteY98" fmla="*/ 4300193 h 4400986"/>
              <a:gd name="connsiteX99" fmla="*/ 3187323 w 3343384"/>
              <a:gd name="connsiteY99" fmla="*/ 4300534 h 4400986"/>
              <a:gd name="connsiteX100" fmla="*/ 3178794 w 3343384"/>
              <a:gd name="connsiteY100" fmla="*/ 4313839 h 4400986"/>
              <a:gd name="connsiteX101" fmla="*/ 3175723 w 3343384"/>
              <a:gd name="connsiteY101" fmla="*/ 4317592 h 4400986"/>
              <a:gd name="connsiteX102" fmla="*/ 3163442 w 3343384"/>
              <a:gd name="connsiteY102" fmla="*/ 4327827 h 4400986"/>
              <a:gd name="connsiteX103" fmla="*/ 3220075 w 3343384"/>
              <a:gd name="connsiteY103" fmla="*/ 4294734 h 4400986"/>
              <a:gd name="connsiteX104" fmla="*/ 3232356 w 3343384"/>
              <a:gd name="connsiteY104" fmla="*/ 4284499 h 4400986"/>
              <a:gd name="connsiteX105" fmla="*/ 3235426 w 3343384"/>
              <a:gd name="connsiteY105" fmla="*/ 4280746 h 4400986"/>
              <a:gd name="connsiteX106" fmla="*/ 3239521 w 3343384"/>
              <a:gd name="connsiteY106" fmla="*/ 4275629 h 4400986"/>
              <a:gd name="connsiteX107" fmla="*/ 3243955 w 3343384"/>
              <a:gd name="connsiteY107" fmla="*/ 4267782 h 4400986"/>
              <a:gd name="connsiteX108" fmla="*/ 3243955 w 3343384"/>
              <a:gd name="connsiteY108" fmla="*/ 4267441 h 4400986"/>
              <a:gd name="connsiteX109" fmla="*/ 3243955 w 3343384"/>
              <a:gd name="connsiteY109" fmla="*/ 4267100 h 4400986"/>
              <a:gd name="connsiteX110" fmla="*/ 3246344 w 3343384"/>
              <a:gd name="connsiteY110" fmla="*/ 4261300 h 4400986"/>
              <a:gd name="connsiteX111" fmla="*/ 3248391 w 3343384"/>
              <a:gd name="connsiteY111" fmla="*/ 4255159 h 4400986"/>
              <a:gd name="connsiteX112" fmla="*/ 3249755 w 3343384"/>
              <a:gd name="connsiteY112" fmla="*/ 4249360 h 4400986"/>
              <a:gd name="connsiteX113" fmla="*/ 3250097 w 3343384"/>
              <a:gd name="connsiteY113" fmla="*/ 4246971 h 4400986"/>
              <a:gd name="connsiteX114" fmla="*/ 3250097 w 3343384"/>
              <a:gd name="connsiteY114" fmla="*/ 4246289 h 4400986"/>
              <a:gd name="connsiteX115" fmla="*/ 3250437 w 3343384"/>
              <a:gd name="connsiteY115" fmla="*/ 4243901 h 4400986"/>
              <a:gd name="connsiteX116" fmla="*/ 3251120 w 3343384"/>
              <a:gd name="connsiteY116" fmla="*/ 4238442 h 4400986"/>
              <a:gd name="connsiteX117" fmla="*/ 3251802 w 3343384"/>
              <a:gd name="connsiteY117" fmla="*/ 4232984 h 4400986"/>
              <a:gd name="connsiteX118" fmla="*/ 3252144 w 3343384"/>
              <a:gd name="connsiteY118" fmla="*/ 4227525 h 4400986"/>
              <a:gd name="connsiteX119" fmla="*/ 3252144 w 3343384"/>
              <a:gd name="connsiteY119" fmla="*/ 4222066 h 4400986"/>
              <a:gd name="connsiteX120" fmla="*/ 3252144 w 3343384"/>
              <a:gd name="connsiteY120" fmla="*/ 4221726 h 4400986"/>
              <a:gd name="connsiteX121" fmla="*/ 3258626 w 3343384"/>
              <a:gd name="connsiteY121" fmla="*/ 1988139 h 4400986"/>
              <a:gd name="connsiteX122" fmla="*/ 3261013 w 3343384"/>
              <a:gd name="connsiteY122" fmla="*/ 1981999 h 4400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343384" h="4400986">
                <a:moveTo>
                  <a:pt x="3261013" y="1981999"/>
                </a:moveTo>
                <a:cubicBezTo>
                  <a:pt x="3261013" y="1980293"/>
                  <a:pt x="3261013" y="1978246"/>
                  <a:pt x="3260673" y="1976540"/>
                </a:cubicBezTo>
                <a:cubicBezTo>
                  <a:pt x="3260673" y="1974834"/>
                  <a:pt x="3260331" y="1972787"/>
                  <a:pt x="3260331" y="1971081"/>
                </a:cubicBezTo>
                <a:cubicBezTo>
                  <a:pt x="3259990" y="1969375"/>
                  <a:pt x="3259990" y="1967328"/>
                  <a:pt x="3259649" y="1965622"/>
                </a:cubicBezTo>
                <a:cubicBezTo>
                  <a:pt x="3259308" y="1963575"/>
                  <a:pt x="3259308" y="1961870"/>
                  <a:pt x="3258966" y="1959823"/>
                </a:cubicBezTo>
                <a:cubicBezTo>
                  <a:pt x="3258966" y="1959823"/>
                  <a:pt x="3258966" y="1959823"/>
                  <a:pt x="3258966" y="1959823"/>
                </a:cubicBezTo>
                <a:cubicBezTo>
                  <a:pt x="3258966" y="1959823"/>
                  <a:pt x="3258966" y="1959823"/>
                  <a:pt x="3258966" y="1959823"/>
                </a:cubicBezTo>
                <a:cubicBezTo>
                  <a:pt x="3258626" y="1958117"/>
                  <a:pt x="3258285" y="1956070"/>
                  <a:pt x="3257943" y="1954364"/>
                </a:cubicBezTo>
                <a:cubicBezTo>
                  <a:pt x="3257603" y="1952317"/>
                  <a:pt x="3257261" y="1950270"/>
                  <a:pt x="3256579" y="1948564"/>
                </a:cubicBezTo>
                <a:cubicBezTo>
                  <a:pt x="3256238" y="1946517"/>
                  <a:pt x="3255556" y="1944471"/>
                  <a:pt x="3255214" y="1942424"/>
                </a:cubicBezTo>
                <a:cubicBezTo>
                  <a:pt x="3254873" y="1940377"/>
                  <a:pt x="3254191" y="1938330"/>
                  <a:pt x="3253508" y="1936282"/>
                </a:cubicBezTo>
                <a:cubicBezTo>
                  <a:pt x="3253167" y="1934918"/>
                  <a:pt x="3252484" y="1933212"/>
                  <a:pt x="3252144" y="1931848"/>
                </a:cubicBezTo>
                <a:cubicBezTo>
                  <a:pt x="3252144" y="1931848"/>
                  <a:pt x="3252144" y="1931506"/>
                  <a:pt x="3252144" y="1931506"/>
                </a:cubicBezTo>
                <a:cubicBezTo>
                  <a:pt x="3252144" y="1931165"/>
                  <a:pt x="3251802" y="1930824"/>
                  <a:pt x="3251802" y="1930483"/>
                </a:cubicBezTo>
                <a:cubicBezTo>
                  <a:pt x="3251120" y="1928436"/>
                  <a:pt x="3250437" y="1926389"/>
                  <a:pt x="3249755" y="1924683"/>
                </a:cubicBezTo>
                <a:cubicBezTo>
                  <a:pt x="3249074" y="1922636"/>
                  <a:pt x="3248391" y="1920930"/>
                  <a:pt x="3247709" y="1918883"/>
                </a:cubicBezTo>
                <a:cubicBezTo>
                  <a:pt x="3247027" y="1917177"/>
                  <a:pt x="3246344" y="1915131"/>
                  <a:pt x="3245662" y="1913425"/>
                </a:cubicBezTo>
                <a:cubicBezTo>
                  <a:pt x="3244979" y="1911719"/>
                  <a:pt x="3244297" y="1909672"/>
                  <a:pt x="3243273" y="1907966"/>
                </a:cubicBezTo>
                <a:cubicBezTo>
                  <a:pt x="3242591" y="1906602"/>
                  <a:pt x="3242250" y="1905237"/>
                  <a:pt x="3241568" y="1903872"/>
                </a:cubicBezTo>
                <a:cubicBezTo>
                  <a:pt x="3241568" y="1903872"/>
                  <a:pt x="3241568" y="1903531"/>
                  <a:pt x="3241568" y="1903531"/>
                </a:cubicBezTo>
                <a:cubicBezTo>
                  <a:pt x="3241568" y="1903190"/>
                  <a:pt x="3241226" y="1902849"/>
                  <a:pt x="3241226" y="1902508"/>
                </a:cubicBezTo>
                <a:cubicBezTo>
                  <a:pt x="3240544" y="1900802"/>
                  <a:pt x="3239521" y="1898755"/>
                  <a:pt x="3238838" y="1897049"/>
                </a:cubicBezTo>
                <a:cubicBezTo>
                  <a:pt x="3237815" y="1895002"/>
                  <a:pt x="3236791" y="1892955"/>
                  <a:pt x="3235768" y="1890908"/>
                </a:cubicBezTo>
                <a:cubicBezTo>
                  <a:pt x="3234744" y="1888520"/>
                  <a:pt x="3233379" y="1886473"/>
                  <a:pt x="3232356" y="1884085"/>
                </a:cubicBezTo>
                <a:cubicBezTo>
                  <a:pt x="3230992" y="1881697"/>
                  <a:pt x="3229627" y="1879308"/>
                  <a:pt x="3228262" y="1876921"/>
                </a:cubicBezTo>
                <a:cubicBezTo>
                  <a:pt x="3227921" y="1876579"/>
                  <a:pt x="3227921" y="1875897"/>
                  <a:pt x="3227580" y="1875556"/>
                </a:cubicBezTo>
                <a:cubicBezTo>
                  <a:pt x="3227239" y="1874874"/>
                  <a:pt x="3226897" y="1874532"/>
                  <a:pt x="3226557" y="1873850"/>
                </a:cubicBezTo>
                <a:cubicBezTo>
                  <a:pt x="3223827" y="1869415"/>
                  <a:pt x="3221098" y="1864639"/>
                  <a:pt x="3218028" y="1860204"/>
                </a:cubicBezTo>
                <a:cubicBezTo>
                  <a:pt x="3215639" y="1856792"/>
                  <a:pt x="3213251" y="1853380"/>
                  <a:pt x="3210863" y="1849969"/>
                </a:cubicBezTo>
                <a:cubicBezTo>
                  <a:pt x="3210863" y="1849969"/>
                  <a:pt x="3210863" y="1849969"/>
                  <a:pt x="3210863" y="1849969"/>
                </a:cubicBezTo>
                <a:cubicBezTo>
                  <a:pt x="3210863" y="1849969"/>
                  <a:pt x="3210863" y="1849969"/>
                  <a:pt x="3210863" y="1849969"/>
                </a:cubicBezTo>
                <a:cubicBezTo>
                  <a:pt x="3209157" y="1847581"/>
                  <a:pt x="3207452" y="1845534"/>
                  <a:pt x="3205745" y="1843487"/>
                </a:cubicBezTo>
                <a:cubicBezTo>
                  <a:pt x="3204381" y="1841781"/>
                  <a:pt x="3202675" y="1839734"/>
                  <a:pt x="3201310" y="1838028"/>
                </a:cubicBezTo>
                <a:cubicBezTo>
                  <a:pt x="3199946" y="1836322"/>
                  <a:pt x="3198240" y="1834616"/>
                  <a:pt x="3196876" y="1832910"/>
                </a:cubicBezTo>
                <a:cubicBezTo>
                  <a:pt x="3195511" y="1831205"/>
                  <a:pt x="3193804" y="1829499"/>
                  <a:pt x="3192441" y="1828134"/>
                </a:cubicBezTo>
                <a:cubicBezTo>
                  <a:pt x="3192099" y="1827793"/>
                  <a:pt x="3191758" y="1827452"/>
                  <a:pt x="3191758" y="1827111"/>
                </a:cubicBezTo>
                <a:cubicBezTo>
                  <a:pt x="3191758" y="1827111"/>
                  <a:pt x="3191417" y="1826770"/>
                  <a:pt x="3191417" y="1826770"/>
                </a:cubicBezTo>
                <a:cubicBezTo>
                  <a:pt x="3190394" y="1825405"/>
                  <a:pt x="3189029" y="1824381"/>
                  <a:pt x="3188005" y="1823017"/>
                </a:cubicBezTo>
                <a:cubicBezTo>
                  <a:pt x="3186299" y="1821311"/>
                  <a:pt x="3184935" y="1819947"/>
                  <a:pt x="3183229" y="1818241"/>
                </a:cubicBezTo>
                <a:cubicBezTo>
                  <a:pt x="3181523" y="1816535"/>
                  <a:pt x="3179818" y="1815170"/>
                  <a:pt x="3178111" y="1813465"/>
                </a:cubicBezTo>
                <a:cubicBezTo>
                  <a:pt x="3176406" y="1812100"/>
                  <a:pt x="3174699" y="1810394"/>
                  <a:pt x="3172994" y="1809029"/>
                </a:cubicBezTo>
                <a:cubicBezTo>
                  <a:pt x="3172312" y="1808347"/>
                  <a:pt x="3171289" y="1807665"/>
                  <a:pt x="3170265" y="1806982"/>
                </a:cubicBezTo>
                <a:cubicBezTo>
                  <a:pt x="3169924" y="1806982"/>
                  <a:pt x="3169924" y="1806641"/>
                  <a:pt x="3169582" y="1806641"/>
                </a:cubicBezTo>
                <a:cubicBezTo>
                  <a:pt x="3168900" y="1805959"/>
                  <a:pt x="3168217" y="1805618"/>
                  <a:pt x="3167535" y="1804935"/>
                </a:cubicBezTo>
                <a:cubicBezTo>
                  <a:pt x="3165830" y="1803571"/>
                  <a:pt x="3164124" y="1802206"/>
                  <a:pt x="3162418" y="1801183"/>
                </a:cubicBezTo>
                <a:cubicBezTo>
                  <a:pt x="3160712" y="1799818"/>
                  <a:pt x="3159006" y="1798794"/>
                  <a:pt x="3157301" y="1797771"/>
                </a:cubicBezTo>
                <a:cubicBezTo>
                  <a:pt x="3155595" y="1796747"/>
                  <a:pt x="3154231" y="1795724"/>
                  <a:pt x="3152524" y="1794701"/>
                </a:cubicBezTo>
                <a:cubicBezTo>
                  <a:pt x="3150819" y="1793677"/>
                  <a:pt x="3149454" y="1792654"/>
                  <a:pt x="3147748" y="1791630"/>
                </a:cubicBezTo>
                <a:cubicBezTo>
                  <a:pt x="3147407" y="1791289"/>
                  <a:pt x="3147065" y="1791289"/>
                  <a:pt x="3146725" y="1790948"/>
                </a:cubicBezTo>
                <a:lnTo>
                  <a:pt x="229792" y="106973"/>
                </a:lnTo>
                <a:cubicBezTo>
                  <a:pt x="228427" y="106291"/>
                  <a:pt x="227404" y="105609"/>
                  <a:pt x="226039" y="104926"/>
                </a:cubicBezTo>
                <a:cubicBezTo>
                  <a:pt x="224334" y="104244"/>
                  <a:pt x="222969" y="103221"/>
                  <a:pt x="221263" y="102538"/>
                </a:cubicBezTo>
                <a:cubicBezTo>
                  <a:pt x="219557" y="101856"/>
                  <a:pt x="218192" y="101174"/>
                  <a:pt x="216486" y="100491"/>
                </a:cubicBezTo>
                <a:cubicBezTo>
                  <a:pt x="215122" y="99809"/>
                  <a:pt x="213416" y="99127"/>
                  <a:pt x="212051" y="98444"/>
                </a:cubicBezTo>
                <a:cubicBezTo>
                  <a:pt x="210346" y="97762"/>
                  <a:pt x="208981" y="97421"/>
                  <a:pt x="207616" y="96738"/>
                </a:cubicBezTo>
                <a:cubicBezTo>
                  <a:pt x="207275" y="96738"/>
                  <a:pt x="206934" y="96397"/>
                  <a:pt x="206592" y="96397"/>
                </a:cubicBezTo>
                <a:cubicBezTo>
                  <a:pt x="206592" y="96397"/>
                  <a:pt x="206252" y="96397"/>
                  <a:pt x="206252" y="96397"/>
                </a:cubicBezTo>
                <a:cubicBezTo>
                  <a:pt x="205229" y="96056"/>
                  <a:pt x="204205" y="95715"/>
                  <a:pt x="202840" y="95374"/>
                </a:cubicBezTo>
                <a:cubicBezTo>
                  <a:pt x="201134" y="95033"/>
                  <a:pt x="199770" y="94350"/>
                  <a:pt x="198063" y="94009"/>
                </a:cubicBezTo>
                <a:cubicBezTo>
                  <a:pt x="196358" y="93668"/>
                  <a:pt x="194993" y="93327"/>
                  <a:pt x="193288" y="92986"/>
                </a:cubicBezTo>
                <a:cubicBezTo>
                  <a:pt x="191581" y="92645"/>
                  <a:pt x="189876" y="92304"/>
                  <a:pt x="188170" y="92304"/>
                </a:cubicBezTo>
                <a:cubicBezTo>
                  <a:pt x="187147" y="92304"/>
                  <a:pt x="185782" y="91962"/>
                  <a:pt x="184759" y="91962"/>
                </a:cubicBezTo>
                <a:cubicBezTo>
                  <a:pt x="184759" y="91962"/>
                  <a:pt x="184417" y="91962"/>
                  <a:pt x="184417" y="91962"/>
                </a:cubicBezTo>
                <a:cubicBezTo>
                  <a:pt x="184076" y="91962"/>
                  <a:pt x="183735" y="91962"/>
                  <a:pt x="183394" y="91962"/>
                </a:cubicBezTo>
                <a:cubicBezTo>
                  <a:pt x="181688" y="91962"/>
                  <a:pt x="179641" y="91621"/>
                  <a:pt x="177935" y="91621"/>
                </a:cubicBezTo>
                <a:cubicBezTo>
                  <a:pt x="175888" y="91621"/>
                  <a:pt x="173841" y="91621"/>
                  <a:pt x="172136" y="91962"/>
                </a:cubicBezTo>
                <a:cubicBezTo>
                  <a:pt x="169747" y="92304"/>
                  <a:pt x="167701" y="92645"/>
                  <a:pt x="165654" y="92986"/>
                </a:cubicBezTo>
                <a:cubicBezTo>
                  <a:pt x="165654" y="92986"/>
                  <a:pt x="165654" y="92986"/>
                  <a:pt x="165312" y="92986"/>
                </a:cubicBezTo>
                <a:cubicBezTo>
                  <a:pt x="165312" y="92986"/>
                  <a:pt x="165312" y="92986"/>
                  <a:pt x="164971" y="92986"/>
                </a:cubicBezTo>
                <a:cubicBezTo>
                  <a:pt x="162242" y="93668"/>
                  <a:pt x="159853" y="94350"/>
                  <a:pt x="157465" y="95033"/>
                </a:cubicBezTo>
                <a:cubicBezTo>
                  <a:pt x="154395" y="96056"/>
                  <a:pt x="150984" y="97762"/>
                  <a:pt x="148254" y="99468"/>
                </a:cubicBezTo>
                <a:lnTo>
                  <a:pt x="91621" y="132560"/>
                </a:lnTo>
                <a:cubicBezTo>
                  <a:pt x="96738" y="129490"/>
                  <a:pt x="102539" y="127443"/>
                  <a:pt x="108339" y="126078"/>
                </a:cubicBezTo>
                <a:cubicBezTo>
                  <a:pt x="108339" y="126078"/>
                  <a:pt x="108679" y="126078"/>
                  <a:pt x="108679" y="126078"/>
                </a:cubicBezTo>
                <a:cubicBezTo>
                  <a:pt x="114820" y="124714"/>
                  <a:pt x="121302" y="124373"/>
                  <a:pt x="127784" y="125055"/>
                </a:cubicBezTo>
                <a:cubicBezTo>
                  <a:pt x="127784" y="125055"/>
                  <a:pt x="128126" y="125055"/>
                  <a:pt x="128126" y="125055"/>
                </a:cubicBezTo>
                <a:cubicBezTo>
                  <a:pt x="134949" y="125737"/>
                  <a:pt x="141772" y="127102"/>
                  <a:pt x="149278" y="129490"/>
                </a:cubicBezTo>
                <a:cubicBezTo>
                  <a:pt x="149278" y="129490"/>
                  <a:pt x="149619" y="129490"/>
                  <a:pt x="149619" y="129490"/>
                </a:cubicBezTo>
                <a:cubicBezTo>
                  <a:pt x="157125" y="131878"/>
                  <a:pt x="164630" y="135631"/>
                  <a:pt x="172476" y="140066"/>
                </a:cubicBezTo>
                <a:lnTo>
                  <a:pt x="3089409" y="1824040"/>
                </a:lnTo>
                <a:cubicBezTo>
                  <a:pt x="3097256" y="1828476"/>
                  <a:pt x="3104762" y="1833934"/>
                  <a:pt x="3112267" y="1839734"/>
                </a:cubicBezTo>
                <a:cubicBezTo>
                  <a:pt x="3112609" y="1839734"/>
                  <a:pt x="3112609" y="1840075"/>
                  <a:pt x="3112949" y="1840075"/>
                </a:cubicBezTo>
                <a:cubicBezTo>
                  <a:pt x="3120114" y="1845875"/>
                  <a:pt x="3127279" y="1852698"/>
                  <a:pt x="3133761" y="1859521"/>
                </a:cubicBezTo>
                <a:cubicBezTo>
                  <a:pt x="3133761" y="1859521"/>
                  <a:pt x="3134101" y="1859863"/>
                  <a:pt x="3134101" y="1859863"/>
                </a:cubicBezTo>
                <a:cubicBezTo>
                  <a:pt x="3140925" y="1867027"/>
                  <a:pt x="3147407" y="1874874"/>
                  <a:pt x="3153207" y="1883061"/>
                </a:cubicBezTo>
                <a:cubicBezTo>
                  <a:pt x="3153207" y="1883061"/>
                  <a:pt x="3153207" y="1883061"/>
                  <a:pt x="3153207" y="1883403"/>
                </a:cubicBezTo>
                <a:cubicBezTo>
                  <a:pt x="3159006" y="1891590"/>
                  <a:pt x="3164465" y="1899778"/>
                  <a:pt x="3169582" y="1908648"/>
                </a:cubicBezTo>
                <a:cubicBezTo>
                  <a:pt x="3169924" y="1908990"/>
                  <a:pt x="3169924" y="1909672"/>
                  <a:pt x="3170265" y="1910013"/>
                </a:cubicBezTo>
                <a:cubicBezTo>
                  <a:pt x="3175041" y="1918542"/>
                  <a:pt x="3179818" y="1927412"/>
                  <a:pt x="3183570" y="1936624"/>
                </a:cubicBezTo>
                <a:cubicBezTo>
                  <a:pt x="3183570" y="1936624"/>
                  <a:pt x="3183570" y="1936965"/>
                  <a:pt x="3183570" y="1936965"/>
                </a:cubicBezTo>
                <a:cubicBezTo>
                  <a:pt x="3187664" y="1946176"/>
                  <a:pt x="3191076" y="1955388"/>
                  <a:pt x="3193804" y="1964940"/>
                </a:cubicBezTo>
                <a:cubicBezTo>
                  <a:pt x="3193804" y="1964940"/>
                  <a:pt x="3193804" y="1965281"/>
                  <a:pt x="3193804" y="1965281"/>
                </a:cubicBezTo>
                <a:cubicBezTo>
                  <a:pt x="3196534" y="1974834"/>
                  <a:pt x="3198923" y="1984045"/>
                  <a:pt x="3200287" y="1993598"/>
                </a:cubicBezTo>
                <a:lnTo>
                  <a:pt x="3200287" y="1993598"/>
                </a:lnTo>
                <a:cubicBezTo>
                  <a:pt x="3201652" y="2003150"/>
                  <a:pt x="3202675" y="2012362"/>
                  <a:pt x="3202675" y="2021232"/>
                </a:cubicBezTo>
                <a:lnTo>
                  <a:pt x="3196193" y="4254819"/>
                </a:lnTo>
                <a:cubicBezTo>
                  <a:pt x="3196193" y="4263688"/>
                  <a:pt x="3195511" y="4271877"/>
                  <a:pt x="3193804" y="4279381"/>
                </a:cubicBezTo>
                <a:cubicBezTo>
                  <a:pt x="3193804" y="4279723"/>
                  <a:pt x="3193804" y="4279723"/>
                  <a:pt x="3193804" y="4280064"/>
                </a:cubicBezTo>
                <a:cubicBezTo>
                  <a:pt x="3192441" y="4287570"/>
                  <a:pt x="3190052" y="4294052"/>
                  <a:pt x="3187323" y="4300193"/>
                </a:cubicBezTo>
                <a:cubicBezTo>
                  <a:pt x="3187323" y="4300193"/>
                  <a:pt x="3187323" y="4300534"/>
                  <a:pt x="3187323" y="4300534"/>
                </a:cubicBezTo>
                <a:cubicBezTo>
                  <a:pt x="3184935" y="4305651"/>
                  <a:pt x="3181865" y="4309745"/>
                  <a:pt x="3178794" y="4313839"/>
                </a:cubicBezTo>
                <a:cubicBezTo>
                  <a:pt x="3177770" y="4315204"/>
                  <a:pt x="3176746" y="4316569"/>
                  <a:pt x="3175723" y="4317592"/>
                </a:cubicBezTo>
                <a:cubicBezTo>
                  <a:pt x="3171971" y="4321686"/>
                  <a:pt x="3167877" y="4325098"/>
                  <a:pt x="3163442" y="4327827"/>
                </a:cubicBezTo>
                <a:lnTo>
                  <a:pt x="3220075" y="4294734"/>
                </a:lnTo>
                <a:cubicBezTo>
                  <a:pt x="3224850" y="4292005"/>
                  <a:pt x="3228604" y="4288593"/>
                  <a:pt x="3232356" y="4284499"/>
                </a:cubicBezTo>
                <a:cubicBezTo>
                  <a:pt x="3233379" y="4283134"/>
                  <a:pt x="3234403" y="4281770"/>
                  <a:pt x="3235426" y="4280746"/>
                </a:cubicBezTo>
                <a:cubicBezTo>
                  <a:pt x="3236791" y="4279041"/>
                  <a:pt x="3238156" y="4277676"/>
                  <a:pt x="3239521" y="4275629"/>
                </a:cubicBezTo>
                <a:cubicBezTo>
                  <a:pt x="3241226" y="4273241"/>
                  <a:pt x="3242591" y="4270512"/>
                  <a:pt x="3243955" y="4267782"/>
                </a:cubicBezTo>
                <a:cubicBezTo>
                  <a:pt x="3243955" y="4267782"/>
                  <a:pt x="3243955" y="4267441"/>
                  <a:pt x="3243955" y="4267441"/>
                </a:cubicBezTo>
                <a:cubicBezTo>
                  <a:pt x="3243955" y="4267441"/>
                  <a:pt x="3243955" y="4267100"/>
                  <a:pt x="3243955" y="4267100"/>
                </a:cubicBezTo>
                <a:cubicBezTo>
                  <a:pt x="3244979" y="4265394"/>
                  <a:pt x="3245662" y="4263348"/>
                  <a:pt x="3246344" y="4261300"/>
                </a:cubicBezTo>
                <a:cubicBezTo>
                  <a:pt x="3247027" y="4259253"/>
                  <a:pt x="3247709" y="4257206"/>
                  <a:pt x="3248391" y="4255159"/>
                </a:cubicBezTo>
                <a:cubicBezTo>
                  <a:pt x="3249074" y="4253112"/>
                  <a:pt x="3249414" y="4251407"/>
                  <a:pt x="3249755" y="4249360"/>
                </a:cubicBezTo>
                <a:cubicBezTo>
                  <a:pt x="3250097" y="4248677"/>
                  <a:pt x="3250097" y="4247653"/>
                  <a:pt x="3250097" y="4246971"/>
                </a:cubicBezTo>
                <a:cubicBezTo>
                  <a:pt x="3250097" y="4246630"/>
                  <a:pt x="3250097" y="4246630"/>
                  <a:pt x="3250097" y="4246289"/>
                </a:cubicBezTo>
                <a:cubicBezTo>
                  <a:pt x="3250097" y="4245607"/>
                  <a:pt x="3250437" y="4244583"/>
                  <a:pt x="3250437" y="4243901"/>
                </a:cubicBezTo>
                <a:cubicBezTo>
                  <a:pt x="3250779" y="4242195"/>
                  <a:pt x="3251120" y="4240148"/>
                  <a:pt x="3251120" y="4238442"/>
                </a:cubicBezTo>
                <a:cubicBezTo>
                  <a:pt x="3251461" y="4236736"/>
                  <a:pt x="3251461" y="4234689"/>
                  <a:pt x="3251802" y="4232984"/>
                </a:cubicBezTo>
                <a:cubicBezTo>
                  <a:pt x="3251802" y="4231278"/>
                  <a:pt x="3252144" y="4229572"/>
                  <a:pt x="3252144" y="4227525"/>
                </a:cubicBezTo>
                <a:cubicBezTo>
                  <a:pt x="3252144" y="4225820"/>
                  <a:pt x="3252144" y="4223773"/>
                  <a:pt x="3252144" y="4222066"/>
                </a:cubicBezTo>
                <a:cubicBezTo>
                  <a:pt x="3252144" y="4222066"/>
                  <a:pt x="3252144" y="4221726"/>
                  <a:pt x="3252144" y="4221726"/>
                </a:cubicBezTo>
                <a:lnTo>
                  <a:pt x="3258626" y="1988139"/>
                </a:lnTo>
                <a:cubicBezTo>
                  <a:pt x="3261013" y="1985410"/>
                  <a:pt x="3261013" y="1983704"/>
                  <a:pt x="3261013" y="19819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C2AEB99-AD44-4D4A-A4FA-4C2573DC461F}"/>
              </a:ext>
            </a:extLst>
          </p:cNvPr>
          <p:cNvSpPr/>
          <p:nvPr/>
        </p:nvSpPr>
        <p:spPr>
          <a:xfrm>
            <a:off x="8714634" y="1898591"/>
            <a:ext cx="2172235" cy="2896313"/>
          </a:xfrm>
          <a:custGeom>
            <a:avLst/>
            <a:gdLst>
              <a:gd name="connsiteX0" fmla="*/ 3063634 w 3172803"/>
              <a:gd name="connsiteY0" fmla="*/ 1724925 h 4230405"/>
              <a:gd name="connsiteX1" fmla="*/ 3177241 w 3172803"/>
              <a:gd name="connsiteY1" fmla="*/ 1922116 h 4230405"/>
              <a:gd name="connsiteX2" fmla="*/ 3170759 w 3172803"/>
              <a:gd name="connsiteY2" fmla="*/ 4155702 h 4230405"/>
              <a:gd name="connsiteX3" fmla="*/ 3056128 w 3172803"/>
              <a:gd name="connsiteY3" fmla="*/ 4220864 h 4230405"/>
              <a:gd name="connsiteX4" fmla="*/ 139195 w 3172803"/>
              <a:gd name="connsiteY4" fmla="*/ 2536890 h 4230405"/>
              <a:gd name="connsiteX5" fmla="*/ 25589 w 3172803"/>
              <a:gd name="connsiteY5" fmla="*/ 2340039 h 4230405"/>
              <a:gd name="connsiteX6" fmla="*/ 32071 w 3172803"/>
              <a:gd name="connsiteY6" fmla="*/ 106453 h 4230405"/>
              <a:gd name="connsiteX7" fmla="*/ 146701 w 3172803"/>
              <a:gd name="connsiteY7" fmla="*/ 41291 h 4230405"/>
              <a:gd name="connsiteX8" fmla="*/ 3063634 w 3172803"/>
              <a:gd name="connsiteY8" fmla="*/ 1724925 h 423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803" h="4230405">
                <a:moveTo>
                  <a:pt x="3063634" y="1724925"/>
                </a:moveTo>
                <a:cubicBezTo>
                  <a:pt x="3126749" y="1761429"/>
                  <a:pt x="3177581" y="1849790"/>
                  <a:pt x="3177241" y="1922116"/>
                </a:cubicBezTo>
                <a:lnTo>
                  <a:pt x="3170759" y="4155702"/>
                </a:lnTo>
                <a:cubicBezTo>
                  <a:pt x="3170417" y="4228029"/>
                  <a:pt x="3119585" y="4257027"/>
                  <a:pt x="3056128" y="4220864"/>
                </a:cubicBezTo>
                <a:lnTo>
                  <a:pt x="139195" y="2536890"/>
                </a:lnTo>
                <a:cubicBezTo>
                  <a:pt x="76080" y="2500385"/>
                  <a:pt x="25247" y="2412366"/>
                  <a:pt x="25589" y="2340039"/>
                </a:cubicBezTo>
                <a:lnTo>
                  <a:pt x="32071" y="106453"/>
                </a:lnTo>
                <a:cubicBezTo>
                  <a:pt x="32411" y="34127"/>
                  <a:pt x="83586" y="4787"/>
                  <a:pt x="146701" y="41291"/>
                </a:cubicBezTo>
                <a:lnTo>
                  <a:pt x="3063634" y="1724925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74169073-C81E-4726-A150-19A41F051E9A}"/>
              </a:ext>
            </a:extLst>
          </p:cNvPr>
          <p:cNvSpPr/>
          <p:nvPr/>
        </p:nvSpPr>
        <p:spPr>
          <a:xfrm>
            <a:off x="8805729" y="1995766"/>
            <a:ext cx="1985376" cy="2639382"/>
          </a:xfrm>
          <a:custGeom>
            <a:avLst/>
            <a:gdLst>
              <a:gd name="connsiteX0" fmla="*/ 2891687 w 2899874"/>
              <a:gd name="connsiteY0" fmla="*/ 1676810 h 3855127"/>
              <a:gd name="connsiteX1" fmla="*/ 31728 w 2899874"/>
              <a:gd name="connsiteY1" fmla="*/ 25587 h 3855127"/>
              <a:gd name="connsiteX2" fmla="*/ 25587 w 2899874"/>
              <a:gd name="connsiteY2" fmla="*/ 2193670 h 3855127"/>
              <a:gd name="connsiteX3" fmla="*/ 2885545 w 2899874"/>
              <a:gd name="connsiteY3" fmla="*/ 3844893 h 3855127"/>
              <a:gd name="connsiteX4" fmla="*/ 2891687 w 2899874"/>
              <a:gd name="connsiteY4" fmla="*/ 1676810 h 385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74" h="3855127">
                <a:moveTo>
                  <a:pt x="2891687" y="1676810"/>
                </a:moveTo>
                <a:lnTo>
                  <a:pt x="31728" y="25587"/>
                </a:lnTo>
                <a:lnTo>
                  <a:pt x="25587" y="2193670"/>
                </a:lnTo>
                <a:lnTo>
                  <a:pt x="2885545" y="3844893"/>
                </a:lnTo>
                <a:lnTo>
                  <a:pt x="2891687" y="1676810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E039920B-60AE-4157-A034-98985FA87D5D}"/>
              </a:ext>
            </a:extLst>
          </p:cNvPr>
          <p:cNvSpPr/>
          <p:nvPr/>
        </p:nvSpPr>
        <p:spPr>
          <a:xfrm>
            <a:off x="8907670" y="2183961"/>
            <a:ext cx="1775160" cy="2265664"/>
          </a:xfrm>
          <a:custGeom>
            <a:avLst/>
            <a:gdLst>
              <a:gd name="connsiteX0" fmla="*/ 2471566 w 2592829"/>
              <a:gd name="connsiteY0" fmla="*/ 1438091 h 3309268"/>
              <a:gd name="connsiteX1" fmla="*/ 153031 w 2592829"/>
              <a:gd name="connsiteY1" fmla="*/ 99372 h 3309268"/>
              <a:gd name="connsiteX2" fmla="*/ 96398 w 2592829"/>
              <a:gd name="connsiteY2" fmla="*/ 131783 h 3309268"/>
              <a:gd name="connsiteX3" fmla="*/ 91621 w 2592829"/>
              <a:gd name="connsiteY3" fmla="*/ 1784370 h 3309268"/>
              <a:gd name="connsiteX4" fmla="*/ 147913 w 2592829"/>
              <a:gd name="connsiteY4" fmla="*/ 1881942 h 3309268"/>
              <a:gd name="connsiteX5" fmla="*/ 2466448 w 2592829"/>
              <a:gd name="connsiteY5" fmla="*/ 3220661 h 3309268"/>
              <a:gd name="connsiteX6" fmla="*/ 2523081 w 2592829"/>
              <a:gd name="connsiteY6" fmla="*/ 3188251 h 3309268"/>
              <a:gd name="connsiteX7" fmla="*/ 2527857 w 2592829"/>
              <a:gd name="connsiteY7" fmla="*/ 1535663 h 3309268"/>
              <a:gd name="connsiteX8" fmla="*/ 2471566 w 2592829"/>
              <a:gd name="connsiteY8" fmla="*/ 1438091 h 330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2829" h="3309268">
                <a:moveTo>
                  <a:pt x="2471566" y="1438091"/>
                </a:moveTo>
                <a:lnTo>
                  <a:pt x="153031" y="99372"/>
                </a:lnTo>
                <a:cubicBezTo>
                  <a:pt x="121985" y="81290"/>
                  <a:pt x="96398" y="95960"/>
                  <a:pt x="96398" y="131783"/>
                </a:cubicBezTo>
                <a:lnTo>
                  <a:pt x="91621" y="1784370"/>
                </a:lnTo>
                <a:cubicBezTo>
                  <a:pt x="91621" y="1820533"/>
                  <a:pt x="116868" y="1864202"/>
                  <a:pt x="147913" y="1881942"/>
                </a:cubicBezTo>
                <a:lnTo>
                  <a:pt x="2466448" y="3220661"/>
                </a:lnTo>
                <a:cubicBezTo>
                  <a:pt x="2497494" y="3238743"/>
                  <a:pt x="2523081" y="3224072"/>
                  <a:pt x="2523081" y="3188251"/>
                </a:cubicBezTo>
                <a:lnTo>
                  <a:pt x="2527857" y="1535663"/>
                </a:lnTo>
                <a:cubicBezTo>
                  <a:pt x="2527857" y="1499841"/>
                  <a:pt x="2502612" y="1456172"/>
                  <a:pt x="2471566" y="1438091"/>
                </a:cubicBezTo>
              </a:path>
            </a:pathLst>
          </a:custGeom>
          <a:solidFill>
            <a:schemeClr val="accent2"/>
          </a:solidFill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69212634-DEC1-4061-8727-CD2A5A5E6F3B}"/>
              </a:ext>
            </a:extLst>
          </p:cNvPr>
          <p:cNvSpPr/>
          <p:nvPr/>
        </p:nvSpPr>
        <p:spPr>
          <a:xfrm>
            <a:off x="9868022" y="3323631"/>
            <a:ext cx="46715" cy="490505"/>
          </a:xfrm>
          <a:custGeom>
            <a:avLst/>
            <a:gdLst>
              <a:gd name="connsiteX0" fmla="*/ 25587 w 68232"/>
              <a:gd name="connsiteY0" fmla="*/ 697676 h 716439"/>
              <a:gd name="connsiteX1" fmla="*/ 27634 w 68232"/>
              <a:gd name="connsiteY1" fmla="*/ 25587 h 716439"/>
              <a:gd name="connsiteX2" fmla="*/ 52538 w 68232"/>
              <a:gd name="connsiteY2" fmla="*/ 39916 h 716439"/>
              <a:gd name="connsiteX3" fmla="*/ 50833 w 68232"/>
              <a:gd name="connsiteY3" fmla="*/ 712004 h 716439"/>
              <a:gd name="connsiteX4" fmla="*/ 25587 w 68232"/>
              <a:gd name="connsiteY4" fmla="*/ 697676 h 71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716439">
                <a:moveTo>
                  <a:pt x="25587" y="697676"/>
                </a:moveTo>
                <a:lnTo>
                  <a:pt x="27634" y="25587"/>
                </a:lnTo>
                <a:lnTo>
                  <a:pt x="52538" y="39916"/>
                </a:lnTo>
                <a:lnTo>
                  <a:pt x="50833" y="712004"/>
                </a:lnTo>
                <a:lnTo>
                  <a:pt x="25587" y="69767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4A6C03A2-2E93-4B78-BF03-5BD4DEE872BF}"/>
              </a:ext>
            </a:extLst>
          </p:cNvPr>
          <p:cNvSpPr/>
          <p:nvPr/>
        </p:nvSpPr>
        <p:spPr>
          <a:xfrm>
            <a:off x="9382656" y="3002702"/>
            <a:ext cx="46715" cy="537220"/>
          </a:xfrm>
          <a:custGeom>
            <a:avLst/>
            <a:gdLst>
              <a:gd name="connsiteX0" fmla="*/ 25587 w 68232"/>
              <a:gd name="connsiteY0" fmla="*/ 757037 h 784671"/>
              <a:gd name="connsiteX1" fmla="*/ 27635 w 68232"/>
              <a:gd name="connsiteY1" fmla="*/ 25587 h 784671"/>
              <a:gd name="connsiteX2" fmla="*/ 52881 w 68232"/>
              <a:gd name="connsiteY2" fmla="*/ 40257 h 784671"/>
              <a:gd name="connsiteX3" fmla="*/ 50492 w 68232"/>
              <a:gd name="connsiteY3" fmla="*/ 771366 h 784671"/>
              <a:gd name="connsiteX4" fmla="*/ 25587 w 68232"/>
              <a:gd name="connsiteY4" fmla="*/ 757037 h 784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784671">
                <a:moveTo>
                  <a:pt x="25587" y="757037"/>
                </a:moveTo>
                <a:lnTo>
                  <a:pt x="27635" y="25587"/>
                </a:lnTo>
                <a:lnTo>
                  <a:pt x="52881" y="40257"/>
                </a:lnTo>
                <a:lnTo>
                  <a:pt x="50492" y="771366"/>
                </a:lnTo>
                <a:lnTo>
                  <a:pt x="25587" y="757037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E87844C6-BE7D-4113-B6F7-875E04D953B6}"/>
              </a:ext>
            </a:extLst>
          </p:cNvPr>
          <p:cNvSpPr/>
          <p:nvPr/>
        </p:nvSpPr>
        <p:spPr>
          <a:xfrm>
            <a:off x="10232163" y="3483162"/>
            <a:ext cx="46715" cy="537220"/>
          </a:xfrm>
          <a:custGeom>
            <a:avLst/>
            <a:gdLst>
              <a:gd name="connsiteX0" fmla="*/ 25587 w 68232"/>
              <a:gd name="connsiteY0" fmla="*/ 771708 h 784671"/>
              <a:gd name="connsiteX1" fmla="*/ 27634 w 68232"/>
              <a:gd name="connsiteY1" fmla="*/ 25587 h 784671"/>
              <a:gd name="connsiteX2" fmla="*/ 52538 w 68232"/>
              <a:gd name="connsiteY2" fmla="*/ 39916 h 784671"/>
              <a:gd name="connsiteX3" fmla="*/ 50491 w 68232"/>
              <a:gd name="connsiteY3" fmla="*/ 786036 h 784671"/>
              <a:gd name="connsiteX4" fmla="*/ 25587 w 68232"/>
              <a:gd name="connsiteY4" fmla="*/ 771708 h 784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784671">
                <a:moveTo>
                  <a:pt x="25587" y="771708"/>
                </a:moveTo>
                <a:lnTo>
                  <a:pt x="27634" y="25587"/>
                </a:lnTo>
                <a:lnTo>
                  <a:pt x="52538" y="39916"/>
                </a:lnTo>
                <a:lnTo>
                  <a:pt x="50491" y="786036"/>
                </a:lnTo>
                <a:lnTo>
                  <a:pt x="25587" y="771708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4FC6A5-9041-4A2C-9D9A-D497636F08CC}"/>
              </a:ext>
            </a:extLst>
          </p:cNvPr>
          <p:cNvSpPr/>
          <p:nvPr/>
        </p:nvSpPr>
        <p:spPr>
          <a:xfrm>
            <a:off x="9686068" y="3137239"/>
            <a:ext cx="46715" cy="583934"/>
          </a:xfrm>
          <a:custGeom>
            <a:avLst/>
            <a:gdLst>
              <a:gd name="connsiteX0" fmla="*/ 25587 w 68232"/>
              <a:gd name="connsiteY0" fmla="*/ 816400 h 852904"/>
              <a:gd name="connsiteX1" fmla="*/ 27634 w 68232"/>
              <a:gd name="connsiteY1" fmla="*/ 25587 h 852904"/>
              <a:gd name="connsiteX2" fmla="*/ 52880 w 68232"/>
              <a:gd name="connsiteY2" fmla="*/ 40257 h 852904"/>
              <a:gd name="connsiteX3" fmla="*/ 50491 w 68232"/>
              <a:gd name="connsiteY3" fmla="*/ 830729 h 852904"/>
              <a:gd name="connsiteX4" fmla="*/ 25587 w 68232"/>
              <a:gd name="connsiteY4" fmla="*/ 816400 h 85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852904">
                <a:moveTo>
                  <a:pt x="25587" y="816400"/>
                </a:moveTo>
                <a:lnTo>
                  <a:pt x="27634" y="25587"/>
                </a:lnTo>
                <a:lnTo>
                  <a:pt x="52880" y="40257"/>
                </a:lnTo>
                <a:lnTo>
                  <a:pt x="50491" y="830729"/>
                </a:lnTo>
                <a:lnTo>
                  <a:pt x="25587" y="816400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1D480F9-057E-4A79-B894-B8249CB5FEE8}"/>
              </a:ext>
            </a:extLst>
          </p:cNvPr>
          <p:cNvSpPr/>
          <p:nvPr/>
        </p:nvSpPr>
        <p:spPr>
          <a:xfrm>
            <a:off x="9989479" y="3312420"/>
            <a:ext cx="46715" cy="583934"/>
          </a:xfrm>
          <a:custGeom>
            <a:avLst/>
            <a:gdLst>
              <a:gd name="connsiteX0" fmla="*/ 25587 w 68232"/>
              <a:gd name="connsiteY0" fmla="*/ 816400 h 852904"/>
              <a:gd name="connsiteX1" fmla="*/ 27976 w 68232"/>
              <a:gd name="connsiteY1" fmla="*/ 25587 h 852904"/>
              <a:gd name="connsiteX2" fmla="*/ 52539 w 68232"/>
              <a:gd name="connsiteY2" fmla="*/ 39916 h 852904"/>
              <a:gd name="connsiteX3" fmla="*/ 50492 w 68232"/>
              <a:gd name="connsiteY3" fmla="*/ 830729 h 852904"/>
              <a:gd name="connsiteX4" fmla="*/ 25587 w 68232"/>
              <a:gd name="connsiteY4" fmla="*/ 816400 h 85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852904">
                <a:moveTo>
                  <a:pt x="25587" y="816400"/>
                </a:moveTo>
                <a:lnTo>
                  <a:pt x="27976" y="25587"/>
                </a:lnTo>
                <a:lnTo>
                  <a:pt x="52539" y="39916"/>
                </a:lnTo>
                <a:lnTo>
                  <a:pt x="50492" y="830729"/>
                </a:lnTo>
                <a:lnTo>
                  <a:pt x="25587" y="816400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90076C02-E37A-419F-8E57-61B727F83836}"/>
              </a:ext>
            </a:extLst>
          </p:cNvPr>
          <p:cNvSpPr/>
          <p:nvPr/>
        </p:nvSpPr>
        <p:spPr>
          <a:xfrm>
            <a:off x="10535574" y="3627744"/>
            <a:ext cx="46715" cy="583934"/>
          </a:xfrm>
          <a:custGeom>
            <a:avLst/>
            <a:gdLst>
              <a:gd name="connsiteX0" fmla="*/ 25587 w 68232"/>
              <a:gd name="connsiteY0" fmla="*/ 816400 h 852904"/>
              <a:gd name="connsiteX1" fmla="*/ 27976 w 68232"/>
              <a:gd name="connsiteY1" fmla="*/ 25587 h 852904"/>
              <a:gd name="connsiteX2" fmla="*/ 52539 w 68232"/>
              <a:gd name="connsiteY2" fmla="*/ 39916 h 852904"/>
              <a:gd name="connsiteX3" fmla="*/ 50492 w 68232"/>
              <a:gd name="connsiteY3" fmla="*/ 830729 h 852904"/>
              <a:gd name="connsiteX4" fmla="*/ 25587 w 68232"/>
              <a:gd name="connsiteY4" fmla="*/ 816400 h 85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852904">
                <a:moveTo>
                  <a:pt x="25587" y="816400"/>
                </a:moveTo>
                <a:lnTo>
                  <a:pt x="27976" y="25587"/>
                </a:lnTo>
                <a:lnTo>
                  <a:pt x="52539" y="39916"/>
                </a:lnTo>
                <a:lnTo>
                  <a:pt x="50492" y="830729"/>
                </a:lnTo>
                <a:lnTo>
                  <a:pt x="25587" y="816400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40B1F0A-1A0D-4548-B3C4-EAA40F6CFA99}"/>
              </a:ext>
            </a:extLst>
          </p:cNvPr>
          <p:cNvSpPr/>
          <p:nvPr/>
        </p:nvSpPr>
        <p:spPr>
          <a:xfrm>
            <a:off x="10171433" y="3380390"/>
            <a:ext cx="46715" cy="607292"/>
          </a:xfrm>
          <a:custGeom>
            <a:avLst/>
            <a:gdLst>
              <a:gd name="connsiteX0" fmla="*/ 25587 w 68232"/>
              <a:gd name="connsiteY0" fmla="*/ 870644 h 887020"/>
              <a:gd name="connsiteX1" fmla="*/ 27976 w 68232"/>
              <a:gd name="connsiteY1" fmla="*/ 25587 h 887020"/>
              <a:gd name="connsiteX2" fmla="*/ 52880 w 68232"/>
              <a:gd name="connsiteY2" fmla="*/ 39916 h 887020"/>
              <a:gd name="connsiteX3" fmla="*/ 50491 w 68232"/>
              <a:gd name="connsiteY3" fmla="*/ 884973 h 887020"/>
              <a:gd name="connsiteX4" fmla="*/ 25587 w 68232"/>
              <a:gd name="connsiteY4" fmla="*/ 870644 h 88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887020">
                <a:moveTo>
                  <a:pt x="25587" y="870644"/>
                </a:moveTo>
                <a:lnTo>
                  <a:pt x="27976" y="25587"/>
                </a:lnTo>
                <a:lnTo>
                  <a:pt x="52880" y="39916"/>
                </a:lnTo>
                <a:lnTo>
                  <a:pt x="50491" y="884973"/>
                </a:lnTo>
                <a:lnTo>
                  <a:pt x="25587" y="870644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5BBD54A-4002-4036-BDB5-812B1D5C6F6B}"/>
              </a:ext>
            </a:extLst>
          </p:cNvPr>
          <p:cNvSpPr/>
          <p:nvPr/>
        </p:nvSpPr>
        <p:spPr>
          <a:xfrm>
            <a:off x="10474845" y="3555570"/>
            <a:ext cx="46715" cy="607292"/>
          </a:xfrm>
          <a:custGeom>
            <a:avLst/>
            <a:gdLst>
              <a:gd name="connsiteX0" fmla="*/ 25587 w 68232"/>
              <a:gd name="connsiteY0" fmla="*/ 870644 h 887020"/>
              <a:gd name="connsiteX1" fmla="*/ 27976 w 68232"/>
              <a:gd name="connsiteY1" fmla="*/ 25587 h 887020"/>
              <a:gd name="connsiteX2" fmla="*/ 52881 w 68232"/>
              <a:gd name="connsiteY2" fmla="*/ 39916 h 887020"/>
              <a:gd name="connsiteX3" fmla="*/ 50492 w 68232"/>
              <a:gd name="connsiteY3" fmla="*/ 884973 h 887020"/>
              <a:gd name="connsiteX4" fmla="*/ 25587 w 68232"/>
              <a:gd name="connsiteY4" fmla="*/ 870644 h 88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887020">
                <a:moveTo>
                  <a:pt x="25587" y="870644"/>
                </a:moveTo>
                <a:lnTo>
                  <a:pt x="27976" y="25587"/>
                </a:lnTo>
                <a:lnTo>
                  <a:pt x="52881" y="39916"/>
                </a:lnTo>
                <a:lnTo>
                  <a:pt x="50492" y="884973"/>
                </a:lnTo>
                <a:lnTo>
                  <a:pt x="25587" y="870644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BC4531DF-C2A2-4AAB-809B-E76179404F4D}"/>
              </a:ext>
            </a:extLst>
          </p:cNvPr>
          <p:cNvSpPr/>
          <p:nvPr/>
        </p:nvSpPr>
        <p:spPr>
          <a:xfrm>
            <a:off x="9139973" y="2774733"/>
            <a:ext cx="46715" cy="630649"/>
          </a:xfrm>
          <a:custGeom>
            <a:avLst/>
            <a:gdLst>
              <a:gd name="connsiteX0" fmla="*/ 25587 w 68232"/>
              <a:gd name="connsiteY0" fmla="*/ 885315 h 921136"/>
              <a:gd name="connsiteX1" fmla="*/ 27976 w 68232"/>
              <a:gd name="connsiteY1" fmla="*/ 25587 h 921136"/>
              <a:gd name="connsiteX2" fmla="*/ 52880 w 68232"/>
              <a:gd name="connsiteY2" fmla="*/ 39916 h 921136"/>
              <a:gd name="connsiteX3" fmla="*/ 50492 w 68232"/>
              <a:gd name="connsiteY3" fmla="*/ 899643 h 921136"/>
              <a:gd name="connsiteX4" fmla="*/ 25587 w 68232"/>
              <a:gd name="connsiteY4" fmla="*/ 885315 h 92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21136">
                <a:moveTo>
                  <a:pt x="25587" y="885315"/>
                </a:moveTo>
                <a:lnTo>
                  <a:pt x="27976" y="25587"/>
                </a:lnTo>
                <a:lnTo>
                  <a:pt x="52880" y="39916"/>
                </a:lnTo>
                <a:lnTo>
                  <a:pt x="50492" y="899643"/>
                </a:lnTo>
                <a:lnTo>
                  <a:pt x="25587" y="885315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09894EC-586B-4B1F-ABE6-B29313B1BAA2}"/>
              </a:ext>
            </a:extLst>
          </p:cNvPr>
          <p:cNvSpPr/>
          <p:nvPr/>
        </p:nvSpPr>
        <p:spPr>
          <a:xfrm>
            <a:off x="9807292" y="3160130"/>
            <a:ext cx="46715" cy="630649"/>
          </a:xfrm>
          <a:custGeom>
            <a:avLst/>
            <a:gdLst>
              <a:gd name="connsiteX0" fmla="*/ 25587 w 68232"/>
              <a:gd name="connsiteY0" fmla="*/ 885315 h 921136"/>
              <a:gd name="connsiteX1" fmla="*/ 28316 w 68232"/>
              <a:gd name="connsiteY1" fmla="*/ 25587 h 921136"/>
              <a:gd name="connsiteX2" fmla="*/ 53221 w 68232"/>
              <a:gd name="connsiteY2" fmla="*/ 39916 h 921136"/>
              <a:gd name="connsiteX3" fmla="*/ 50833 w 68232"/>
              <a:gd name="connsiteY3" fmla="*/ 899643 h 921136"/>
              <a:gd name="connsiteX4" fmla="*/ 25587 w 68232"/>
              <a:gd name="connsiteY4" fmla="*/ 885315 h 92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21136">
                <a:moveTo>
                  <a:pt x="25587" y="885315"/>
                </a:moveTo>
                <a:lnTo>
                  <a:pt x="28316" y="25587"/>
                </a:lnTo>
                <a:lnTo>
                  <a:pt x="53221" y="39916"/>
                </a:lnTo>
                <a:lnTo>
                  <a:pt x="50833" y="899643"/>
                </a:lnTo>
                <a:lnTo>
                  <a:pt x="25587" y="885315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9E65E36B-27A0-42EC-B978-94123558D6D1}"/>
              </a:ext>
            </a:extLst>
          </p:cNvPr>
          <p:cNvSpPr/>
          <p:nvPr/>
        </p:nvSpPr>
        <p:spPr>
          <a:xfrm>
            <a:off x="9443385" y="2932863"/>
            <a:ext cx="46715" cy="630649"/>
          </a:xfrm>
          <a:custGeom>
            <a:avLst/>
            <a:gdLst>
              <a:gd name="connsiteX0" fmla="*/ 25587 w 68232"/>
              <a:gd name="connsiteY0" fmla="*/ 910219 h 921136"/>
              <a:gd name="connsiteX1" fmla="*/ 27976 w 68232"/>
              <a:gd name="connsiteY1" fmla="*/ 25587 h 921136"/>
              <a:gd name="connsiteX2" fmla="*/ 53221 w 68232"/>
              <a:gd name="connsiteY2" fmla="*/ 40257 h 921136"/>
              <a:gd name="connsiteX3" fmla="*/ 50492 w 68232"/>
              <a:gd name="connsiteY3" fmla="*/ 924548 h 921136"/>
              <a:gd name="connsiteX4" fmla="*/ 25587 w 68232"/>
              <a:gd name="connsiteY4" fmla="*/ 910219 h 92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21136">
                <a:moveTo>
                  <a:pt x="25587" y="910219"/>
                </a:moveTo>
                <a:lnTo>
                  <a:pt x="27976" y="25587"/>
                </a:lnTo>
                <a:lnTo>
                  <a:pt x="53221" y="40257"/>
                </a:lnTo>
                <a:lnTo>
                  <a:pt x="50492" y="924548"/>
                </a:lnTo>
                <a:lnTo>
                  <a:pt x="25587" y="910219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FBEF231C-B30C-4274-9A99-BEAAEFB5AFD0}"/>
              </a:ext>
            </a:extLst>
          </p:cNvPr>
          <p:cNvSpPr/>
          <p:nvPr/>
        </p:nvSpPr>
        <p:spPr>
          <a:xfrm>
            <a:off x="9625338" y="3021154"/>
            <a:ext cx="46715" cy="654007"/>
          </a:xfrm>
          <a:custGeom>
            <a:avLst/>
            <a:gdLst>
              <a:gd name="connsiteX0" fmla="*/ 25587 w 68232"/>
              <a:gd name="connsiteY0" fmla="*/ 934783 h 955252"/>
              <a:gd name="connsiteX1" fmla="*/ 28316 w 68232"/>
              <a:gd name="connsiteY1" fmla="*/ 25587 h 955252"/>
              <a:gd name="connsiteX2" fmla="*/ 53221 w 68232"/>
              <a:gd name="connsiteY2" fmla="*/ 39916 h 955252"/>
              <a:gd name="connsiteX3" fmla="*/ 50492 w 68232"/>
              <a:gd name="connsiteY3" fmla="*/ 949112 h 955252"/>
              <a:gd name="connsiteX4" fmla="*/ 25587 w 68232"/>
              <a:gd name="connsiteY4" fmla="*/ 934783 h 95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55252">
                <a:moveTo>
                  <a:pt x="25587" y="934783"/>
                </a:moveTo>
                <a:lnTo>
                  <a:pt x="28316" y="25587"/>
                </a:lnTo>
                <a:lnTo>
                  <a:pt x="53221" y="39916"/>
                </a:lnTo>
                <a:lnTo>
                  <a:pt x="50492" y="949112"/>
                </a:lnTo>
                <a:lnTo>
                  <a:pt x="25587" y="934783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E688E00A-DD61-49BE-9DC2-421252F49D25}"/>
              </a:ext>
            </a:extLst>
          </p:cNvPr>
          <p:cNvSpPr/>
          <p:nvPr/>
        </p:nvSpPr>
        <p:spPr>
          <a:xfrm>
            <a:off x="10110938" y="3281121"/>
            <a:ext cx="46715" cy="677364"/>
          </a:xfrm>
          <a:custGeom>
            <a:avLst/>
            <a:gdLst>
              <a:gd name="connsiteX0" fmla="*/ 25587 w 68232"/>
              <a:gd name="connsiteY0" fmla="*/ 964464 h 989369"/>
              <a:gd name="connsiteX1" fmla="*/ 27974 w 68232"/>
              <a:gd name="connsiteY1" fmla="*/ 25587 h 989369"/>
              <a:gd name="connsiteX2" fmla="*/ 52880 w 68232"/>
              <a:gd name="connsiteY2" fmla="*/ 39916 h 989369"/>
              <a:gd name="connsiteX3" fmla="*/ 50151 w 68232"/>
              <a:gd name="connsiteY3" fmla="*/ 978793 h 989369"/>
              <a:gd name="connsiteX4" fmla="*/ 25587 w 68232"/>
              <a:gd name="connsiteY4" fmla="*/ 964464 h 989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89369">
                <a:moveTo>
                  <a:pt x="25587" y="964464"/>
                </a:moveTo>
                <a:lnTo>
                  <a:pt x="27974" y="25587"/>
                </a:lnTo>
                <a:lnTo>
                  <a:pt x="52880" y="39916"/>
                </a:lnTo>
                <a:lnTo>
                  <a:pt x="50151" y="978793"/>
                </a:lnTo>
                <a:lnTo>
                  <a:pt x="25587" y="964464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CB3245A7-7387-4978-B79F-EC5A78F7C4E4}"/>
              </a:ext>
            </a:extLst>
          </p:cNvPr>
          <p:cNvSpPr/>
          <p:nvPr/>
        </p:nvSpPr>
        <p:spPr>
          <a:xfrm>
            <a:off x="10353388" y="3421265"/>
            <a:ext cx="46715" cy="677364"/>
          </a:xfrm>
          <a:custGeom>
            <a:avLst/>
            <a:gdLst>
              <a:gd name="connsiteX0" fmla="*/ 25587 w 68232"/>
              <a:gd name="connsiteY0" fmla="*/ 964464 h 989369"/>
              <a:gd name="connsiteX1" fmla="*/ 28316 w 68232"/>
              <a:gd name="connsiteY1" fmla="*/ 25587 h 989369"/>
              <a:gd name="connsiteX2" fmla="*/ 53562 w 68232"/>
              <a:gd name="connsiteY2" fmla="*/ 39916 h 989369"/>
              <a:gd name="connsiteX3" fmla="*/ 50833 w 68232"/>
              <a:gd name="connsiteY3" fmla="*/ 978793 h 989369"/>
              <a:gd name="connsiteX4" fmla="*/ 25587 w 68232"/>
              <a:gd name="connsiteY4" fmla="*/ 964464 h 989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989369">
                <a:moveTo>
                  <a:pt x="25587" y="964464"/>
                </a:moveTo>
                <a:lnTo>
                  <a:pt x="28316" y="25587"/>
                </a:lnTo>
                <a:lnTo>
                  <a:pt x="53562" y="39916"/>
                </a:lnTo>
                <a:lnTo>
                  <a:pt x="50833" y="978793"/>
                </a:lnTo>
                <a:lnTo>
                  <a:pt x="25587" y="964464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AD496FB2-040A-4F8A-8AFA-DC47733D2679}"/>
              </a:ext>
            </a:extLst>
          </p:cNvPr>
          <p:cNvSpPr/>
          <p:nvPr/>
        </p:nvSpPr>
        <p:spPr>
          <a:xfrm>
            <a:off x="9018748" y="2610064"/>
            <a:ext cx="46715" cy="724078"/>
          </a:xfrm>
          <a:custGeom>
            <a:avLst/>
            <a:gdLst>
              <a:gd name="connsiteX0" fmla="*/ 25587 w 68232"/>
              <a:gd name="connsiteY0" fmla="*/ 1023485 h 1057601"/>
              <a:gd name="connsiteX1" fmla="*/ 28316 w 68232"/>
              <a:gd name="connsiteY1" fmla="*/ 25587 h 1057601"/>
              <a:gd name="connsiteX2" fmla="*/ 53221 w 68232"/>
              <a:gd name="connsiteY2" fmla="*/ 39916 h 1057601"/>
              <a:gd name="connsiteX3" fmla="*/ 50151 w 68232"/>
              <a:gd name="connsiteY3" fmla="*/ 1037814 h 1057601"/>
              <a:gd name="connsiteX4" fmla="*/ 25587 w 68232"/>
              <a:gd name="connsiteY4" fmla="*/ 1023485 h 105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57601">
                <a:moveTo>
                  <a:pt x="25587" y="1023485"/>
                </a:moveTo>
                <a:lnTo>
                  <a:pt x="28316" y="25587"/>
                </a:lnTo>
                <a:lnTo>
                  <a:pt x="53221" y="39916"/>
                </a:lnTo>
                <a:lnTo>
                  <a:pt x="50151" y="1037814"/>
                </a:lnTo>
                <a:lnTo>
                  <a:pt x="25587" y="1023485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33D15D70-B32A-430F-B4D4-4821C26B9D87}"/>
              </a:ext>
            </a:extLst>
          </p:cNvPr>
          <p:cNvSpPr/>
          <p:nvPr/>
        </p:nvSpPr>
        <p:spPr>
          <a:xfrm>
            <a:off x="9321926" y="2785010"/>
            <a:ext cx="46715" cy="724078"/>
          </a:xfrm>
          <a:custGeom>
            <a:avLst/>
            <a:gdLst>
              <a:gd name="connsiteX0" fmla="*/ 25587 w 68232"/>
              <a:gd name="connsiteY0" fmla="*/ 1023826 h 1057601"/>
              <a:gd name="connsiteX1" fmla="*/ 28316 w 68232"/>
              <a:gd name="connsiteY1" fmla="*/ 25587 h 1057601"/>
              <a:gd name="connsiteX2" fmla="*/ 53562 w 68232"/>
              <a:gd name="connsiteY2" fmla="*/ 40257 h 1057601"/>
              <a:gd name="connsiteX3" fmla="*/ 50833 w 68232"/>
              <a:gd name="connsiteY3" fmla="*/ 1038155 h 1057601"/>
              <a:gd name="connsiteX4" fmla="*/ 25587 w 68232"/>
              <a:gd name="connsiteY4" fmla="*/ 1023826 h 105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57601">
                <a:moveTo>
                  <a:pt x="25587" y="1023826"/>
                </a:moveTo>
                <a:lnTo>
                  <a:pt x="28316" y="25587"/>
                </a:lnTo>
                <a:lnTo>
                  <a:pt x="53562" y="40257"/>
                </a:lnTo>
                <a:lnTo>
                  <a:pt x="50833" y="1038155"/>
                </a:lnTo>
                <a:lnTo>
                  <a:pt x="25587" y="102382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A8A4406A-8576-4028-A249-BBE7C73382D3}"/>
              </a:ext>
            </a:extLst>
          </p:cNvPr>
          <p:cNvSpPr/>
          <p:nvPr/>
        </p:nvSpPr>
        <p:spPr>
          <a:xfrm>
            <a:off x="9504114" y="2890119"/>
            <a:ext cx="46715" cy="724078"/>
          </a:xfrm>
          <a:custGeom>
            <a:avLst/>
            <a:gdLst>
              <a:gd name="connsiteX0" fmla="*/ 25587 w 68232"/>
              <a:gd name="connsiteY0" fmla="*/ 1023826 h 1057601"/>
              <a:gd name="connsiteX1" fmla="*/ 28317 w 68232"/>
              <a:gd name="connsiteY1" fmla="*/ 25587 h 1057601"/>
              <a:gd name="connsiteX2" fmla="*/ 53221 w 68232"/>
              <a:gd name="connsiteY2" fmla="*/ 39916 h 1057601"/>
              <a:gd name="connsiteX3" fmla="*/ 50492 w 68232"/>
              <a:gd name="connsiteY3" fmla="*/ 1038155 h 1057601"/>
              <a:gd name="connsiteX4" fmla="*/ 25587 w 68232"/>
              <a:gd name="connsiteY4" fmla="*/ 1023826 h 105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57601">
                <a:moveTo>
                  <a:pt x="25587" y="1023826"/>
                </a:moveTo>
                <a:lnTo>
                  <a:pt x="28317" y="25587"/>
                </a:lnTo>
                <a:lnTo>
                  <a:pt x="53221" y="39916"/>
                </a:lnTo>
                <a:lnTo>
                  <a:pt x="50492" y="1038155"/>
                </a:lnTo>
                <a:lnTo>
                  <a:pt x="25587" y="102382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FC687B4E-8822-46F1-96CC-1C116DC64E88}"/>
              </a:ext>
            </a:extLst>
          </p:cNvPr>
          <p:cNvSpPr/>
          <p:nvPr/>
        </p:nvSpPr>
        <p:spPr>
          <a:xfrm>
            <a:off x="10292892" y="3335544"/>
            <a:ext cx="46715" cy="724078"/>
          </a:xfrm>
          <a:custGeom>
            <a:avLst/>
            <a:gdLst>
              <a:gd name="connsiteX0" fmla="*/ 25587 w 68232"/>
              <a:gd name="connsiteY0" fmla="*/ 1038496 h 1057601"/>
              <a:gd name="connsiteX1" fmla="*/ 28317 w 68232"/>
              <a:gd name="connsiteY1" fmla="*/ 25587 h 1057601"/>
              <a:gd name="connsiteX2" fmla="*/ 53222 w 68232"/>
              <a:gd name="connsiteY2" fmla="*/ 39916 h 1057601"/>
              <a:gd name="connsiteX3" fmla="*/ 50492 w 68232"/>
              <a:gd name="connsiteY3" fmla="*/ 1052825 h 1057601"/>
              <a:gd name="connsiteX4" fmla="*/ 25587 w 68232"/>
              <a:gd name="connsiteY4" fmla="*/ 1038496 h 105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57601">
                <a:moveTo>
                  <a:pt x="25587" y="1038496"/>
                </a:moveTo>
                <a:lnTo>
                  <a:pt x="28317" y="25587"/>
                </a:lnTo>
                <a:lnTo>
                  <a:pt x="53222" y="39916"/>
                </a:lnTo>
                <a:lnTo>
                  <a:pt x="50492" y="1052825"/>
                </a:lnTo>
                <a:lnTo>
                  <a:pt x="25587" y="103849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C36E514C-E0B9-46E3-9DE4-629BBFC4E20B}"/>
              </a:ext>
            </a:extLst>
          </p:cNvPr>
          <p:cNvSpPr/>
          <p:nvPr/>
        </p:nvSpPr>
        <p:spPr>
          <a:xfrm>
            <a:off x="9746797" y="3006672"/>
            <a:ext cx="46715" cy="747436"/>
          </a:xfrm>
          <a:custGeom>
            <a:avLst/>
            <a:gdLst>
              <a:gd name="connsiteX0" fmla="*/ 25587 w 68232"/>
              <a:gd name="connsiteY0" fmla="*/ 1058283 h 1091717"/>
              <a:gd name="connsiteX1" fmla="*/ 28316 w 68232"/>
              <a:gd name="connsiteY1" fmla="*/ 25587 h 1091717"/>
              <a:gd name="connsiteX2" fmla="*/ 53562 w 68232"/>
              <a:gd name="connsiteY2" fmla="*/ 39916 h 1091717"/>
              <a:gd name="connsiteX3" fmla="*/ 50491 w 68232"/>
              <a:gd name="connsiteY3" fmla="*/ 1072612 h 1091717"/>
              <a:gd name="connsiteX4" fmla="*/ 25587 w 68232"/>
              <a:gd name="connsiteY4" fmla="*/ 1058283 h 109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91717">
                <a:moveTo>
                  <a:pt x="25587" y="1058283"/>
                </a:moveTo>
                <a:lnTo>
                  <a:pt x="28316" y="25587"/>
                </a:lnTo>
                <a:lnTo>
                  <a:pt x="53562" y="39916"/>
                </a:lnTo>
                <a:lnTo>
                  <a:pt x="50491" y="1072612"/>
                </a:lnTo>
                <a:lnTo>
                  <a:pt x="25587" y="1058283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AEE5E25-1B22-4542-9A6D-52342FA604E1}"/>
              </a:ext>
            </a:extLst>
          </p:cNvPr>
          <p:cNvSpPr/>
          <p:nvPr/>
        </p:nvSpPr>
        <p:spPr>
          <a:xfrm>
            <a:off x="10050209" y="3168305"/>
            <a:ext cx="46715" cy="747436"/>
          </a:xfrm>
          <a:custGeom>
            <a:avLst/>
            <a:gdLst>
              <a:gd name="connsiteX0" fmla="*/ 25587 w 68232"/>
              <a:gd name="connsiteY0" fmla="*/ 1078071 h 1091717"/>
              <a:gd name="connsiteX1" fmla="*/ 28657 w 68232"/>
              <a:gd name="connsiteY1" fmla="*/ 25587 h 1091717"/>
              <a:gd name="connsiteX2" fmla="*/ 53221 w 68232"/>
              <a:gd name="connsiteY2" fmla="*/ 39916 h 1091717"/>
              <a:gd name="connsiteX3" fmla="*/ 50492 w 68232"/>
              <a:gd name="connsiteY3" fmla="*/ 1092400 h 1091717"/>
              <a:gd name="connsiteX4" fmla="*/ 25587 w 68232"/>
              <a:gd name="connsiteY4" fmla="*/ 1078071 h 109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091717">
                <a:moveTo>
                  <a:pt x="25587" y="1078071"/>
                </a:moveTo>
                <a:lnTo>
                  <a:pt x="28657" y="25587"/>
                </a:lnTo>
                <a:lnTo>
                  <a:pt x="53221" y="39916"/>
                </a:lnTo>
                <a:lnTo>
                  <a:pt x="50492" y="1092400"/>
                </a:lnTo>
                <a:lnTo>
                  <a:pt x="25587" y="1078071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7A40D12F-D65F-430F-86BC-D581C3E7CE49}"/>
              </a:ext>
            </a:extLst>
          </p:cNvPr>
          <p:cNvSpPr/>
          <p:nvPr/>
        </p:nvSpPr>
        <p:spPr>
          <a:xfrm>
            <a:off x="9200468" y="2660750"/>
            <a:ext cx="46715" cy="770793"/>
          </a:xfrm>
          <a:custGeom>
            <a:avLst/>
            <a:gdLst>
              <a:gd name="connsiteX0" fmla="*/ 25587 w 68232"/>
              <a:gd name="connsiteY0" fmla="*/ 1102976 h 1125833"/>
              <a:gd name="connsiteX1" fmla="*/ 28657 w 68232"/>
              <a:gd name="connsiteY1" fmla="*/ 25587 h 1125833"/>
              <a:gd name="connsiteX2" fmla="*/ 53904 w 68232"/>
              <a:gd name="connsiteY2" fmla="*/ 40257 h 1125833"/>
              <a:gd name="connsiteX3" fmla="*/ 50833 w 68232"/>
              <a:gd name="connsiteY3" fmla="*/ 1117305 h 1125833"/>
              <a:gd name="connsiteX4" fmla="*/ 25587 w 68232"/>
              <a:gd name="connsiteY4" fmla="*/ 1102976 h 112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125833">
                <a:moveTo>
                  <a:pt x="25587" y="1102976"/>
                </a:moveTo>
                <a:lnTo>
                  <a:pt x="28657" y="25587"/>
                </a:lnTo>
                <a:lnTo>
                  <a:pt x="53904" y="40257"/>
                </a:lnTo>
                <a:lnTo>
                  <a:pt x="50833" y="1117305"/>
                </a:lnTo>
                <a:lnTo>
                  <a:pt x="25587" y="110297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CDF5D884-0079-46F9-8055-740CB389C735}"/>
              </a:ext>
            </a:extLst>
          </p:cNvPr>
          <p:cNvSpPr/>
          <p:nvPr/>
        </p:nvSpPr>
        <p:spPr>
          <a:xfrm>
            <a:off x="9928751" y="3081182"/>
            <a:ext cx="46715" cy="770793"/>
          </a:xfrm>
          <a:custGeom>
            <a:avLst/>
            <a:gdLst>
              <a:gd name="connsiteX0" fmla="*/ 25587 w 68232"/>
              <a:gd name="connsiteY0" fmla="*/ 1102976 h 1125833"/>
              <a:gd name="connsiteX1" fmla="*/ 28657 w 68232"/>
              <a:gd name="connsiteY1" fmla="*/ 25587 h 1125833"/>
              <a:gd name="connsiteX2" fmla="*/ 53563 w 68232"/>
              <a:gd name="connsiteY2" fmla="*/ 40257 h 1125833"/>
              <a:gd name="connsiteX3" fmla="*/ 50834 w 68232"/>
              <a:gd name="connsiteY3" fmla="*/ 1117305 h 1125833"/>
              <a:gd name="connsiteX4" fmla="*/ 25587 w 68232"/>
              <a:gd name="connsiteY4" fmla="*/ 1102976 h 112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125833">
                <a:moveTo>
                  <a:pt x="25587" y="1102976"/>
                </a:moveTo>
                <a:lnTo>
                  <a:pt x="28657" y="25587"/>
                </a:lnTo>
                <a:lnTo>
                  <a:pt x="53563" y="40257"/>
                </a:lnTo>
                <a:lnTo>
                  <a:pt x="50834" y="1117305"/>
                </a:lnTo>
                <a:lnTo>
                  <a:pt x="25587" y="1102976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1970364B-AE78-43D6-B647-29FC2FE44720}"/>
              </a:ext>
            </a:extLst>
          </p:cNvPr>
          <p:cNvSpPr/>
          <p:nvPr/>
        </p:nvSpPr>
        <p:spPr>
          <a:xfrm>
            <a:off x="10414117" y="3327836"/>
            <a:ext cx="46715" cy="794150"/>
          </a:xfrm>
          <a:custGeom>
            <a:avLst/>
            <a:gdLst>
              <a:gd name="connsiteX0" fmla="*/ 25587 w 68232"/>
              <a:gd name="connsiteY0" fmla="*/ 1152103 h 1159949"/>
              <a:gd name="connsiteX1" fmla="*/ 28999 w 68232"/>
              <a:gd name="connsiteY1" fmla="*/ 25587 h 1159949"/>
              <a:gd name="connsiteX2" fmla="*/ 53904 w 68232"/>
              <a:gd name="connsiteY2" fmla="*/ 39916 h 1159949"/>
              <a:gd name="connsiteX3" fmla="*/ 50834 w 68232"/>
              <a:gd name="connsiteY3" fmla="*/ 1166432 h 1159949"/>
              <a:gd name="connsiteX4" fmla="*/ 25587 w 68232"/>
              <a:gd name="connsiteY4" fmla="*/ 1152103 h 115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159949">
                <a:moveTo>
                  <a:pt x="25587" y="1152103"/>
                </a:moveTo>
                <a:lnTo>
                  <a:pt x="28999" y="25587"/>
                </a:lnTo>
                <a:lnTo>
                  <a:pt x="53904" y="39916"/>
                </a:lnTo>
                <a:lnTo>
                  <a:pt x="50834" y="1166432"/>
                </a:lnTo>
                <a:lnTo>
                  <a:pt x="25587" y="1152103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FC21B812-CB9F-475C-B4AD-7A17223DF21B}"/>
              </a:ext>
            </a:extLst>
          </p:cNvPr>
          <p:cNvSpPr/>
          <p:nvPr/>
        </p:nvSpPr>
        <p:spPr>
          <a:xfrm>
            <a:off x="9564843" y="2817010"/>
            <a:ext cx="46715" cy="817508"/>
          </a:xfrm>
          <a:custGeom>
            <a:avLst/>
            <a:gdLst>
              <a:gd name="connsiteX0" fmla="*/ 25587 w 68232"/>
              <a:gd name="connsiteY0" fmla="*/ 1181784 h 1194066"/>
              <a:gd name="connsiteX1" fmla="*/ 28657 w 68232"/>
              <a:gd name="connsiteY1" fmla="*/ 25587 h 1194066"/>
              <a:gd name="connsiteX2" fmla="*/ 53563 w 68232"/>
              <a:gd name="connsiteY2" fmla="*/ 39916 h 1194066"/>
              <a:gd name="connsiteX3" fmla="*/ 50151 w 68232"/>
              <a:gd name="connsiteY3" fmla="*/ 1196113 h 1194066"/>
              <a:gd name="connsiteX4" fmla="*/ 25587 w 68232"/>
              <a:gd name="connsiteY4" fmla="*/ 1181784 h 119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194066">
                <a:moveTo>
                  <a:pt x="25587" y="1181784"/>
                </a:moveTo>
                <a:lnTo>
                  <a:pt x="28657" y="25587"/>
                </a:lnTo>
                <a:lnTo>
                  <a:pt x="53563" y="39916"/>
                </a:lnTo>
                <a:lnTo>
                  <a:pt x="50151" y="1196113"/>
                </a:lnTo>
                <a:lnTo>
                  <a:pt x="25587" y="1181784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A164807F-4564-43F8-8A09-F86D7B4368E8}"/>
              </a:ext>
            </a:extLst>
          </p:cNvPr>
          <p:cNvSpPr/>
          <p:nvPr/>
        </p:nvSpPr>
        <p:spPr>
          <a:xfrm>
            <a:off x="9261197" y="2614736"/>
            <a:ext cx="46715" cy="840865"/>
          </a:xfrm>
          <a:custGeom>
            <a:avLst/>
            <a:gdLst>
              <a:gd name="connsiteX0" fmla="*/ 25587 w 68232"/>
              <a:gd name="connsiteY0" fmla="*/ 1221359 h 1228182"/>
              <a:gd name="connsiteX1" fmla="*/ 28999 w 68232"/>
              <a:gd name="connsiteY1" fmla="*/ 25587 h 1228182"/>
              <a:gd name="connsiteX2" fmla="*/ 54245 w 68232"/>
              <a:gd name="connsiteY2" fmla="*/ 40257 h 1228182"/>
              <a:gd name="connsiteX3" fmla="*/ 50833 w 68232"/>
              <a:gd name="connsiteY3" fmla="*/ 1235687 h 1228182"/>
              <a:gd name="connsiteX4" fmla="*/ 25587 w 68232"/>
              <a:gd name="connsiteY4" fmla="*/ 1221359 h 122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228182">
                <a:moveTo>
                  <a:pt x="25587" y="1221359"/>
                </a:moveTo>
                <a:lnTo>
                  <a:pt x="28999" y="25587"/>
                </a:lnTo>
                <a:lnTo>
                  <a:pt x="54245" y="40257"/>
                </a:lnTo>
                <a:lnTo>
                  <a:pt x="50833" y="1235687"/>
                </a:lnTo>
                <a:lnTo>
                  <a:pt x="25587" y="1221359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24D8095E-E8D8-4396-8EDD-5FAAA2D03976}"/>
              </a:ext>
            </a:extLst>
          </p:cNvPr>
          <p:cNvSpPr/>
          <p:nvPr/>
        </p:nvSpPr>
        <p:spPr>
          <a:xfrm>
            <a:off x="9079243" y="2462212"/>
            <a:ext cx="46715" cy="910938"/>
          </a:xfrm>
          <a:custGeom>
            <a:avLst/>
            <a:gdLst>
              <a:gd name="connsiteX0" fmla="*/ 25587 w 68232"/>
              <a:gd name="connsiteY0" fmla="*/ 1290615 h 1330530"/>
              <a:gd name="connsiteX1" fmla="*/ 29340 w 68232"/>
              <a:gd name="connsiteY1" fmla="*/ 25587 h 1330530"/>
              <a:gd name="connsiteX2" fmla="*/ 54245 w 68232"/>
              <a:gd name="connsiteY2" fmla="*/ 39916 h 1330530"/>
              <a:gd name="connsiteX3" fmla="*/ 50492 w 68232"/>
              <a:gd name="connsiteY3" fmla="*/ 1304944 h 1330530"/>
              <a:gd name="connsiteX4" fmla="*/ 25587 w 68232"/>
              <a:gd name="connsiteY4" fmla="*/ 1290615 h 133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2" h="1330530">
                <a:moveTo>
                  <a:pt x="25587" y="1290615"/>
                </a:moveTo>
                <a:lnTo>
                  <a:pt x="29340" y="25587"/>
                </a:lnTo>
                <a:lnTo>
                  <a:pt x="54245" y="39916"/>
                </a:lnTo>
                <a:lnTo>
                  <a:pt x="50492" y="1304944"/>
                </a:lnTo>
                <a:lnTo>
                  <a:pt x="25587" y="1290615"/>
                </a:ln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8E1C5BE-631F-4642-9746-6B1FCE936DF1}"/>
              </a:ext>
            </a:extLst>
          </p:cNvPr>
          <p:cNvSpPr/>
          <p:nvPr/>
        </p:nvSpPr>
        <p:spPr>
          <a:xfrm>
            <a:off x="9741762" y="1326243"/>
            <a:ext cx="1214583" cy="1448157"/>
          </a:xfrm>
          <a:custGeom>
            <a:avLst/>
            <a:gdLst>
              <a:gd name="connsiteX0" fmla="*/ 1677000 w 1774040"/>
              <a:gd name="connsiteY0" fmla="*/ 988150 h 2115202"/>
              <a:gd name="connsiteX1" fmla="*/ 133583 w 1774040"/>
              <a:gd name="connsiteY1" fmla="*/ 97036 h 2115202"/>
              <a:gd name="connsiteX2" fmla="*/ 94350 w 1774040"/>
              <a:gd name="connsiteY2" fmla="*/ 119553 h 2115202"/>
              <a:gd name="connsiteX3" fmla="*/ 91621 w 1774040"/>
              <a:gd name="connsiteY3" fmla="*/ 1062182 h 2115202"/>
              <a:gd name="connsiteX4" fmla="*/ 130855 w 1774040"/>
              <a:gd name="connsiteY4" fmla="*/ 1129733 h 2115202"/>
              <a:gd name="connsiteX5" fmla="*/ 675690 w 1774040"/>
              <a:gd name="connsiteY5" fmla="*/ 1444284 h 2115202"/>
              <a:gd name="connsiteX6" fmla="*/ 901880 w 1774040"/>
              <a:gd name="connsiteY6" fmla="*/ 1836278 h 2115202"/>
              <a:gd name="connsiteX7" fmla="*/ 1129435 w 1774040"/>
              <a:gd name="connsiteY7" fmla="*/ 1706296 h 2115202"/>
              <a:gd name="connsiteX8" fmla="*/ 1674270 w 1774040"/>
              <a:gd name="connsiteY8" fmla="*/ 2020847 h 2115202"/>
              <a:gd name="connsiteX9" fmla="*/ 1713503 w 1774040"/>
              <a:gd name="connsiteY9" fmla="*/ 1998672 h 2115202"/>
              <a:gd name="connsiteX10" fmla="*/ 1716233 w 1774040"/>
              <a:gd name="connsiteY10" fmla="*/ 1056041 h 2115202"/>
              <a:gd name="connsiteX11" fmla="*/ 1677000 w 1774040"/>
              <a:gd name="connsiteY11" fmla="*/ 988150 h 2115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74040" h="2115202">
                <a:moveTo>
                  <a:pt x="1677000" y="988150"/>
                </a:moveTo>
                <a:lnTo>
                  <a:pt x="133583" y="97036"/>
                </a:lnTo>
                <a:cubicBezTo>
                  <a:pt x="112090" y="84413"/>
                  <a:pt x="94350" y="94648"/>
                  <a:pt x="94350" y="119553"/>
                </a:cubicBezTo>
                <a:lnTo>
                  <a:pt x="91621" y="1062182"/>
                </a:lnTo>
                <a:cubicBezTo>
                  <a:pt x="91621" y="1087087"/>
                  <a:pt x="109020" y="1117109"/>
                  <a:pt x="130855" y="1129733"/>
                </a:cubicBezTo>
                <a:lnTo>
                  <a:pt x="675690" y="1444284"/>
                </a:lnTo>
                <a:lnTo>
                  <a:pt x="901880" y="1836278"/>
                </a:lnTo>
                <a:lnTo>
                  <a:pt x="1129435" y="1706296"/>
                </a:lnTo>
                <a:lnTo>
                  <a:pt x="1674270" y="2020847"/>
                </a:lnTo>
                <a:cubicBezTo>
                  <a:pt x="1695763" y="2033129"/>
                  <a:pt x="1713503" y="2023576"/>
                  <a:pt x="1713503" y="1998672"/>
                </a:cubicBezTo>
                <a:lnTo>
                  <a:pt x="1716233" y="1056041"/>
                </a:lnTo>
                <a:cubicBezTo>
                  <a:pt x="1715892" y="1031137"/>
                  <a:pt x="1698492" y="1000773"/>
                  <a:pt x="1677000" y="988150"/>
                </a:cubicBezTo>
              </a:path>
            </a:pathLst>
          </a:custGeom>
          <a:solidFill>
            <a:schemeClr val="bg1">
              <a:lumMod val="95000"/>
            </a:schemeClr>
          </a:solidFill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grpSp>
        <p:nvGrpSpPr>
          <p:cNvPr id="938" name="Group 937">
            <a:extLst>
              <a:ext uri="{FF2B5EF4-FFF2-40B4-BE49-F238E27FC236}">
                <a16:creationId xmlns:a16="http://schemas.microsoft.com/office/drawing/2014/main" id="{37FDE31A-768A-47C6-AC6F-FABA317DEE3E}"/>
              </a:ext>
            </a:extLst>
          </p:cNvPr>
          <p:cNvGrpSpPr/>
          <p:nvPr/>
        </p:nvGrpSpPr>
        <p:grpSpPr>
          <a:xfrm>
            <a:off x="6295646" y="2975676"/>
            <a:ext cx="1745885" cy="1141380"/>
            <a:chOff x="12006776" y="5905135"/>
            <a:chExt cx="3492225" cy="2283057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A0B7828-AC40-4BCC-9BC0-297EB2D1AED9}"/>
                </a:ext>
              </a:extLst>
            </p:cNvPr>
            <p:cNvSpPr/>
            <p:nvPr/>
          </p:nvSpPr>
          <p:spPr>
            <a:xfrm>
              <a:off x="14331915" y="6326396"/>
              <a:ext cx="46721" cy="327045"/>
            </a:xfrm>
            <a:custGeom>
              <a:avLst/>
              <a:gdLst>
                <a:gd name="connsiteX0" fmla="*/ 26611 w 34116"/>
                <a:gd name="connsiteY0" fmla="*/ 119407 h 238813"/>
                <a:gd name="connsiteX1" fmla="*/ 26269 w 34116"/>
                <a:gd name="connsiteY1" fmla="*/ 243589 h 238813"/>
                <a:gd name="connsiteX2" fmla="*/ 25587 w 34116"/>
                <a:gd name="connsiteY2" fmla="*/ 149769 h 238813"/>
                <a:gd name="connsiteX3" fmla="*/ 25928 w 34116"/>
                <a:gd name="connsiteY3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238813">
                  <a:moveTo>
                    <a:pt x="26611" y="119407"/>
                  </a:moveTo>
                  <a:lnTo>
                    <a:pt x="26269" y="243589"/>
                  </a:lnTo>
                  <a:lnTo>
                    <a:pt x="25587" y="149769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8CA9F5F-716A-4F29-97D2-AC2C580D82A7}"/>
                </a:ext>
              </a:extLst>
            </p:cNvPr>
            <p:cNvSpPr/>
            <p:nvPr/>
          </p:nvSpPr>
          <p:spPr>
            <a:xfrm>
              <a:off x="15297634" y="6532435"/>
              <a:ext cx="46721" cy="233604"/>
            </a:xfrm>
            <a:custGeom>
              <a:avLst/>
              <a:gdLst>
                <a:gd name="connsiteX0" fmla="*/ 25929 w 34116"/>
                <a:gd name="connsiteY0" fmla="*/ 25587 h 170580"/>
                <a:gd name="connsiteX1" fmla="*/ 25587 w 34116"/>
                <a:gd name="connsiteY1" fmla="*/ 149771 h 170580"/>
                <a:gd name="connsiteX2" fmla="*/ 25587 w 34116"/>
                <a:gd name="connsiteY2" fmla="*/ 150112 h 170580"/>
                <a:gd name="connsiteX3" fmla="*/ 25929 w 34116"/>
                <a:gd name="connsiteY3" fmla="*/ 25929 h 170580"/>
                <a:gd name="connsiteX4" fmla="*/ 2592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5929" y="25587"/>
                  </a:moveTo>
                  <a:lnTo>
                    <a:pt x="25587" y="149771"/>
                  </a:lnTo>
                  <a:lnTo>
                    <a:pt x="25587" y="150112"/>
                  </a:lnTo>
                  <a:lnTo>
                    <a:pt x="25929" y="25929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C9C62F0-E2DC-4380-89EE-8D09F0CBAFC4}"/>
                </a:ext>
              </a:extLst>
            </p:cNvPr>
            <p:cNvSpPr/>
            <p:nvPr/>
          </p:nvSpPr>
          <p:spPr>
            <a:xfrm>
              <a:off x="15297168" y="6532902"/>
              <a:ext cx="46721" cy="233604"/>
            </a:xfrm>
            <a:custGeom>
              <a:avLst/>
              <a:gdLst>
                <a:gd name="connsiteX0" fmla="*/ 26269 w 34116"/>
                <a:gd name="connsiteY0" fmla="*/ 25587 h 170580"/>
                <a:gd name="connsiteX1" fmla="*/ 25928 w 34116"/>
                <a:gd name="connsiteY1" fmla="*/ 149771 h 170580"/>
                <a:gd name="connsiteX2" fmla="*/ 25587 w 34116"/>
                <a:gd name="connsiteY2" fmla="*/ 152158 h 170580"/>
                <a:gd name="connsiteX3" fmla="*/ 25928 w 34116"/>
                <a:gd name="connsiteY3" fmla="*/ 27976 h 170580"/>
                <a:gd name="connsiteX4" fmla="*/ 2626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69" y="25587"/>
                  </a:moveTo>
                  <a:lnTo>
                    <a:pt x="25928" y="149771"/>
                  </a:lnTo>
                  <a:cubicBezTo>
                    <a:pt x="25928" y="150452"/>
                    <a:pt x="25928" y="151134"/>
                    <a:pt x="25587" y="152158"/>
                  </a:cubicBezTo>
                  <a:lnTo>
                    <a:pt x="25928" y="27976"/>
                  </a:lnTo>
                  <a:cubicBezTo>
                    <a:pt x="26269" y="26952"/>
                    <a:pt x="26269" y="26270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7908556-9E19-4678-A7CA-21269E72FD94}"/>
                </a:ext>
              </a:extLst>
            </p:cNvPr>
            <p:cNvSpPr/>
            <p:nvPr/>
          </p:nvSpPr>
          <p:spPr>
            <a:xfrm>
              <a:off x="15296233" y="6535705"/>
              <a:ext cx="46721" cy="233604"/>
            </a:xfrm>
            <a:custGeom>
              <a:avLst/>
              <a:gdLst>
                <a:gd name="connsiteX0" fmla="*/ 26611 w 34116"/>
                <a:gd name="connsiteY0" fmla="*/ 25587 h 170580"/>
                <a:gd name="connsiteX1" fmla="*/ 26270 w 34116"/>
                <a:gd name="connsiteY1" fmla="*/ 149771 h 170580"/>
                <a:gd name="connsiteX2" fmla="*/ 25587 w 34116"/>
                <a:gd name="connsiteY2" fmla="*/ 151817 h 170580"/>
                <a:gd name="connsiteX3" fmla="*/ 25929 w 34116"/>
                <a:gd name="connsiteY3" fmla="*/ 27634 h 170580"/>
                <a:gd name="connsiteX4" fmla="*/ 2661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611" y="25587"/>
                  </a:moveTo>
                  <a:lnTo>
                    <a:pt x="26270" y="149771"/>
                  </a:lnTo>
                  <a:cubicBezTo>
                    <a:pt x="26270" y="150452"/>
                    <a:pt x="25929" y="151134"/>
                    <a:pt x="25587" y="151817"/>
                  </a:cubicBezTo>
                  <a:lnTo>
                    <a:pt x="25929" y="27634"/>
                  </a:lnTo>
                  <a:cubicBezTo>
                    <a:pt x="26270" y="27294"/>
                    <a:pt x="26611" y="26270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D10ECEC-DE83-4794-BDD1-FBC863E8CE01}"/>
                </a:ext>
              </a:extLst>
            </p:cNvPr>
            <p:cNvSpPr/>
            <p:nvPr/>
          </p:nvSpPr>
          <p:spPr>
            <a:xfrm>
              <a:off x="15294831" y="6538977"/>
              <a:ext cx="46721" cy="233604"/>
            </a:xfrm>
            <a:custGeom>
              <a:avLst/>
              <a:gdLst>
                <a:gd name="connsiteX0" fmla="*/ 26952 w 34116"/>
                <a:gd name="connsiteY0" fmla="*/ 25587 h 170580"/>
                <a:gd name="connsiteX1" fmla="*/ 26611 w 34116"/>
                <a:gd name="connsiteY1" fmla="*/ 149771 h 170580"/>
                <a:gd name="connsiteX2" fmla="*/ 25587 w 34116"/>
                <a:gd name="connsiteY2" fmla="*/ 152158 h 170580"/>
                <a:gd name="connsiteX3" fmla="*/ 25929 w 34116"/>
                <a:gd name="connsiteY3" fmla="*/ 27976 h 170580"/>
                <a:gd name="connsiteX4" fmla="*/ 26952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952" y="25587"/>
                  </a:moveTo>
                  <a:lnTo>
                    <a:pt x="26611" y="149771"/>
                  </a:lnTo>
                  <a:cubicBezTo>
                    <a:pt x="26270" y="150452"/>
                    <a:pt x="25929" y="151134"/>
                    <a:pt x="25587" y="152158"/>
                  </a:cubicBezTo>
                  <a:lnTo>
                    <a:pt x="25929" y="27976"/>
                  </a:lnTo>
                  <a:cubicBezTo>
                    <a:pt x="26611" y="26952"/>
                    <a:pt x="26952" y="26269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7B4FDFC-24E4-4320-9558-32365C10FDF7}"/>
                </a:ext>
              </a:extLst>
            </p:cNvPr>
            <p:cNvSpPr/>
            <p:nvPr/>
          </p:nvSpPr>
          <p:spPr>
            <a:xfrm>
              <a:off x="15292496" y="6541780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3 w 34116"/>
                <a:gd name="connsiteY1" fmla="*/ 149771 h 170580"/>
                <a:gd name="connsiteX2" fmla="*/ 25587 w 34116"/>
                <a:gd name="connsiteY2" fmla="*/ 152158 h 170580"/>
                <a:gd name="connsiteX3" fmla="*/ 25928 w 34116"/>
                <a:gd name="connsiteY3" fmla="*/ 27976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3" y="149771"/>
                  </a:lnTo>
                  <a:cubicBezTo>
                    <a:pt x="26952" y="150452"/>
                    <a:pt x="26269" y="151476"/>
                    <a:pt x="25587" y="152158"/>
                  </a:cubicBezTo>
                  <a:lnTo>
                    <a:pt x="25928" y="27976"/>
                  </a:lnTo>
                  <a:cubicBezTo>
                    <a:pt x="26952" y="27293"/>
                    <a:pt x="27293" y="26611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952325C-4C01-401C-A9A8-DD39E0484B75}"/>
                </a:ext>
              </a:extLst>
            </p:cNvPr>
            <p:cNvSpPr/>
            <p:nvPr/>
          </p:nvSpPr>
          <p:spPr>
            <a:xfrm>
              <a:off x="15289693" y="6545050"/>
              <a:ext cx="46721" cy="233604"/>
            </a:xfrm>
            <a:custGeom>
              <a:avLst/>
              <a:gdLst>
                <a:gd name="connsiteX0" fmla="*/ 28316 w 34116"/>
                <a:gd name="connsiteY0" fmla="*/ 25587 h 170580"/>
                <a:gd name="connsiteX1" fmla="*/ 27974 w 34116"/>
                <a:gd name="connsiteY1" fmla="*/ 149769 h 170580"/>
                <a:gd name="connsiteX2" fmla="*/ 25587 w 34116"/>
                <a:gd name="connsiteY2" fmla="*/ 152499 h 170580"/>
                <a:gd name="connsiteX3" fmla="*/ 25928 w 34116"/>
                <a:gd name="connsiteY3" fmla="*/ 28316 h 170580"/>
                <a:gd name="connsiteX4" fmla="*/ 2831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6" y="25587"/>
                  </a:moveTo>
                  <a:lnTo>
                    <a:pt x="27974" y="149769"/>
                  </a:lnTo>
                  <a:cubicBezTo>
                    <a:pt x="27293" y="150793"/>
                    <a:pt x="26611" y="151476"/>
                    <a:pt x="25587" y="152499"/>
                  </a:cubicBezTo>
                  <a:lnTo>
                    <a:pt x="25928" y="28316"/>
                  </a:lnTo>
                  <a:cubicBezTo>
                    <a:pt x="26611" y="27293"/>
                    <a:pt x="27634" y="26611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6A48F3A-CDAF-420B-9578-99F8F2A72B41}"/>
                </a:ext>
              </a:extLst>
            </p:cNvPr>
            <p:cNvSpPr/>
            <p:nvPr/>
          </p:nvSpPr>
          <p:spPr>
            <a:xfrm>
              <a:off x="15283151" y="6548787"/>
              <a:ext cx="46721" cy="233604"/>
            </a:xfrm>
            <a:custGeom>
              <a:avLst/>
              <a:gdLst>
                <a:gd name="connsiteX0" fmla="*/ 30704 w 34116"/>
                <a:gd name="connsiteY0" fmla="*/ 25587 h 170580"/>
                <a:gd name="connsiteX1" fmla="*/ 30364 w 34116"/>
                <a:gd name="connsiteY1" fmla="*/ 149771 h 170580"/>
                <a:gd name="connsiteX2" fmla="*/ 25587 w 34116"/>
                <a:gd name="connsiteY2" fmla="*/ 153523 h 170580"/>
                <a:gd name="connsiteX3" fmla="*/ 25929 w 34116"/>
                <a:gd name="connsiteY3" fmla="*/ 29340 h 170580"/>
                <a:gd name="connsiteX4" fmla="*/ 3070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5587"/>
                  </a:moveTo>
                  <a:lnTo>
                    <a:pt x="30364" y="149771"/>
                  </a:lnTo>
                  <a:cubicBezTo>
                    <a:pt x="28999" y="151135"/>
                    <a:pt x="27294" y="152159"/>
                    <a:pt x="25587" y="153523"/>
                  </a:cubicBezTo>
                  <a:lnTo>
                    <a:pt x="25929" y="29340"/>
                  </a:lnTo>
                  <a:cubicBezTo>
                    <a:pt x="27634" y="27976"/>
                    <a:pt x="29340" y="26611"/>
                    <a:pt x="307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D373E62-D770-4097-ACE3-1CCA44E986CF}"/>
                </a:ext>
              </a:extLst>
            </p:cNvPr>
            <p:cNvSpPr/>
            <p:nvPr/>
          </p:nvSpPr>
          <p:spPr>
            <a:xfrm>
              <a:off x="15282217" y="6553461"/>
              <a:ext cx="46721" cy="233604"/>
            </a:xfrm>
            <a:custGeom>
              <a:avLst/>
              <a:gdLst>
                <a:gd name="connsiteX0" fmla="*/ 26269 w 34116"/>
                <a:gd name="connsiteY0" fmla="*/ 25587 h 170580"/>
                <a:gd name="connsiteX1" fmla="*/ 25929 w 34116"/>
                <a:gd name="connsiteY1" fmla="*/ 149771 h 170580"/>
                <a:gd name="connsiteX2" fmla="*/ 25587 w 34116"/>
                <a:gd name="connsiteY2" fmla="*/ 150111 h 170580"/>
                <a:gd name="connsiteX3" fmla="*/ 25929 w 34116"/>
                <a:gd name="connsiteY3" fmla="*/ 25929 h 170580"/>
                <a:gd name="connsiteX4" fmla="*/ 2626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69" y="25587"/>
                  </a:moveTo>
                  <a:lnTo>
                    <a:pt x="25929" y="149771"/>
                  </a:lnTo>
                  <a:cubicBezTo>
                    <a:pt x="25929" y="149771"/>
                    <a:pt x="25587" y="150111"/>
                    <a:pt x="25587" y="150111"/>
                  </a:cubicBezTo>
                  <a:lnTo>
                    <a:pt x="25929" y="25929"/>
                  </a:lnTo>
                  <a:cubicBezTo>
                    <a:pt x="25929" y="25929"/>
                    <a:pt x="26269" y="2592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6F16ACC-D030-47D9-BC7D-EB9BF230F45E}"/>
                </a:ext>
              </a:extLst>
            </p:cNvPr>
            <p:cNvSpPr/>
            <p:nvPr/>
          </p:nvSpPr>
          <p:spPr>
            <a:xfrm>
              <a:off x="13762856" y="6531967"/>
              <a:ext cx="46721" cy="233604"/>
            </a:xfrm>
            <a:custGeom>
              <a:avLst/>
              <a:gdLst>
                <a:gd name="connsiteX0" fmla="*/ 37188 w 34116"/>
                <a:gd name="connsiteY0" fmla="*/ 41622 h 170580"/>
                <a:gd name="connsiteX1" fmla="*/ 36846 w 34116"/>
                <a:gd name="connsiteY1" fmla="*/ 165804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7188 w 34116"/>
                <a:gd name="connsiteY4" fmla="*/ 4162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7188" y="41622"/>
                  </a:moveTo>
                  <a:lnTo>
                    <a:pt x="36846" y="165804"/>
                  </a:lnTo>
                  <a:cubicBezTo>
                    <a:pt x="29340" y="161369"/>
                    <a:pt x="25587" y="155570"/>
                    <a:pt x="25587" y="149769"/>
                  </a:cubicBezTo>
                  <a:lnTo>
                    <a:pt x="25929" y="25587"/>
                  </a:lnTo>
                  <a:cubicBezTo>
                    <a:pt x="25929" y="31386"/>
                    <a:pt x="29682" y="37187"/>
                    <a:pt x="37188" y="416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1A103F6-3E4C-4FB0-A664-11070381FF2B}"/>
                </a:ext>
              </a:extLst>
            </p:cNvPr>
            <p:cNvSpPr/>
            <p:nvPr/>
          </p:nvSpPr>
          <p:spPr>
            <a:xfrm>
              <a:off x="15126169" y="6553927"/>
              <a:ext cx="186884" cy="327045"/>
            </a:xfrm>
            <a:custGeom>
              <a:avLst/>
              <a:gdLst>
                <a:gd name="connsiteX0" fmla="*/ 139877 w 136464"/>
                <a:gd name="connsiteY0" fmla="*/ 25587 h 238813"/>
                <a:gd name="connsiteX1" fmla="*/ 139535 w 136464"/>
                <a:gd name="connsiteY1" fmla="*/ 149769 h 238813"/>
                <a:gd name="connsiteX2" fmla="*/ 25587 w 136464"/>
                <a:gd name="connsiteY2" fmla="*/ 216296 h 238813"/>
                <a:gd name="connsiteX3" fmla="*/ 25928 w 136464"/>
                <a:gd name="connsiteY3" fmla="*/ 91773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238813">
                  <a:moveTo>
                    <a:pt x="139877" y="25587"/>
                  </a:moveTo>
                  <a:lnTo>
                    <a:pt x="139535" y="149769"/>
                  </a:lnTo>
                  <a:lnTo>
                    <a:pt x="25587" y="216296"/>
                  </a:lnTo>
                  <a:lnTo>
                    <a:pt x="25928" y="917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B228F20-3B6C-423B-B863-4CE9EC4A0F55}"/>
                </a:ext>
              </a:extLst>
            </p:cNvPr>
            <p:cNvSpPr/>
            <p:nvPr/>
          </p:nvSpPr>
          <p:spPr>
            <a:xfrm>
              <a:off x="13778275" y="6553927"/>
              <a:ext cx="186884" cy="327045"/>
            </a:xfrm>
            <a:custGeom>
              <a:avLst/>
              <a:gdLst>
                <a:gd name="connsiteX0" fmla="*/ 140900 w 136464"/>
                <a:gd name="connsiteY0" fmla="*/ 92113 h 238813"/>
                <a:gd name="connsiteX1" fmla="*/ 140558 w 136464"/>
                <a:gd name="connsiteY1" fmla="*/ 216296 h 238813"/>
                <a:gd name="connsiteX2" fmla="*/ 25587 w 136464"/>
                <a:gd name="connsiteY2" fmla="*/ 149769 h 238813"/>
                <a:gd name="connsiteX3" fmla="*/ 25929 w 136464"/>
                <a:gd name="connsiteY3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238813">
                  <a:moveTo>
                    <a:pt x="140900" y="92113"/>
                  </a:moveTo>
                  <a:lnTo>
                    <a:pt x="140558" y="216296"/>
                  </a:lnTo>
                  <a:lnTo>
                    <a:pt x="25587" y="149769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F103812-DC9C-4714-A766-2B9F18E13855}"/>
                </a:ext>
              </a:extLst>
            </p:cNvPr>
            <p:cNvSpPr/>
            <p:nvPr/>
          </p:nvSpPr>
          <p:spPr>
            <a:xfrm>
              <a:off x="14736519" y="6653443"/>
              <a:ext cx="186884" cy="373766"/>
            </a:xfrm>
            <a:custGeom>
              <a:avLst/>
              <a:gdLst>
                <a:gd name="connsiteX0" fmla="*/ 142947 w 136464"/>
                <a:gd name="connsiteY0" fmla="*/ 153863 h 272929"/>
                <a:gd name="connsiteX1" fmla="*/ 142605 w 136464"/>
                <a:gd name="connsiteY1" fmla="*/ 278047 h 272929"/>
                <a:gd name="connsiteX2" fmla="*/ 64138 w 136464"/>
                <a:gd name="connsiteY2" fmla="*/ 168192 h 272929"/>
                <a:gd name="connsiteX3" fmla="*/ 25587 w 136464"/>
                <a:gd name="connsiteY3" fmla="*/ 149769 h 272929"/>
                <a:gd name="connsiteX4" fmla="*/ 25928 w 136464"/>
                <a:gd name="connsiteY4" fmla="*/ 25587 h 272929"/>
                <a:gd name="connsiteX5" fmla="*/ 64479 w 136464"/>
                <a:gd name="connsiteY5" fmla="*/ 44009 h 272929"/>
                <a:gd name="connsiteX6" fmla="*/ 142947 w 136464"/>
                <a:gd name="connsiteY6" fmla="*/ 153863 h 2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464" h="272929">
                  <a:moveTo>
                    <a:pt x="142947" y="153863"/>
                  </a:moveTo>
                  <a:lnTo>
                    <a:pt x="142605" y="278047"/>
                  </a:lnTo>
                  <a:cubicBezTo>
                    <a:pt x="142605" y="238130"/>
                    <a:pt x="116335" y="198555"/>
                    <a:pt x="64138" y="168192"/>
                  </a:cubicBezTo>
                  <a:cubicBezTo>
                    <a:pt x="52198" y="161369"/>
                    <a:pt x="39233" y="155228"/>
                    <a:pt x="25587" y="149769"/>
                  </a:cubicBezTo>
                  <a:lnTo>
                    <a:pt x="25928" y="25587"/>
                  </a:lnTo>
                  <a:cubicBezTo>
                    <a:pt x="39574" y="31045"/>
                    <a:pt x="52538" y="37187"/>
                    <a:pt x="64479" y="44009"/>
                  </a:cubicBezTo>
                  <a:cubicBezTo>
                    <a:pt x="117018" y="74373"/>
                    <a:pt x="143287" y="114288"/>
                    <a:pt x="142947" y="15386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EECC2279-F4AE-4B5F-8C4C-A33B7DC79008}"/>
                </a:ext>
              </a:extLst>
            </p:cNvPr>
            <p:cNvSpPr/>
            <p:nvPr/>
          </p:nvSpPr>
          <p:spPr>
            <a:xfrm>
              <a:off x="14692133" y="6638491"/>
              <a:ext cx="93441" cy="233604"/>
            </a:xfrm>
            <a:custGeom>
              <a:avLst/>
              <a:gdLst>
                <a:gd name="connsiteX0" fmla="*/ 58338 w 68232"/>
                <a:gd name="connsiteY0" fmla="*/ 36505 h 170580"/>
                <a:gd name="connsiteX1" fmla="*/ 57998 w 68232"/>
                <a:gd name="connsiteY1" fmla="*/ 160687 h 170580"/>
                <a:gd name="connsiteX2" fmla="*/ 25587 w 68232"/>
                <a:gd name="connsiteY2" fmla="*/ 149769 h 170580"/>
                <a:gd name="connsiteX3" fmla="*/ 25929 w 68232"/>
                <a:gd name="connsiteY3" fmla="*/ 25587 h 170580"/>
                <a:gd name="connsiteX4" fmla="*/ 58338 w 68232"/>
                <a:gd name="connsiteY4" fmla="*/ 36505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8338" y="36505"/>
                  </a:moveTo>
                  <a:lnTo>
                    <a:pt x="57998" y="160687"/>
                  </a:lnTo>
                  <a:cubicBezTo>
                    <a:pt x="47422" y="156593"/>
                    <a:pt x="36845" y="152840"/>
                    <a:pt x="25587" y="149769"/>
                  </a:cubicBezTo>
                  <a:lnTo>
                    <a:pt x="25929" y="25587"/>
                  </a:lnTo>
                  <a:cubicBezTo>
                    <a:pt x="37187" y="28657"/>
                    <a:pt x="48104" y="32410"/>
                    <a:pt x="58338" y="3650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E4A3CC1-32FA-4DA1-8F8D-C41EAB12237E}"/>
                </a:ext>
              </a:extLst>
            </p:cNvPr>
            <p:cNvSpPr/>
            <p:nvPr/>
          </p:nvSpPr>
          <p:spPr>
            <a:xfrm>
              <a:off x="14653821" y="6629148"/>
              <a:ext cx="93441" cy="233604"/>
            </a:xfrm>
            <a:custGeom>
              <a:avLst/>
              <a:gdLst>
                <a:gd name="connsiteX0" fmla="*/ 53904 w 68232"/>
                <a:gd name="connsiteY0" fmla="*/ 32411 h 170580"/>
                <a:gd name="connsiteX1" fmla="*/ 53563 w 68232"/>
                <a:gd name="connsiteY1" fmla="*/ 156593 h 170580"/>
                <a:gd name="connsiteX2" fmla="*/ 25587 w 68232"/>
                <a:gd name="connsiteY2" fmla="*/ 149771 h 170580"/>
                <a:gd name="connsiteX3" fmla="*/ 25929 w 68232"/>
                <a:gd name="connsiteY3" fmla="*/ 25587 h 170580"/>
                <a:gd name="connsiteX4" fmla="*/ 53904 w 68232"/>
                <a:gd name="connsiteY4" fmla="*/ 3241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3904" y="32411"/>
                  </a:moveTo>
                  <a:lnTo>
                    <a:pt x="53563" y="156593"/>
                  </a:lnTo>
                  <a:cubicBezTo>
                    <a:pt x="44352" y="153864"/>
                    <a:pt x="35140" y="151817"/>
                    <a:pt x="25587" y="149771"/>
                  </a:cubicBezTo>
                  <a:lnTo>
                    <a:pt x="25929" y="25587"/>
                  </a:lnTo>
                  <a:cubicBezTo>
                    <a:pt x="35481" y="27634"/>
                    <a:pt x="44692" y="29681"/>
                    <a:pt x="53904" y="324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F64971F-3D29-4481-BE17-A2F29820B382}"/>
                </a:ext>
              </a:extLst>
            </p:cNvPr>
            <p:cNvSpPr/>
            <p:nvPr/>
          </p:nvSpPr>
          <p:spPr>
            <a:xfrm>
              <a:off x="14617847" y="6623072"/>
              <a:ext cx="93441" cy="233604"/>
            </a:xfrm>
            <a:custGeom>
              <a:avLst/>
              <a:gdLst>
                <a:gd name="connsiteX0" fmla="*/ 52539 w 68232"/>
                <a:gd name="connsiteY0" fmla="*/ 30022 h 170580"/>
                <a:gd name="connsiteX1" fmla="*/ 52198 w 68232"/>
                <a:gd name="connsiteY1" fmla="*/ 154206 h 170580"/>
                <a:gd name="connsiteX2" fmla="*/ 25587 w 68232"/>
                <a:gd name="connsiteY2" fmla="*/ 149771 h 170580"/>
                <a:gd name="connsiteX3" fmla="*/ 25929 w 68232"/>
                <a:gd name="connsiteY3" fmla="*/ 25587 h 170580"/>
                <a:gd name="connsiteX4" fmla="*/ 52539 w 68232"/>
                <a:gd name="connsiteY4" fmla="*/ 3002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2539" y="30022"/>
                  </a:moveTo>
                  <a:lnTo>
                    <a:pt x="52198" y="154206"/>
                  </a:lnTo>
                  <a:cubicBezTo>
                    <a:pt x="43327" y="152499"/>
                    <a:pt x="34798" y="150794"/>
                    <a:pt x="25587" y="149771"/>
                  </a:cubicBezTo>
                  <a:lnTo>
                    <a:pt x="25929" y="25587"/>
                  </a:lnTo>
                  <a:cubicBezTo>
                    <a:pt x="34798" y="26611"/>
                    <a:pt x="43669" y="28317"/>
                    <a:pt x="52539" y="300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7FE7F89-F57B-40FF-B550-D96FCFCFC4FE}"/>
                </a:ext>
              </a:extLst>
            </p:cNvPr>
            <p:cNvSpPr/>
            <p:nvPr/>
          </p:nvSpPr>
          <p:spPr>
            <a:xfrm>
              <a:off x="14582339" y="6618402"/>
              <a:ext cx="93441" cy="233604"/>
            </a:xfrm>
            <a:custGeom>
              <a:avLst/>
              <a:gdLst>
                <a:gd name="connsiteX0" fmla="*/ 51857 w 68232"/>
                <a:gd name="connsiteY0" fmla="*/ 28657 h 170580"/>
                <a:gd name="connsiteX1" fmla="*/ 51516 w 68232"/>
                <a:gd name="connsiteY1" fmla="*/ 152840 h 170580"/>
                <a:gd name="connsiteX2" fmla="*/ 25587 w 68232"/>
                <a:gd name="connsiteY2" fmla="*/ 149769 h 170580"/>
                <a:gd name="connsiteX3" fmla="*/ 25929 w 68232"/>
                <a:gd name="connsiteY3" fmla="*/ 25587 h 170580"/>
                <a:gd name="connsiteX4" fmla="*/ 51857 w 68232"/>
                <a:gd name="connsiteY4" fmla="*/ 2865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1857" y="28657"/>
                  </a:moveTo>
                  <a:lnTo>
                    <a:pt x="51516" y="152840"/>
                  </a:lnTo>
                  <a:cubicBezTo>
                    <a:pt x="42987" y="151476"/>
                    <a:pt x="34116" y="150793"/>
                    <a:pt x="25587" y="149769"/>
                  </a:cubicBezTo>
                  <a:lnTo>
                    <a:pt x="25929" y="25587"/>
                  </a:lnTo>
                  <a:cubicBezTo>
                    <a:pt x="34458" y="26611"/>
                    <a:pt x="43328" y="27634"/>
                    <a:pt x="51857" y="2865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8A7C35C-6EBC-45EF-B39D-4E087D7B021E}"/>
                </a:ext>
              </a:extLst>
            </p:cNvPr>
            <p:cNvSpPr/>
            <p:nvPr/>
          </p:nvSpPr>
          <p:spPr>
            <a:xfrm>
              <a:off x="14546363" y="6617000"/>
              <a:ext cx="93441" cy="233604"/>
            </a:xfrm>
            <a:custGeom>
              <a:avLst/>
              <a:gdLst>
                <a:gd name="connsiteX0" fmla="*/ 52198 w 68232"/>
                <a:gd name="connsiteY0" fmla="*/ 26951 h 170580"/>
                <a:gd name="connsiteX1" fmla="*/ 51856 w 68232"/>
                <a:gd name="connsiteY1" fmla="*/ 151134 h 170580"/>
                <a:gd name="connsiteX2" fmla="*/ 25587 w 68232"/>
                <a:gd name="connsiteY2" fmla="*/ 149769 h 170580"/>
                <a:gd name="connsiteX3" fmla="*/ 25929 w 68232"/>
                <a:gd name="connsiteY3" fmla="*/ 25587 h 170580"/>
                <a:gd name="connsiteX4" fmla="*/ 52198 w 68232"/>
                <a:gd name="connsiteY4" fmla="*/ 2695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2198" y="26951"/>
                  </a:moveTo>
                  <a:lnTo>
                    <a:pt x="51856" y="151134"/>
                  </a:lnTo>
                  <a:cubicBezTo>
                    <a:pt x="42987" y="150451"/>
                    <a:pt x="34458" y="150111"/>
                    <a:pt x="25587" y="149769"/>
                  </a:cubicBezTo>
                  <a:lnTo>
                    <a:pt x="25929" y="25587"/>
                  </a:lnTo>
                  <a:cubicBezTo>
                    <a:pt x="34798" y="25587"/>
                    <a:pt x="43327" y="26269"/>
                    <a:pt x="52198" y="269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BA5E19F-79F7-47DE-93AF-FC824D8D655F}"/>
                </a:ext>
              </a:extLst>
            </p:cNvPr>
            <p:cNvSpPr/>
            <p:nvPr/>
          </p:nvSpPr>
          <p:spPr>
            <a:xfrm>
              <a:off x="14508987" y="6616649"/>
              <a:ext cx="93441" cy="233604"/>
            </a:xfrm>
            <a:custGeom>
              <a:avLst/>
              <a:gdLst>
                <a:gd name="connsiteX0" fmla="*/ 53222 w 68232"/>
                <a:gd name="connsiteY0" fmla="*/ 25843 h 170580"/>
                <a:gd name="connsiteX1" fmla="*/ 52881 w 68232"/>
                <a:gd name="connsiteY1" fmla="*/ 150026 h 170580"/>
                <a:gd name="connsiteX2" fmla="*/ 25587 w 68232"/>
                <a:gd name="connsiteY2" fmla="*/ 150026 h 170580"/>
                <a:gd name="connsiteX3" fmla="*/ 25929 w 68232"/>
                <a:gd name="connsiteY3" fmla="*/ 25843 h 170580"/>
                <a:gd name="connsiteX4" fmla="*/ 53222 w 68232"/>
                <a:gd name="connsiteY4" fmla="*/ 2584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3222" y="25843"/>
                  </a:moveTo>
                  <a:lnTo>
                    <a:pt x="52881" y="150026"/>
                  </a:lnTo>
                  <a:cubicBezTo>
                    <a:pt x="43669" y="149684"/>
                    <a:pt x="34799" y="149684"/>
                    <a:pt x="25587" y="150026"/>
                  </a:cubicBezTo>
                  <a:lnTo>
                    <a:pt x="25929" y="25843"/>
                  </a:lnTo>
                  <a:cubicBezTo>
                    <a:pt x="34799" y="25502"/>
                    <a:pt x="44010" y="25502"/>
                    <a:pt x="53222" y="258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BB0F067-55F7-4184-8ADA-01DAD2EC5348}"/>
                </a:ext>
              </a:extLst>
            </p:cNvPr>
            <p:cNvSpPr/>
            <p:nvPr/>
          </p:nvSpPr>
          <p:spPr>
            <a:xfrm>
              <a:off x="14468340" y="6617000"/>
              <a:ext cx="93441" cy="233604"/>
            </a:xfrm>
            <a:custGeom>
              <a:avLst/>
              <a:gdLst>
                <a:gd name="connsiteX0" fmla="*/ 55610 w 68232"/>
                <a:gd name="connsiteY0" fmla="*/ 25587 h 170580"/>
                <a:gd name="connsiteX1" fmla="*/ 55268 w 68232"/>
                <a:gd name="connsiteY1" fmla="*/ 149769 h 170580"/>
                <a:gd name="connsiteX2" fmla="*/ 25587 w 68232"/>
                <a:gd name="connsiteY2" fmla="*/ 151816 h 170580"/>
                <a:gd name="connsiteX3" fmla="*/ 25929 w 68232"/>
                <a:gd name="connsiteY3" fmla="*/ 27634 h 170580"/>
                <a:gd name="connsiteX4" fmla="*/ 55610 w 68232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5610" y="25587"/>
                  </a:moveTo>
                  <a:lnTo>
                    <a:pt x="55268" y="149769"/>
                  </a:lnTo>
                  <a:cubicBezTo>
                    <a:pt x="45375" y="150111"/>
                    <a:pt x="35481" y="150793"/>
                    <a:pt x="25587" y="151816"/>
                  </a:cubicBezTo>
                  <a:lnTo>
                    <a:pt x="25929" y="27634"/>
                  </a:lnTo>
                  <a:cubicBezTo>
                    <a:pt x="35823" y="26611"/>
                    <a:pt x="45716" y="25928"/>
                    <a:pt x="5561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EF6B57D-10E4-48F7-9458-EB880781F84E}"/>
                </a:ext>
              </a:extLst>
            </p:cNvPr>
            <p:cNvSpPr/>
            <p:nvPr/>
          </p:nvSpPr>
          <p:spPr>
            <a:xfrm>
              <a:off x="14421619" y="6619804"/>
              <a:ext cx="93441" cy="233604"/>
            </a:xfrm>
            <a:custGeom>
              <a:avLst/>
              <a:gdLst>
                <a:gd name="connsiteX0" fmla="*/ 60045 w 68232"/>
                <a:gd name="connsiteY0" fmla="*/ 25587 h 170580"/>
                <a:gd name="connsiteX1" fmla="*/ 59703 w 68232"/>
                <a:gd name="connsiteY1" fmla="*/ 149769 h 170580"/>
                <a:gd name="connsiteX2" fmla="*/ 25587 w 68232"/>
                <a:gd name="connsiteY2" fmla="*/ 154546 h 170580"/>
                <a:gd name="connsiteX3" fmla="*/ 25929 w 68232"/>
                <a:gd name="connsiteY3" fmla="*/ 30363 h 170580"/>
                <a:gd name="connsiteX4" fmla="*/ 60045 w 68232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60045" y="25587"/>
                  </a:moveTo>
                  <a:lnTo>
                    <a:pt x="59703" y="149769"/>
                  </a:lnTo>
                  <a:cubicBezTo>
                    <a:pt x="48104" y="150793"/>
                    <a:pt x="36846" y="152499"/>
                    <a:pt x="25587" y="154546"/>
                  </a:cubicBezTo>
                  <a:lnTo>
                    <a:pt x="25929" y="30363"/>
                  </a:lnTo>
                  <a:cubicBezTo>
                    <a:pt x="37187" y="28316"/>
                    <a:pt x="48445" y="26611"/>
                    <a:pt x="6004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9ACDB6B2-7566-4465-8853-9E140158B901}"/>
                </a:ext>
              </a:extLst>
            </p:cNvPr>
            <p:cNvSpPr/>
            <p:nvPr/>
          </p:nvSpPr>
          <p:spPr>
            <a:xfrm>
              <a:off x="14352474" y="6626344"/>
              <a:ext cx="93441" cy="233604"/>
            </a:xfrm>
            <a:custGeom>
              <a:avLst/>
              <a:gdLst>
                <a:gd name="connsiteX0" fmla="*/ 76420 w 68232"/>
                <a:gd name="connsiteY0" fmla="*/ 25587 h 170580"/>
                <a:gd name="connsiteX1" fmla="*/ 76078 w 68232"/>
                <a:gd name="connsiteY1" fmla="*/ 149771 h 170580"/>
                <a:gd name="connsiteX2" fmla="*/ 25587 w 68232"/>
                <a:gd name="connsiteY2" fmla="*/ 162393 h 170580"/>
                <a:gd name="connsiteX3" fmla="*/ 25928 w 68232"/>
                <a:gd name="connsiteY3" fmla="*/ 38210 h 170580"/>
                <a:gd name="connsiteX4" fmla="*/ 76420 w 68232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76420" y="25587"/>
                  </a:moveTo>
                  <a:lnTo>
                    <a:pt x="76078" y="149771"/>
                  </a:lnTo>
                  <a:cubicBezTo>
                    <a:pt x="58680" y="152841"/>
                    <a:pt x="41962" y="156935"/>
                    <a:pt x="25587" y="162393"/>
                  </a:cubicBezTo>
                  <a:lnTo>
                    <a:pt x="25928" y="38210"/>
                  </a:lnTo>
                  <a:cubicBezTo>
                    <a:pt x="42304" y="32751"/>
                    <a:pt x="59020" y="28657"/>
                    <a:pt x="7642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DA51A2F-4495-43D9-A9B2-84ABB7F6BAE8}"/>
                </a:ext>
              </a:extLst>
            </p:cNvPr>
            <p:cNvSpPr/>
            <p:nvPr/>
          </p:nvSpPr>
          <p:spPr>
            <a:xfrm>
              <a:off x="14268376" y="6643631"/>
              <a:ext cx="140163" cy="233604"/>
            </a:xfrm>
            <a:custGeom>
              <a:avLst/>
              <a:gdLst>
                <a:gd name="connsiteX0" fmla="*/ 87679 w 102348"/>
                <a:gd name="connsiteY0" fmla="*/ 25587 h 170580"/>
                <a:gd name="connsiteX1" fmla="*/ 87337 w 102348"/>
                <a:gd name="connsiteY1" fmla="*/ 149771 h 170580"/>
                <a:gd name="connsiteX2" fmla="*/ 28999 w 102348"/>
                <a:gd name="connsiteY2" fmla="*/ 175358 h 170580"/>
                <a:gd name="connsiteX3" fmla="*/ 25587 w 102348"/>
                <a:gd name="connsiteY3" fmla="*/ 177405 h 170580"/>
                <a:gd name="connsiteX4" fmla="*/ 25929 w 102348"/>
                <a:gd name="connsiteY4" fmla="*/ 53221 h 170580"/>
                <a:gd name="connsiteX5" fmla="*/ 29340 w 102348"/>
                <a:gd name="connsiteY5" fmla="*/ 51174 h 170580"/>
                <a:gd name="connsiteX6" fmla="*/ 87679 w 102348"/>
                <a:gd name="connsiteY6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348" h="170580">
                  <a:moveTo>
                    <a:pt x="87679" y="25587"/>
                  </a:moveTo>
                  <a:lnTo>
                    <a:pt x="87337" y="149771"/>
                  </a:lnTo>
                  <a:cubicBezTo>
                    <a:pt x="66527" y="156593"/>
                    <a:pt x="46739" y="165122"/>
                    <a:pt x="28999" y="175358"/>
                  </a:cubicBezTo>
                  <a:cubicBezTo>
                    <a:pt x="27976" y="176040"/>
                    <a:pt x="26952" y="176723"/>
                    <a:pt x="25587" y="177405"/>
                  </a:cubicBezTo>
                  <a:lnTo>
                    <a:pt x="25929" y="53221"/>
                  </a:lnTo>
                  <a:cubicBezTo>
                    <a:pt x="26952" y="52539"/>
                    <a:pt x="27976" y="51857"/>
                    <a:pt x="29340" y="51174"/>
                  </a:cubicBezTo>
                  <a:cubicBezTo>
                    <a:pt x="47080" y="40598"/>
                    <a:pt x="66527" y="32069"/>
                    <a:pt x="8767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3F2894-541E-4C23-9C86-DF312E58821A}"/>
                </a:ext>
              </a:extLst>
            </p:cNvPr>
            <p:cNvSpPr/>
            <p:nvPr/>
          </p:nvSpPr>
          <p:spPr>
            <a:xfrm>
              <a:off x="14222121" y="6681007"/>
              <a:ext cx="93441" cy="233604"/>
            </a:xfrm>
            <a:custGeom>
              <a:avLst/>
              <a:gdLst>
                <a:gd name="connsiteX0" fmla="*/ 59703 w 68232"/>
                <a:gd name="connsiteY0" fmla="*/ 25587 h 170580"/>
                <a:gd name="connsiteX1" fmla="*/ 59362 w 68232"/>
                <a:gd name="connsiteY1" fmla="*/ 149769 h 170580"/>
                <a:gd name="connsiteX2" fmla="*/ 25587 w 68232"/>
                <a:gd name="connsiteY2" fmla="*/ 174675 h 170580"/>
                <a:gd name="connsiteX3" fmla="*/ 25929 w 68232"/>
                <a:gd name="connsiteY3" fmla="*/ 50491 h 170580"/>
                <a:gd name="connsiteX4" fmla="*/ 59703 w 68232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59703" y="25587"/>
                  </a:moveTo>
                  <a:lnTo>
                    <a:pt x="59362" y="149769"/>
                  </a:lnTo>
                  <a:cubicBezTo>
                    <a:pt x="46397" y="157617"/>
                    <a:pt x="35140" y="165804"/>
                    <a:pt x="25587" y="174675"/>
                  </a:cubicBezTo>
                  <a:lnTo>
                    <a:pt x="25929" y="50491"/>
                  </a:lnTo>
                  <a:cubicBezTo>
                    <a:pt x="35481" y="41962"/>
                    <a:pt x="46739" y="33433"/>
                    <a:pt x="5970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436865D-4378-480B-B06D-922D80E39F30}"/>
                </a:ext>
              </a:extLst>
            </p:cNvPr>
            <p:cNvSpPr/>
            <p:nvPr/>
          </p:nvSpPr>
          <p:spPr>
            <a:xfrm>
              <a:off x="14199230" y="6715581"/>
              <a:ext cx="93441" cy="233604"/>
            </a:xfrm>
            <a:custGeom>
              <a:avLst/>
              <a:gdLst>
                <a:gd name="connsiteX0" fmla="*/ 42645 w 68232"/>
                <a:gd name="connsiteY0" fmla="*/ 25587 h 170580"/>
                <a:gd name="connsiteX1" fmla="*/ 42304 w 68232"/>
                <a:gd name="connsiteY1" fmla="*/ 149771 h 170580"/>
                <a:gd name="connsiteX2" fmla="*/ 25587 w 68232"/>
                <a:gd name="connsiteY2" fmla="*/ 167511 h 170580"/>
                <a:gd name="connsiteX3" fmla="*/ 25928 w 68232"/>
                <a:gd name="connsiteY3" fmla="*/ 43327 h 170580"/>
                <a:gd name="connsiteX4" fmla="*/ 42645 w 68232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42645" y="25587"/>
                  </a:moveTo>
                  <a:lnTo>
                    <a:pt x="42304" y="149771"/>
                  </a:lnTo>
                  <a:cubicBezTo>
                    <a:pt x="36163" y="155570"/>
                    <a:pt x="30704" y="161370"/>
                    <a:pt x="25587" y="167511"/>
                  </a:cubicBezTo>
                  <a:lnTo>
                    <a:pt x="25928" y="43327"/>
                  </a:lnTo>
                  <a:cubicBezTo>
                    <a:pt x="31045" y="37187"/>
                    <a:pt x="36504" y="31387"/>
                    <a:pt x="4264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4353F2D-FD20-4BF6-9A98-372F279FFEB1}"/>
                </a:ext>
              </a:extLst>
            </p:cNvPr>
            <p:cNvSpPr/>
            <p:nvPr/>
          </p:nvSpPr>
          <p:spPr>
            <a:xfrm>
              <a:off x="14184746" y="6739876"/>
              <a:ext cx="46721" cy="233604"/>
            </a:xfrm>
            <a:custGeom>
              <a:avLst/>
              <a:gdLst>
                <a:gd name="connsiteX0" fmla="*/ 36504 w 34116"/>
                <a:gd name="connsiteY0" fmla="*/ 25587 h 170580"/>
                <a:gd name="connsiteX1" fmla="*/ 36163 w 34116"/>
                <a:gd name="connsiteY1" fmla="*/ 149771 h 170580"/>
                <a:gd name="connsiteX2" fmla="*/ 25587 w 34116"/>
                <a:gd name="connsiteY2" fmla="*/ 165805 h 170580"/>
                <a:gd name="connsiteX3" fmla="*/ 25928 w 34116"/>
                <a:gd name="connsiteY3" fmla="*/ 41622 h 170580"/>
                <a:gd name="connsiteX4" fmla="*/ 3650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6504" y="25587"/>
                  </a:moveTo>
                  <a:lnTo>
                    <a:pt x="36163" y="149771"/>
                  </a:lnTo>
                  <a:cubicBezTo>
                    <a:pt x="32068" y="154888"/>
                    <a:pt x="28316" y="160346"/>
                    <a:pt x="25587" y="165805"/>
                  </a:cubicBezTo>
                  <a:lnTo>
                    <a:pt x="25928" y="41622"/>
                  </a:lnTo>
                  <a:cubicBezTo>
                    <a:pt x="28998" y="36163"/>
                    <a:pt x="32410" y="30705"/>
                    <a:pt x="365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A95210E-7E7E-4DF9-AE5C-4C692A7CB8A9}"/>
                </a:ext>
              </a:extLst>
            </p:cNvPr>
            <p:cNvSpPr/>
            <p:nvPr/>
          </p:nvSpPr>
          <p:spPr>
            <a:xfrm>
              <a:off x="14174935" y="6761833"/>
              <a:ext cx="46721" cy="233604"/>
            </a:xfrm>
            <a:custGeom>
              <a:avLst/>
              <a:gdLst>
                <a:gd name="connsiteX0" fmla="*/ 33093 w 34116"/>
                <a:gd name="connsiteY0" fmla="*/ 25587 h 170580"/>
                <a:gd name="connsiteX1" fmla="*/ 32752 w 34116"/>
                <a:gd name="connsiteY1" fmla="*/ 149771 h 170580"/>
                <a:gd name="connsiteX2" fmla="*/ 25587 w 34116"/>
                <a:gd name="connsiteY2" fmla="*/ 164782 h 170580"/>
                <a:gd name="connsiteX3" fmla="*/ 25929 w 34116"/>
                <a:gd name="connsiteY3" fmla="*/ 40598 h 170580"/>
                <a:gd name="connsiteX4" fmla="*/ 33093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3093" y="25587"/>
                  </a:moveTo>
                  <a:lnTo>
                    <a:pt x="32752" y="149771"/>
                  </a:lnTo>
                  <a:cubicBezTo>
                    <a:pt x="30022" y="154888"/>
                    <a:pt x="27634" y="159664"/>
                    <a:pt x="25587" y="164782"/>
                  </a:cubicBezTo>
                  <a:lnTo>
                    <a:pt x="25929" y="40598"/>
                  </a:lnTo>
                  <a:cubicBezTo>
                    <a:pt x="27976" y="35481"/>
                    <a:pt x="30364" y="30364"/>
                    <a:pt x="330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DB036B1-BA29-4ADF-A950-2DAFE8061E95}"/>
                </a:ext>
              </a:extLst>
            </p:cNvPr>
            <p:cNvSpPr/>
            <p:nvPr/>
          </p:nvSpPr>
          <p:spPr>
            <a:xfrm>
              <a:off x="14168859" y="6782391"/>
              <a:ext cx="46721" cy="233604"/>
            </a:xfrm>
            <a:custGeom>
              <a:avLst/>
              <a:gdLst>
                <a:gd name="connsiteX0" fmla="*/ 30364 w 34116"/>
                <a:gd name="connsiteY0" fmla="*/ 25587 h 170580"/>
                <a:gd name="connsiteX1" fmla="*/ 30022 w 34116"/>
                <a:gd name="connsiteY1" fmla="*/ 149771 h 170580"/>
                <a:gd name="connsiteX2" fmla="*/ 25587 w 34116"/>
                <a:gd name="connsiteY2" fmla="*/ 164782 h 170580"/>
                <a:gd name="connsiteX3" fmla="*/ 25929 w 34116"/>
                <a:gd name="connsiteY3" fmla="*/ 40598 h 170580"/>
                <a:gd name="connsiteX4" fmla="*/ 3036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364" y="25587"/>
                  </a:moveTo>
                  <a:lnTo>
                    <a:pt x="30022" y="149771"/>
                  </a:lnTo>
                  <a:cubicBezTo>
                    <a:pt x="28317" y="154888"/>
                    <a:pt x="26611" y="159664"/>
                    <a:pt x="25587" y="164782"/>
                  </a:cubicBezTo>
                  <a:lnTo>
                    <a:pt x="25929" y="40598"/>
                  </a:lnTo>
                  <a:cubicBezTo>
                    <a:pt x="27294" y="35481"/>
                    <a:pt x="28659" y="30704"/>
                    <a:pt x="3036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D9FC406-942F-4FFF-81CB-B0626BD58395}"/>
                </a:ext>
              </a:extLst>
            </p:cNvPr>
            <p:cNvSpPr/>
            <p:nvPr/>
          </p:nvSpPr>
          <p:spPr>
            <a:xfrm>
              <a:off x="14166991" y="6802949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3 w 34116"/>
                <a:gd name="connsiteY1" fmla="*/ 149771 h 170580"/>
                <a:gd name="connsiteX2" fmla="*/ 25587 w 34116"/>
                <a:gd name="connsiteY2" fmla="*/ 165122 h 170580"/>
                <a:gd name="connsiteX3" fmla="*/ 25928 w 34116"/>
                <a:gd name="connsiteY3" fmla="*/ 40940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3" y="149771"/>
                  </a:lnTo>
                  <a:cubicBezTo>
                    <a:pt x="26269" y="154888"/>
                    <a:pt x="25587" y="160005"/>
                    <a:pt x="25587" y="165122"/>
                  </a:cubicBezTo>
                  <a:lnTo>
                    <a:pt x="25928" y="40940"/>
                  </a:lnTo>
                  <a:cubicBezTo>
                    <a:pt x="25928" y="35823"/>
                    <a:pt x="26611" y="30704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3664661-862F-4731-A5C1-1691772603DD}"/>
                </a:ext>
              </a:extLst>
            </p:cNvPr>
            <p:cNvSpPr/>
            <p:nvPr/>
          </p:nvSpPr>
          <p:spPr>
            <a:xfrm>
              <a:off x="14166524" y="6823974"/>
              <a:ext cx="46721" cy="233604"/>
            </a:xfrm>
            <a:custGeom>
              <a:avLst/>
              <a:gdLst>
                <a:gd name="connsiteX0" fmla="*/ 25929 w 34116"/>
                <a:gd name="connsiteY0" fmla="*/ 25587 h 170580"/>
                <a:gd name="connsiteX1" fmla="*/ 25587 w 34116"/>
                <a:gd name="connsiteY1" fmla="*/ 149769 h 170580"/>
                <a:gd name="connsiteX2" fmla="*/ 25587 w 34116"/>
                <a:gd name="connsiteY2" fmla="*/ 152158 h 170580"/>
                <a:gd name="connsiteX3" fmla="*/ 25929 w 34116"/>
                <a:gd name="connsiteY3" fmla="*/ 27976 h 170580"/>
                <a:gd name="connsiteX4" fmla="*/ 2592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5929" y="25587"/>
                  </a:moveTo>
                  <a:lnTo>
                    <a:pt x="25587" y="149769"/>
                  </a:lnTo>
                  <a:cubicBezTo>
                    <a:pt x="25587" y="150452"/>
                    <a:pt x="25587" y="151476"/>
                    <a:pt x="25587" y="152158"/>
                  </a:cubicBezTo>
                  <a:lnTo>
                    <a:pt x="25929" y="27976"/>
                  </a:lnTo>
                  <a:cubicBezTo>
                    <a:pt x="25929" y="26952"/>
                    <a:pt x="25929" y="26269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9728A5C-6A77-47D1-B295-CE55CF1BA0DC}"/>
                </a:ext>
              </a:extLst>
            </p:cNvPr>
            <p:cNvSpPr/>
            <p:nvPr/>
          </p:nvSpPr>
          <p:spPr>
            <a:xfrm>
              <a:off x="13611949" y="6745015"/>
              <a:ext cx="46721" cy="373766"/>
            </a:xfrm>
            <a:custGeom>
              <a:avLst/>
              <a:gdLst>
                <a:gd name="connsiteX0" fmla="*/ 26611 w 34116"/>
                <a:gd name="connsiteY0" fmla="*/ 147041 h 272929"/>
                <a:gd name="connsiteX1" fmla="*/ 26269 w 34116"/>
                <a:gd name="connsiteY1" fmla="*/ 271223 h 272929"/>
                <a:gd name="connsiteX2" fmla="*/ 25587 w 34116"/>
                <a:gd name="connsiteY2" fmla="*/ 149769 h 272929"/>
                <a:gd name="connsiteX3" fmla="*/ 25929 w 34116"/>
                <a:gd name="connsiteY3" fmla="*/ 25587 h 2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272929">
                  <a:moveTo>
                    <a:pt x="26611" y="147041"/>
                  </a:moveTo>
                  <a:lnTo>
                    <a:pt x="26269" y="271223"/>
                  </a:lnTo>
                  <a:lnTo>
                    <a:pt x="25587" y="149769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46EA0A8-40E8-4309-852A-A06F91C30E7C}"/>
                </a:ext>
              </a:extLst>
            </p:cNvPr>
            <p:cNvSpPr/>
            <p:nvPr/>
          </p:nvSpPr>
          <p:spPr>
            <a:xfrm>
              <a:off x="15452280" y="6911341"/>
              <a:ext cx="46721" cy="233604"/>
            </a:xfrm>
            <a:custGeom>
              <a:avLst/>
              <a:gdLst>
                <a:gd name="connsiteX0" fmla="*/ 25929 w 34116"/>
                <a:gd name="connsiteY0" fmla="*/ 25587 h 170580"/>
                <a:gd name="connsiteX1" fmla="*/ 25587 w 34116"/>
                <a:gd name="connsiteY1" fmla="*/ 149769 h 170580"/>
                <a:gd name="connsiteX2" fmla="*/ 25587 w 34116"/>
                <a:gd name="connsiteY2" fmla="*/ 150111 h 170580"/>
                <a:gd name="connsiteX3" fmla="*/ 25929 w 34116"/>
                <a:gd name="connsiteY3" fmla="*/ 25929 h 170580"/>
                <a:gd name="connsiteX4" fmla="*/ 2592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5929" y="25587"/>
                  </a:moveTo>
                  <a:lnTo>
                    <a:pt x="25587" y="149769"/>
                  </a:lnTo>
                  <a:lnTo>
                    <a:pt x="25587" y="150111"/>
                  </a:lnTo>
                  <a:lnTo>
                    <a:pt x="25929" y="25929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31232B6-A399-4ED2-A92B-E164AA3492EE}"/>
                </a:ext>
              </a:extLst>
            </p:cNvPr>
            <p:cNvSpPr/>
            <p:nvPr/>
          </p:nvSpPr>
          <p:spPr>
            <a:xfrm>
              <a:off x="15451813" y="6911809"/>
              <a:ext cx="46721" cy="233604"/>
            </a:xfrm>
            <a:custGeom>
              <a:avLst/>
              <a:gdLst>
                <a:gd name="connsiteX0" fmla="*/ 26269 w 34116"/>
                <a:gd name="connsiteY0" fmla="*/ 25587 h 170580"/>
                <a:gd name="connsiteX1" fmla="*/ 25928 w 34116"/>
                <a:gd name="connsiteY1" fmla="*/ 149769 h 170580"/>
                <a:gd name="connsiteX2" fmla="*/ 25587 w 34116"/>
                <a:gd name="connsiteY2" fmla="*/ 152158 h 170580"/>
                <a:gd name="connsiteX3" fmla="*/ 25928 w 34116"/>
                <a:gd name="connsiteY3" fmla="*/ 27974 h 170580"/>
                <a:gd name="connsiteX4" fmla="*/ 2626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69" y="25587"/>
                  </a:moveTo>
                  <a:lnTo>
                    <a:pt x="25928" y="149769"/>
                  </a:lnTo>
                  <a:cubicBezTo>
                    <a:pt x="25928" y="150452"/>
                    <a:pt x="25928" y="151134"/>
                    <a:pt x="25587" y="152158"/>
                  </a:cubicBezTo>
                  <a:lnTo>
                    <a:pt x="25928" y="27974"/>
                  </a:lnTo>
                  <a:cubicBezTo>
                    <a:pt x="25928" y="26951"/>
                    <a:pt x="26269" y="2626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AAA4621-66AA-4705-845B-83BAAA97A41E}"/>
                </a:ext>
              </a:extLst>
            </p:cNvPr>
            <p:cNvSpPr/>
            <p:nvPr/>
          </p:nvSpPr>
          <p:spPr>
            <a:xfrm>
              <a:off x="15450878" y="6914611"/>
              <a:ext cx="46721" cy="233604"/>
            </a:xfrm>
            <a:custGeom>
              <a:avLst/>
              <a:gdLst>
                <a:gd name="connsiteX0" fmla="*/ 26611 w 34116"/>
                <a:gd name="connsiteY0" fmla="*/ 25587 h 170580"/>
                <a:gd name="connsiteX1" fmla="*/ 26270 w 34116"/>
                <a:gd name="connsiteY1" fmla="*/ 149769 h 170580"/>
                <a:gd name="connsiteX2" fmla="*/ 25587 w 34116"/>
                <a:gd name="connsiteY2" fmla="*/ 151816 h 170580"/>
                <a:gd name="connsiteX3" fmla="*/ 25929 w 34116"/>
                <a:gd name="connsiteY3" fmla="*/ 27634 h 170580"/>
                <a:gd name="connsiteX4" fmla="*/ 2661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611" y="25587"/>
                  </a:moveTo>
                  <a:lnTo>
                    <a:pt x="26270" y="149769"/>
                  </a:lnTo>
                  <a:cubicBezTo>
                    <a:pt x="26270" y="150452"/>
                    <a:pt x="25929" y="151134"/>
                    <a:pt x="25587" y="151816"/>
                  </a:cubicBezTo>
                  <a:lnTo>
                    <a:pt x="25929" y="27634"/>
                  </a:lnTo>
                  <a:cubicBezTo>
                    <a:pt x="26270" y="27293"/>
                    <a:pt x="26611" y="26611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4643CA7-7A0A-46E1-8103-495E121F95DA}"/>
                </a:ext>
              </a:extLst>
            </p:cNvPr>
            <p:cNvSpPr/>
            <p:nvPr/>
          </p:nvSpPr>
          <p:spPr>
            <a:xfrm>
              <a:off x="15449477" y="6917881"/>
              <a:ext cx="46721" cy="233604"/>
            </a:xfrm>
            <a:custGeom>
              <a:avLst/>
              <a:gdLst>
                <a:gd name="connsiteX0" fmla="*/ 26952 w 34116"/>
                <a:gd name="connsiteY0" fmla="*/ 25587 h 170580"/>
                <a:gd name="connsiteX1" fmla="*/ 26611 w 34116"/>
                <a:gd name="connsiteY1" fmla="*/ 149771 h 170580"/>
                <a:gd name="connsiteX2" fmla="*/ 25587 w 34116"/>
                <a:gd name="connsiteY2" fmla="*/ 152159 h 170580"/>
                <a:gd name="connsiteX3" fmla="*/ 25929 w 34116"/>
                <a:gd name="connsiteY3" fmla="*/ 27976 h 170580"/>
                <a:gd name="connsiteX4" fmla="*/ 26952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952" y="25587"/>
                  </a:moveTo>
                  <a:lnTo>
                    <a:pt x="26611" y="149771"/>
                  </a:lnTo>
                  <a:cubicBezTo>
                    <a:pt x="26270" y="150452"/>
                    <a:pt x="25929" y="151135"/>
                    <a:pt x="25587" y="152159"/>
                  </a:cubicBezTo>
                  <a:lnTo>
                    <a:pt x="25929" y="27976"/>
                  </a:lnTo>
                  <a:cubicBezTo>
                    <a:pt x="26270" y="26952"/>
                    <a:pt x="26611" y="26270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902316B5-B667-49EB-A874-20920AD05347}"/>
                </a:ext>
              </a:extLst>
            </p:cNvPr>
            <p:cNvSpPr/>
            <p:nvPr/>
          </p:nvSpPr>
          <p:spPr>
            <a:xfrm>
              <a:off x="15447141" y="6920686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3 w 34116"/>
                <a:gd name="connsiteY1" fmla="*/ 149769 h 170580"/>
                <a:gd name="connsiteX2" fmla="*/ 25587 w 34116"/>
                <a:gd name="connsiteY2" fmla="*/ 152158 h 170580"/>
                <a:gd name="connsiteX3" fmla="*/ 25929 w 34116"/>
                <a:gd name="connsiteY3" fmla="*/ 27974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3" y="149769"/>
                  </a:lnTo>
                  <a:cubicBezTo>
                    <a:pt x="26952" y="150451"/>
                    <a:pt x="26269" y="151475"/>
                    <a:pt x="25587" y="152158"/>
                  </a:cubicBezTo>
                  <a:lnTo>
                    <a:pt x="25929" y="27974"/>
                  </a:lnTo>
                  <a:cubicBezTo>
                    <a:pt x="26611" y="27293"/>
                    <a:pt x="27293" y="26611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548D3EB-4D0A-4E9D-AFA3-436AF9D75E87}"/>
                </a:ext>
              </a:extLst>
            </p:cNvPr>
            <p:cNvSpPr/>
            <p:nvPr/>
          </p:nvSpPr>
          <p:spPr>
            <a:xfrm>
              <a:off x="15443871" y="6923956"/>
              <a:ext cx="46721" cy="233604"/>
            </a:xfrm>
            <a:custGeom>
              <a:avLst/>
              <a:gdLst>
                <a:gd name="connsiteX0" fmla="*/ 28317 w 34116"/>
                <a:gd name="connsiteY0" fmla="*/ 25587 h 170580"/>
                <a:gd name="connsiteX1" fmla="*/ 27976 w 34116"/>
                <a:gd name="connsiteY1" fmla="*/ 149771 h 170580"/>
                <a:gd name="connsiteX2" fmla="*/ 25587 w 34116"/>
                <a:gd name="connsiteY2" fmla="*/ 152499 h 170580"/>
                <a:gd name="connsiteX3" fmla="*/ 25929 w 34116"/>
                <a:gd name="connsiteY3" fmla="*/ 28317 h 170580"/>
                <a:gd name="connsiteX4" fmla="*/ 28317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7" y="25587"/>
                  </a:moveTo>
                  <a:lnTo>
                    <a:pt x="27976" y="149771"/>
                  </a:lnTo>
                  <a:cubicBezTo>
                    <a:pt x="27294" y="150794"/>
                    <a:pt x="26611" y="151476"/>
                    <a:pt x="25587" y="152499"/>
                  </a:cubicBezTo>
                  <a:lnTo>
                    <a:pt x="25929" y="28317"/>
                  </a:lnTo>
                  <a:cubicBezTo>
                    <a:pt x="26952" y="27634"/>
                    <a:pt x="27634" y="26611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0713FCB-7AAA-4BDB-8299-9DDF1F0FE378}"/>
                </a:ext>
              </a:extLst>
            </p:cNvPr>
            <p:cNvSpPr/>
            <p:nvPr/>
          </p:nvSpPr>
          <p:spPr>
            <a:xfrm>
              <a:off x="15436863" y="6927693"/>
              <a:ext cx="46721" cy="233604"/>
            </a:xfrm>
            <a:custGeom>
              <a:avLst/>
              <a:gdLst>
                <a:gd name="connsiteX0" fmla="*/ 31046 w 34116"/>
                <a:gd name="connsiteY0" fmla="*/ 25587 h 170580"/>
                <a:gd name="connsiteX1" fmla="*/ 30704 w 34116"/>
                <a:gd name="connsiteY1" fmla="*/ 149769 h 170580"/>
                <a:gd name="connsiteX2" fmla="*/ 25587 w 34116"/>
                <a:gd name="connsiteY2" fmla="*/ 153523 h 170580"/>
                <a:gd name="connsiteX3" fmla="*/ 25929 w 34116"/>
                <a:gd name="connsiteY3" fmla="*/ 29339 h 170580"/>
                <a:gd name="connsiteX4" fmla="*/ 3104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046" y="25587"/>
                  </a:moveTo>
                  <a:lnTo>
                    <a:pt x="30704" y="149769"/>
                  </a:lnTo>
                  <a:cubicBezTo>
                    <a:pt x="29339" y="151134"/>
                    <a:pt x="27634" y="152499"/>
                    <a:pt x="25587" y="153523"/>
                  </a:cubicBezTo>
                  <a:lnTo>
                    <a:pt x="25929" y="29339"/>
                  </a:lnTo>
                  <a:cubicBezTo>
                    <a:pt x="27976" y="28316"/>
                    <a:pt x="29681" y="26951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8FACDAE-4ABF-4017-B1FB-FAF44FA0B72D}"/>
                </a:ext>
              </a:extLst>
            </p:cNvPr>
            <p:cNvSpPr/>
            <p:nvPr/>
          </p:nvSpPr>
          <p:spPr>
            <a:xfrm>
              <a:off x="15424715" y="6932833"/>
              <a:ext cx="46721" cy="233604"/>
            </a:xfrm>
            <a:custGeom>
              <a:avLst/>
              <a:gdLst>
                <a:gd name="connsiteX0" fmla="*/ 35140 w 34116"/>
                <a:gd name="connsiteY0" fmla="*/ 25587 h 170580"/>
                <a:gd name="connsiteX1" fmla="*/ 34799 w 34116"/>
                <a:gd name="connsiteY1" fmla="*/ 149771 h 170580"/>
                <a:gd name="connsiteX2" fmla="*/ 25587 w 34116"/>
                <a:gd name="connsiteY2" fmla="*/ 153864 h 170580"/>
                <a:gd name="connsiteX3" fmla="*/ 25929 w 34116"/>
                <a:gd name="connsiteY3" fmla="*/ 29681 h 170580"/>
                <a:gd name="connsiteX4" fmla="*/ 35140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5140" y="25587"/>
                  </a:moveTo>
                  <a:lnTo>
                    <a:pt x="34799" y="149771"/>
                  </a:lnTo>
                  <a:cubicBezTo>
                    <a:pt x="32069" y="151476"/>
                    <a:pt x="28999" y="152841"/>
                    <a:pt x="25587" y="153864"/>
                  </a:cubicBezTo>
                  <a:lnTo>
                    <a:pt x="25929" y="29681"/>
                  </a:lnTo>
                  <a:cubicBezTo>
                    <a:pt x="29340" y="28657"/>
                    <a:pt x="32411" y="27294"/>
                    <a:pt x="3514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A8CB214-0653-495E-BA25-4A98C3C4810E}"/>
                </a:ext>
              </a:extLst>
            </p:cNvPr>
            <p:cNvSpPr/>
            <p:nvPr/>
          </p:nvSpPr>
          <p:spPr>
            <a:xfrm>
              <a:off x="15414437" y="6938440"/>
              <a:ext cx="46721" cy="233604"/>
            </a:xfrm>
            <a:custGeom>
              <a:avLst/>
              <a:gdLst>
                <a:gd name="connsiteX0" fmla="*/ 33434 w 34116"/>
                <a:gd name="connsiteY0" fmla="*/ 25587 h 170580"/>
                <a:gd name="connsiteX1" fmla="*/ 33093 w 34116"/>
                <a:gd name="connsiteY1" fmla="*/ 149771 h 170580"/>
                <a:gd name="connsiteX2" fmla="*/ 25587 w 34116"/>
                <a:gd name="connsiteY2" fmla="*/ 151476 h 170580"/>
                <a:gd name="connsiteX3" fmla="*/ 25929 w 34116"/>
                <a:gd name="connsiteY3" fmla="*/ 27294 h 170580"/>
                <a:gd name="connsiteX4" fmla="*/ 334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3434" y="25587"/>
                  </a:moveTo>
                  <a:lnTo>
                    <a:pt x="33093" y="149771"/>
                  </a:lnTo>
                  <a:cubicBezTo>
                    <a:pt x="30704" y="150452"/>
                    <a:pt x="28317" y="151135"/>
                    <a:pt x="25587" y="151476"/>
                  </a:cubicBezTo>
                  <a:lnTo>
                    <a:pt x="25929" y="27294"/>
                  </a:lnTo>
                  <a:cubicBezTo>
                    <a:pt x="28657" y="26952"/>
                    <a:pt x="31046" y="26270"/>
                    <a:pt x="334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AA56AC3-3FD7-448E-B22F-799D9A1EE449}"/>
                </a:ext>
              </a:extLst>
            </p:cNvPr>
            <p:cNvSpPr/>
            <p:nvPr/>
          </p:nvSpPr>
          <p:spPr>
            <a:xfrm>
              <a:off x="15407427" y="6940776"/>
              <a:ext cx="46721" cy="233604"/>
            </a:xfrm>
            <a:custGeom>
              <a:avLst/>
              <a:gdLst>
                <a:gd name="connsiteX0" fmla="*/ 31046 w 34116"/>
                <a:gd name="connsiteY0" fmla="*/ 25587 h 170580"/>
                <a:gd name="connsiteX1" fmla="*/ 30704 w 34116"/>
                <a:gd name="connsiteY1" fmla="*/ 149769 h 170580"/>
                <a:gd name="connsiteX2" fmla="*/ 25587 w 34116"/>
                <a:gd name="connsiteY2" fmla="*/ 150452 h 170580"/>
                <a:gd name="connsiteX3" fmla="*/ 25929 w 34116"/>
                <a:gd name="connsiteY3" fmla="*/ 26269 h 170580"/>
                <a:gd name="connsiteX4" fmla="*/ 3104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046" y="25587"/>
                  </a:moveTo>
                  <a:lnTo>
                    <a:pt x="30704" y="149769"/>
                  </a:lnTo>
                  <a:cubicBezTo>
                    <a:pt x="28999" y="150111"/>
                    <a:pt x="27293" y="150452"/>
                    <a:pt x="25587" y="150452"/>
                  </a:cubicBezTo>
                  <a:lnTo>
                    <a:pt x="25929" y="26269"/>
                  </a:lnTo>
                  <a:cubicBezTo>
                    <a:pt x="27634" y="26269"/>
                    <a:pt x="29340" y="25928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84F1100-7106-4C27-AF5E-1C61143662DA}"/>
                </a:ext>
              </a:extLst>
            </p:cNvPr>
            <p:cNvSpPr/>
            <p:nvPr/>
          </p:nvSpPr>
          <p:spPr>
            <a:xfrm>
              <a:off x="15401354" y="6941709"/>
              <a:ext cx="46721" cy="233604"/>
            </a:xfrm>
            <a:custGeom>
              <a:avLst/>
              <a:gdLst>
                <a:gd name="connsiteX0" fmla="*/ 30364 w 34116"/>
                <a:gd name="connsiteY0" fmla="*/ 25587 h 170580"/>
                <a:gd name="connsiteX1" fmla="*/ 30022 w 34116"/>
                <a:gd name="connsiteY1" fmla="*/ 149771 h 170580"/>
                <a:gd name="connsiteX2" fmla="*/ 25587 w 34116"/>
                <a:gd name="connsiteY2" fmla="*/ 150111 h 170580"/>
                <a:gd name="connsiteX3" fmla="*/ 25929 w 34116"/>
                <a:gd name="connsiteY3" fmla="*/ 25929 h 170580"/>
                <a:gd name="connsiteX4" fmla="*/ 3036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364" y="25587"/>
                  </a:moveTo>
                  <a:lnTo>
                    <a:pt x="30022" y="149771"/>
                  </a:lnTo>
                  <a:cubicBezTo>
                    <a:pt x="28657" y="149771"/>
                    <a:pt x="27294" y="150111"/>
                    <a:pt x="25587" y="150111"/>
                  </a:cubicBezTo>
                  <a:lnTo>
                    <a:pt x="25929" y="25929"/>
                  </a:lnTo>
                  <a:cubicBezTo>
                    <a:pt x="27634" y="25929"/>
                    <a:pt x="28999" y="25929"/>
                    <a:pt x="3036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2F3A967-63C5-44D8-B765-34AD90BC7988}"/>
                </a:ext>
              </a:extLst>
            </p:cNvPr>
            <p:cNvSpPr/>
            <p:nvPr/>
          </p:nvSpPr>
          <p:spPr>
            <a:xfrm>
              <a:off x="15398550" y="6942177"/>
              <a:ext cx="46721" cy="233604"/>
            </a:xfrm>
            <a:custGeom>
              <a:avLst/>
              <a:gdLst>
                <a:gd name="connsiteX0" fmla="*/ 27976 w 34116"/>
                <a:gd name="connsiteY0" fmla="*/ 25587 h 170580"/>
                <a:gd name="connsiteX1" fmla="*/ 27634 w 34116"/>
                <a:gd name="connsiteY1" fmla="*/ 149769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2797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976" y="25587"/>
                  </a:moveTo>
                  <a:lnTo>
                    <a:pt x="27634" y="149769"/>
                  </a:lnTo>
                  <a:cubicBezTo>
                    <a:pt x="26952" y="149769"/>
                    <a:pt x="26270" y="149769"/>
                    <a:pt x="25587" y="149769"/>
                  </a:cubicBezTo>
                  <a:lnTo>
                    <a:pt x="25929" y="25587"/>
                  </a:lnTo>
                  <a:cubicBezTo>
                    <a:pt x="26952" y="25587"/>
                    <a:pt x="27294" y="25587"/>
                    <a:pt x="2797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C16C473D-8524-4AAF-945B-AF494B4F3029}"/>
                </a:ext>
              </a:extLst>
            </p:cNvPr>
            <p:cNvSpPr/>
            <p:nvPr/>
          </p:nvSpPr>
          <p:spPr>
            <a:xfrm>
              <a:off x="15177095" y="6942177"/>
              <a:ext cx="280325" cy="233604"/>
            </a:xfrm>
            <a:custGeom>
              <a:avLst/>
              <a:gdLst>
                <a:gd name="connsiteX0" fmla="*/ 187980 w 204697"/>
                <a:gd name="connsiteY0" fmla="*/ 25587 h 170580"/>
                <a:gd name="connsiteX1" fmla="*/ 187639 w 204697"/>
                <a:gd name="connsiteY1" fmla="*/ 150111 h 170580"/>
                <a:gd name="connsiteX2" fmla="*/ 25587 w 204697"/>
                <a:gd name="connsiteY2" fmla="*/ 150111 h 170580"/>
                <a:gd name="connsiteX3" fmla="*/ 25929 w 204697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97" h="170580">
                  <a:moveTo>
                    <a:pt x="187980" y="25587"/>
                  </a:moveTo>
                  <a:lnTo>
                    <a:pt x="187639" y="150111"/>
                  </a:lnTo>
                  <a:lnTo>
                    <a:pt x="25587" y="150111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8F4ABDC-56D5-48C4-8836-42B4EE3860D2}"/>
                </a:ext>
              </a:extLst>
            </p:cNvPr>
            <p:cNvSpPr/>
            <p:nvPr/>
          </p:nvSpPr>
          <p:spPr>
            <a:xfrm>
              <a:off x="13666145" y="6942177"/>
              <a:ext cx="280325" cy="233604"/>
            </a:xfrm>
            <a:custGeom>
              <a:avLst/>
              <a:gdLst>
                <a:gd name="connsiteX0" fmla="*/ 187979 w 204697"/>
                <a:gd name="connsiteY0" fmla="*/ 25587 h 170580"/>
                <a:gd name="connsiteX1" fmla="*/ 187639 w 204697"/>
                <a:gd name="connsiteY1" fmla="*/ 149769 h 170580"/>
                <a:gd name="connsiteX2" fmla="*/ 25587 w 204697"/>
                <a:gd name="connsiteY2" fmla="*/ 149769 h 170580"/>
                <a:gd name="connsiteX3" fmla="*/ 25928 w 204697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97" h="170580">
                  <a:moveTo>
                    <a:pt x="187979" y="25587"/>
                  </a:moveTo>
                  <a:lnTo>
                    <a:pt x="187639" y="149769"/>
                  </a:lnTo>
                  <a:lnTo>
                    <a:pt x="25587" y="149769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482A100-1E16-41E5-9E8D-61AC6C817A09}"/>
                </a:ext>
              </a:extLst>
            </p:cNvPr>
            <p:cNvSpPr/>
            <p:nvPr/>
          </p:nvSpPr>
          <p:spPr>
            <a:xfrm>
              <a:off x="13663342" y="6942177"/>
              <a:ext cx="46721" cy="233604"/>
            </a:xfrm>
            <a:custGeom>
              <a:avLst/>
              <a:gdLst>
                <a:gd name="connsiteX0" fmla="*/ 27974 w 34116"/>
                <a:gd name="connsiteY0" fmla="*/ 25587 h 170580"/>
                <a:gd name="connsiteX1" fmla="*/ 27634 w 34116"/>
                <a:gd name="connsiteY1" fmla="*/ 149769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2797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974" y="25587"/>
                  </a:moveTo>
                  <a:lnTo>
                    <a:pt x="27634" y="149769"/>
                  </a:lnTo>
                  <a:cubicBezTo>
                    <a:pt x="26951" y="149769"/>
                    <a:pt x="26269" y="149769"/>
                    <a:pt x="25587" y="149769"/>
                  </a:cubicBezTo>
                  <a:lnTo>
                    <a:pt x="25928" y="25587"/>
                  </a:lnTo>
                  <a:cubicBezTo>
                    <a:pt x="26611" y="25587"/>
                    <a:pt x="27293" y="25587"/>
                    <a:pt x="2797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6EE5E3EB-14EE-4F8C-8E16-021F6EA84509}"/>
                </a:ext>
              </a:extLst>
            </p:cNvPr>
            <p:cNvSpPr/>
            <p:nvPr/>
          </p:nvSpPr>
          <p:spPr>
            <a:xfrm>
              <a:off x="13658202" y="6941709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40 w 34116"/>
                <a:gd name="connsiteY1" fmla="*/ 150111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40" y="150111"/>
                  </a:lnTo>
                  <a:cubicBezTo>
                    <a:pt x="27976" y="150111"/>
                    <a:pt x="26952" y="150111"/>
                    <a:pt x="25587" y="149771"/>
                  </a:cubicBezTo>
                  <a:lnTo>
                    <a:pt x="25929" y="25587"/>
                  </a:lnTo>
                  <a:cubicBezTo>
                    <a:pt x="27294" y="25929"/>
                    <a:pt x="28657" y="25929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E94204B8-2B9F-4298-B996-EF1543EF8884}"/>
                </a:ext>
              </a:extLst>
            </p:cNvPr>
            <p:cNvSpPr/>
            <p:nvPr/>
          </p:nvSpPr>
          <p:spPr>
            <a:xfrm>
              <a:off x="13653063" y="6941241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39 w 34116"/>
                <a:gd name="connsiteY1" fmla="*/ 150112 h 170580"/>
                <a:gd name="connsiteX2" fmla="*/ 25587 w 34116"/>
                <a:gd name="connsiteY2" fmla="*/ 149771 h 170580"/>
                <a:gd name="connsiteX3" fmla="*/ 25928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39" y="150112"/>
                  </a:lnTo>
                  <a:cubicBezTo>
                    <a:pt x="27974" y="150112"/>
                    <a:pt x="26951" y="149771"/>
                    <a:pt x="25587" y="149771"/>
                  </a:cubicBezTo>
                  <a:lnTo>
                    <a:pt x="25928" y="25587"/>
                  </a:lnTo>
                  <a:cubicBezTo>
                    <a:pt x="27293" y="25929"/>
                    <a:pt x="28657" y="25929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66CC4ED-AADA-45B2-A8BF-485C87AAB162}"/>
                </a:ext>
              </a:extLst>
            </p:cNvPr>
            <p:cNvSpPr/>
            <p:nvPr/>
          </p:nvSpPr>
          <p:spPr>
            <a:xfrm>
              <a:off x="13647923" y="6940307"/>
              <a:ext cx="46721" cy="233604"/>
            </a:xfrm>
            <a:custGeom>
              <a:avLst/>
              <a:gdLst>
                <a:gd name="connsiteX0" fmla="*/ 29681 w 34116"/>
                <a:gd name="connsiteY0" fmla="*/ 26269 h 170580"/>
                <a:gd name="connsiteX1" fmla="*/ 29340 w 34116"/>
                <a:gd name="connsiteY1" fmla="*/ 150452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29681 w 34116"/>
                <a:gd name="connsiteY4" fmla="*/ 2626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6269"/>
                  </a:moveTo>
                  <a:lnTo>
                    <a:pt x="29340" y="150452"/>
                  </a:lnTo>
                  <a:cubicBezTo>
                    <a:pt x="27976" y="150111"/>
                    <a:pt x="26952" y="150111"/>
                    <a:pt x="25587" y="149771"/>
                  </a:cubicBezTo>
                  <a:lnTo>
                    <a:pt x="25929" y="25587"/>
                  </a:lnTo>
                  <a:cubicBezTo>
                    <a:pt x="27294" y="25929"/>
                    <a:pt x="28657" y="26269"/>
                    <a:pt x="29681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95332B1B-A420-4EC3-B9E6-57459128F75D}"/>
                </a:ext>
              </a:extLst>
            </p:cNvPr>
            <p:cNvSpPr/>
            <p:nvPr/>
          </p:nvSpPr>
          <p:spPr>
            <a:xfrm>
              <a:off x="13642316" y="6938906"/>
              <a:ext cx="46721" cy="233604"/>
            </a:xfrm>
            <a:custGeom>
              <a:avLst/>
              <a:gdLst>
                <a:gd name="connsiteX0" fmla="*/ 30022 w 34116"/>
                <a:gd name="connsiteY0" fmla="*/ 26611 h 170580"/>
                <a:gd name="connsiteX1" fmla="*/ 29681 w 34116"/>
                <a:gd name="connsiteY1" fmla="*/ 150794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30022 w 34116"/>
                <a:gd name="connsiteY4" fmla="*/ 2661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6611"/>
                  </a:moveTo>
                  <a:lnTo>
                    <a:pt x="29681" y="150794"/>
                  </a:lnTo>
                  <a:cubicBezTo>
                    <a:pt x="28316" y="150452"/>
                    <a:pt x="26952" y="150111"/>
                    <a:pt x="25587" y="149771"/>
                  </a:cubicBezTo>
                  <a:lnTo>
                    <a:pt x="25929" y="25587"/>
                  </a:lnTo>
                  <a:cubicBezTo>
                    <a:pt x="27293" y="25929"/>
                    <a:pt x="28657" y="26269"/>
                    <a:pt x="30022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D5981268-2DA5-4801-898A-26459407FFF4}"/>
                </a:ext>
              </a:extLst>
            </p:cNvPr>
            <p:cNvSpPr/>
            <p:nvPr/>
          </p:nvSpPr>
          <p:spPr>
            <a:xfrm>
              <a:off x="13636243" y="6936571"/>
              <a:ext cx="46721" cy="233604"/>
            </a:xfrm>
            <a:custGeom>
              <a:avLst/>
              <a:gdLst>
                <a:gd name="connsiteX0" fmla="*/ 30704 w 34116"/>
                <a:gd name="connsiteY0" fmla="*/ 27293 h 170580"/>
                <a:gd name="connsiteX1" fmla="*/ 30364 w 34116"/>
                <a:gd name="connsiteY1" fmla="*/ 151476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0704 w 34116"/>
                <a:gd name="connsiteY4" fmla="*/ 2729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7293"/>
                  </a:moveTo>
                  <a:lnTo>
                    <a:pt x="30364" y="151476"/>
                  </a:lnTo>
                  <a:cubicBezTo>
                    <a:pt x="28657" y="151134"/>
                    <a:pt x="27294" y="150452"/>
                    <a:pt x="25587" y="149769"/>
                  </a:cubicBezTo>
                  <a:lnTo>
                    <a:pt x="25929" y="25587"/>
                  </a:lnTo>
                  <a:cubicBezTo>
                    <a:pt x="27294" y="26269"/>
                    <a:pt x="28999" y="26951"/>
                    <a:pt x="30704" y="2729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16F79451-C732-4DA4-AB35-BFF7C05D57BB}"/>
                </a:ext>
              </a:extLst>
            </p:cNvPr>
            <p:cNvSpPr/>
            <p:nvPr/>
          </p:nvSpPr>
          <p:spPr>
            <a:xfrm>
              <a:off x="13613325" y="6911341"/>
              <a:ext cx="93441" cy="233604"/>
            </a:xfrm>
            <a:custGeom>
              <a:avLst/>
              <a:gdLst>
                <a:gd name="connsiteX0" fmla="*/ 42664 w 68232"/>
                <a:gd name="connsiteY0" fmla="*/ 44351 h 170580"/>
                <a:gd name="connsiteX1" fmla="*/ 42322 w 68232"/>
                <a:gd name="connsiteY1" fmla="*/ 168534 h 170580"/>
                <a:gd name="connsiteX2" fmla="*/ 36863 w 68232"/>
                <a:gd name="connsiteY2" fmla="*/ 165804 h 170580"/>
                <a:gd name="connsiteX3" fmla="*/ 25606 w 68232"/>
                <a:gd name="connsiteY3" fmla="*/ 149769 h 170580"/>
                <a:gd name="connsiteX4" fmla="*/ 25947 w 68232"/>
                <a:gd name="connsiteY4" fmla="*/ 25587 h 170580"/>
                <a:gd name="connsiteX5" fmla="*/ 37205 w 68232"/>
                <a:gd name="connsiteY5" fmla="*/ 41622 h 170580"/>
                <a:gd name="connsiteX6" fmla="*/ 42664 w 68232"/>
                <a:gd name="connsiteY6" fmla="*/ 4435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232" h="170580">
                  <a:moveTo>
                    <a:pt x="42664" y="44351"/>
                  </a:moveTo>
                  <a:lnTo>
                    <a:pt x="42322" y="168534"/>
                  </a:lnTo>
                  <a:cubicBezTo>
                    <a:pt x="40275" y="167852"/>
                    <a:pt x="38570" y="166828"/>
                    <a:pt x="36863" y="165804"/>
                  </a:cubicBezTo>
                  <a:cubicBezTo>
                    <a:pt x="29699" y="161710"/>
                    <a:pt x="25264" y="155911"/>
                    <a:pt x="25606" y="149769"/>
                  </a:cubicBezTo>
                  <a:lnTo>
                    <a:pt x="25947" y="25587"/>
                  </a:lnTo>
                  <a:cubicBezTo>
                    <a:pt x="25947" y="31728"/>
                    <a:pt x="30381" y="37528"/>
                    <a:pt x="37205" y="41622"/>
                  </a:cubicBezTo>
                  <a:cubicBezTo>
                    <a:pt x="38570" y="42645"/>
                    <a:pt x="40617" y="43327"/>
                    <a:pt x="42664" y="443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FE00E43-9777-49F2-A842-BDAE58A5C62A}"/>
                </a:ext>
              </a:extLst>
            </p:cNvPr>
            <p:cNvSpPr/>
            <p:nvPr/>
          </p:nvSpPr>
          <p:spPr>
            <a:xfrm>
              <a:off x="15173823" y="6942177"/>
              <a:ext cx="46721" cy="233604"/>
            </a:xfrm>
            <a:custGeom>
              <a:avLst/>
              <a:gdLst>
                <a:gd name="connsiteX0" fmla="*/ 28317 w 34116"/>
                <a:gd name="connsiteY0" fmla="*/ 25587 h 170580"/>
                <a:gd name="connsiteX1" fmla="*/ 27976 w 34116"/>
                <a:gd name="connsiteY1" fmla="*/ 149769 h 170580"/>
                <a:gd name="connsiteX2" fmla="*/ 25587 w 34116"/>
                <a:gd name="connsiteY2" fmla="*/ 154205 h 170580"/>
                <a:gd name="connsiteX3" fmla="*/ 25929 w 34116"/>
                <a:gd name="connsiteY3" fmla="*/ 30022 h 170580"/>
                <a:gd name="connsiteX4" fmla="*/ 28317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7" y="25587"/>
                  </a:moveTo>
                  <a:lnTo>
                    <a:pt x="27976" y="149769"/>
                  </a:lnTo>
                  <a:cubicBezTo>
                    <a:pt x="27293" y="151134"/>
                    <a:pt x="26269" y="152840"/>
                    <a:pt x="25587" y="154205"/>
                  </a:cubicBezTo>
                  <a:lnTo>
                    <a:pt x="25929" y="30022"/>
                  </a:lnTo>
                  <a:cubicBezTo>
                    <a:pt x="26611" y="28657"/>
                    <a:pt x="27634" y="27293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1F1A9F7-08CB-4889-9EAC-53D838E5DD96}"/>
                </a:ext>
              </a:extLst>
            </p:cNvPr>
            <p:cNvSpPr/>
            <p:nvPr/>
          </p:nvSpPr>
          <p:spPr>
            <a:xfrm>
              <a:off x="15144390" y="6948251"/>
              <a:ext cx="93441" cy="280325"/>
            </a:xfrm>
            <a:custGeom>
              <a:avLst/>
              <a:gdLst>
                <a:gd name="connsiteX0" fmla="*/ 47422 w 68232"/>
                <a:gd name="connsiteY0" fmla="*/ 25587 h 204697"/>
                <a:gd name="connsiteX1" fmla="*/ 47080 w 68232"/>
                <a:gd name="connsiteY1" fmla="*/ 149769 h 204697"/>
                <a:gd name="connsiteX2" fmla="*/ 25587 w 68232"/>
                <a:gd name="connsiteY2" fmla="*/ 181839 h 204697"/>
                <a:gd name="connsiteX3" fmla="*/ 25929 w 68232"/>
                <a:gd name="connsiteY3" fmla="*/ 57656 h 204697"/>
                <a:gd name="connsiteX4" fmla="*/ 47422 w 68232"/>
                <a:gd name="connsiteY4" fmla="*/ 25587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47422" y="25587"/>
                  </a:moveTo>
                  <a:lnTo>
                    <a:pt x="47080" y="149769"/>
                  </a:lnTo>
                  <a:cubicBezTo>
                    <a:pt x="40940" y="160687"/>
                    <a:pt x="33776" y="171263"/>
                    <a:pt x="25587" y="181839"/>
                  </a:cubicBezTo>
                  <a:lnTo>
                    <a:pt x="25929" y="57656"/>
                  </a:lnTo>
                  <a:cubicBezTo>
                    <a:pt x="34116" y="47421"/>
                    <a:pt x="41281" y="36504"/>
                    <a:pt x="474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AB70ADF4-D48B-4B26-AA3D-9E91B84C091C}"/>
                </a:ext>
              </a:extLst>
            </p:cNvPr>
            <p:cNvSpPr/>
            <p:nvPr/>
          </p:nvSpPr>
          <p:spPr>
            <a:xfrm>
              <a:off x="15128037" y="6992634"/>
              <a:ext cx="46721" cy="233604"/>
            </a:xfrm>
            <a:custGeom>
              <a:avLst/>
              <a:gdLst>
                <a:gd name="connsiteX0" fmla="*/ 37528 w 34116"/>
                <a:gd name="connsiteY0" fmla="*/ 25587 h 170580"/>
                <a:gd name="connsiteX1" fmla="*/ 37188 w 34116"/>
                <a:gd name="connsiteY1" fmla="*/ 149771 h 170580"/>
                <a:gd name="connsiteX2" fmla="*/ 25587 w 34116"/>
                <a:gd name="connsiteY2" fmla="*/ 163758 h 170580"/>
                <a:gd name="connsiteX3" fmla="*/ 25929 w 34116"/>
                <a:gd name="connsiteY3" fmla="*/ 39575 h 170580"/>
                <a:gd name="connsiteX4" fmla="*/ 37528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7528" y="25587"/>
                  </a:moveTo>
                  <a:lnTo>
                    <a:pt x="37188" y="149771"/>
                  </a:lnTo>
                  <a:cubicBezTo>
                    <a:pt x="33434" y="154546"/>
                    <a:pt x="29682" y="158982"/>
                    <a:pt x="25587" y="163758"/>
                  </a:cubicBezTo>
                  <a:lnTo>
                    <a:pt x="25929" y="39575"/>
                  </a:lnTo>
                  <a:cubicBezTo>
                    <a:pt x="30022" y="34799"/>
                    <a:pt x="34116" y="30022"/>
                    <a:pt x="375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0DDA817A-505F-43F2-9A47-B1C2C9BEED26}"/>
                </a:ext>
              </a:extLst>
            </p:cNvPr>
            <p:cNvSpPr/>
            <p:nvPr/>
          </p:nvSpPr>
          <p:spPr>
            <a:xfrm>
              <a:off x="13888534" y="6942177"/>
              <a:ext cx="93441" cy="280325"/>
            </a:xfrm>
            <a:custGeom>
              <a:avLst/>
              <a:gdLst>
                <a:gd name="connsiteX0" fmla="*/ 62092 w 68232"/>
                <a:gd name="connsiteY0" fmla="*/ 76078 h 204697"/>
                <a:gd name="connsiteX1" fmla="*/ 61750 w 68232"/>
                <a:gd name="connsiteY1" fmla="*/ 200262 h 204697"/>
                <a:gd name="connsiteX2" fmla="*/ 25587 w 68232"/>
                <a:gd name="connsiteY2" fmla="*/ 149769 h 204697"/>
                <a:gd name="connsiteX3" fmla="*/ 25929 w 68232"/>
                <a:gd name="connsiteY3" fmla="*/ 25587 h 204697"/>
                <a:gd name="connsiteX4" fmla="*/ 62092 w 68232"/>
                <a:gd name="connsiteY4" fmla="*/ 7607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2" y="76078"/>
                  </a:moveTo>
                  <a:lnTo>
                    <a:pt x="61750" y="200262"/>
                  </a:lnTo>
                  <a:cubicBezTo>
                    <a:pt x="46740" y="183886"/>
                    <a:pt x="34799" y="167169"/>
                    <a:pt x="25587" y="149769"/>
                  </a:cubicBezTo>
                  <a:lnTo>
                    <a:pt x="25929" y="25587"/>
                  </a:lnTo>
                  <a:cubicBezTo>
                    <a:pt x="34799" y="42987"/>
                    <a:pt x="46740" y="60045"/>
                    <a:pt x="62092" y="760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40C70D15-AFDC-4C5E-8FD9-32A41E73BA45}"/>
                </a:ext>
              </a:extLst>
            </p:cNvPr>
            <p:cNvSpPr/>
            <p:nvPr/>
          </p:nvSpPr>
          <p:spPr>
            <a:xfrm>
              <a:off x="15300904" y="7124387"/>
              <a:ext cx="46721" cy="233604"/>
            </a:xfrm>
            <a:custGeom>
              <a:avLst/>
              <a:gdLst>
                <a:gd name="connsiteX0" fmla="*/ 25929 w 34116"/>
                <a:gd name="connsiteY0" fmla="*/ 25587 h 170580"/>
                <a:gd name="connsiteX1" fmla="*/ 25587 w 34116"/>
                <a:gd name="connsiteY1" fmla="*/ 149771 h 170580"/>
                <a:gd name="connsiteX2" fmla="*/ 25587 w 34116"/>
                <a:gd name="connsiteY2" fmla="*/ 150111 h 170580"/>
                <a:gd name="connsiteX3" fmla="*/ 25929 w 34116"/>
                <a:gd name="connsiteY3" fmla="*/ 25929 h 170580"/>
                <a:gd name="connsiteX4" fmla="*/ 2592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5929" y="25587"/>
                  </a:moveTo>
                  <a:lnTo>
                    <a:pt x="25587" y="149771"/>
                  </a:lnTo>
                  <a:lnTo>
                    <a:pt x="25587" y="150111"/>
                  </a:lnTo>
                  <a:lnTo>
                    <a:pt x="25929" y="25929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0C71337-3069-40A5-963C-FE263BDBA5EB}"/>
                </a:ext>
              </a:extLst>
            </p:cNvPr>
            <p:cNvSpPr/>
            <p:nvPr/>
          </p:nvSpPr>
          <p:spPr>
            <a:xfrm>
              <a:off x="15300437" y="7124856"/>
              <a:ext cx="46721" cy="233604"/>
            </a:xfrm>
            <a:custGeom>
              <a:avLst/>
              <a:gdLst>
                <a:gd name="connsiteX0" fmla="*/ 26270 w 34116"/>
                <a:gd name="connsiteY0" fmla="*/ 25587 h 170580"/>
                <a:gd name="connsiteX1" fmla="*/ 25929 w 34116"/>
                <a:gd name="connsiteY1" fmla="*/ 149769 h 170580"/>
                <a:gd name="connsiteX2" fmla="*/ 25587 w 34116"/>
                <a:gd name="connsiteY2" fmla="*/ 152158 h 170580"/>
                <a:gd name="connsiteX3" fmla="*/ 25929 w 34116"/>
                <a:gd name="connsiteY3" fmla="*/ 27974 h 170580"/>
                <a:gd name="connsiteX4" fmla="*/ 26270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70" y="25587"/>
                  </a:moveTo>
                  <a:lnTo>
                    <a:pt x="25929" y="149769"/>
                  </a:lnTo>
                  <a:cubicBezTo>
                    <a:pt x="25929" y="150452"/>
                    <a:pt x="25929" y="151134"/>
                    <a:pt x="25587" y="152158"/>
                  </a:cubicBezTo>
                  <a:lnTo>
                    <a:pt x="25929" y="27974"/>
                  </a:lnTo>
                  <a:cubicBezTo>
                    <a:pt x="26270" y="26951"/>
                    <a:pt x="26270" y="26269"/>
                    <a:pt x="2627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0953AAB-8094-4E85-8422-4FA78E993A15}"/>
                </a:ext>
              </a:extLst>
            </p:cNvPr>
            <p:cNvSpPr/>
            <p:nvPr/>
          </p:nvSpPr>
          <p:spPr>
            <a:xfrm>
              <a:off x="15299503" y="7128124"/>
              <a:ext cx="46721" cy="233604"/>
            </a:xfrm>
            <a:custGeom>
              <a:avLst/>
              <a:gdLst>
                <a:gd name="connsiteX0" fmla="*/ 26611 w 34116"/>
                <a:gd name="connsiteY0" fmla="*/ 25587 h 170580"/>
                <a:gd name="connsiteX1" fmla="*/ 26269 w 34116"/>
                <a:gd name="connsiteY1" fmla="*/ 149771 h 170580"/>
                <a:gd name="connsiteX2" fmla="*/ 25587 w 34116"/>
                <a:gd name="connsiteY2" fmla="*/ 151817 h 170580"/>
                <a:gd name="connsiteX3" fmla="*/ 25929 w 34116"/>
                <a:gd name="connsiteY3" fmla="*/ 27635 h 170580"/>
                <a:gd name="connsiteX4" fmla="*/ 2661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611" y="25587"/>
                  </a:moveTo>
                  <a:lnTo>
                    <a:pt x="26269" y="149771"/>
                  </a:lnTo>
                  <a:cubicBezTo>
                    <a:pt x="26269" y="150452"/>
                    <a:pt x="25929" y="151135"/>
                    <a:pt x="25587" y="151817"/>
                  </a:cubicBezTo>
                  <a:lnTo>
                    <a:pt x="25929" y="27635"/>
                  </a:lnTo>
                  <a:cubicBezTo>
                    <a:pt x="26269" y="26952"/>
                    <a:pt x="26611" y="26270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41AC2A5-2861-4928-8D8C-4BAC297EFE92}"/>
                </a:ext>
              </a:extLst>
            </p:cNvPr>
            <p:cNvSpPr/>
            <p:nvPr/>
          </p:nvSpPr>
          <p:spPr>
            <a:xfrm>
              <a:off x="15298570" y="7130929"/>
              <a:ext cx="46721" cy="233604"/>
            </a:xfrm>
            <a:custGeom>
              <a:avLst/>
              <a:gdLst>
                <a:gd name="connsiteX0" fmla="*/ 26951 w 34116"/>
                <a:gd name="connsiteY0" fmla="*/ 25587 h 170580"/>
                <a:gd name="connsiteX1" fmla="*/ 26611 w 34116"/>
                <a:gd name="connsiteY1" fmla="*/ 149769 h 170580"/>
                <a:gd name="connsiteX2" fmla="*/ 25587 w 34116"/>
                <a:gd name="connsiteY2" fmla="*/ 152158 h 170580"/>
                <a:gd name="connsiteX3" fmla="*/ 25928 w 34116"/>
                <a:gd name="connsiteY3" fmla="*/ 27974 h 170580"/>
                <a:gd name="connsiteX4" fmla="*/ 2695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951" y="25587"/>
                  </a:moveTo>
                  <a:lnTo>
                    <a:pt x="26611" y="149769"/>
                  </a:lnTo>
                  <a:cubicBezTo>
                    <a:pt x="26269" y="150451"/>
                    <a:pt x="25928" y="151134"/>
                    <a:pt x="25587" y="152158"/>
                  </a:cubicBezTo>
                  <a:lnTo>
                    <a:pt x="25928" y="27974"/>
                  </a:lnTo>
                  <a:cubicBezTo>
                    <a:pt x="26269" y="26951"/>
                    <a:pt x="26611" y="26269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E00147E3-475C-4671-A813-3774AB9526DF}"/>
                </a:ext>
              </a:extLst>
            </p:cNvPr>
            <p:cNvSpPr/>
            <p:nvPr/>
          </p:nvSpPr>
          <p:spPr>
            <a:xfrm>
              <a:off x="15296233" y="7134198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4 w 34116"/>
                <a:gd name="connsiteY1" fmla="*/ 149771 h 170580"/>
                <a:gd name="connsiteX2" fmla="*/ 25587 w 34116"/>
                <a:gd name="connsiteY2" fmla="*/ 152159 h 170580"/>
                <a:gd name="connsiteX3" fmla="*/ 25929 w 34116"/>
                <a:gd name="connsiteY3" fmla="*/ 27976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4" y="149771"/>
                  </a:lnTo>
                  <a:cubicBezTo>
                    <a:pt x="26952" y="150452"/>
                    <a:pt x="26270" y="151476"/>
                    <a:pt x="25587" y="152159"/>
                  </a:cubicBezTo>
                  <a:lnTo>
                    <a:pt x="25929" y="27976"/>
                  </a:lnTo>
                  <a:cubicBezTo>
                    <a:pt x="26611" y="26952"/>
                    <a:pt x="26952" y="26270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676D67B-B239-4FCD-AC6F-1E7CA427E652}"/>
                </a:ext>
              </a:extLst>
            </p:cNvPr>
            <p:cNvSpPr/>
            <p:nvPr/>
          </p:nvSpPr>
          <p:spPr>
            <a:xfrm>
              <a:off x="15292961" y="7137001"/>
              <a:ext cx="46721" cy="233604"/>
            </a:xfrm>
            <a:custGeom>
              <a:avLst/>
              <a:gdLst>
                <a:gd name="connsiteX0" fmla="*/ 28317 w 34116"/>
                <a:gd name="connsiteY0" fmla="*/ 25587 h 170580"/>
                <a:gd name="connsiteX1" fmla="*/ 27976 w 34116"/>
                <a:gd name="connsiteY1" fmla="*/ 149771 h 170580"/>
                <a:gd name="connsiteX2" fmla="*/ 25587 w 34116"/>
                <a:gd name="connsiteY2" fmla="*/ 152499 h 170580"/>
                <a:gd name="connsiteX3" fmla="*/ 25929 w 34116"/>
                <a:gd name="connsiteY3" fmla="*/ 28317 h 170580"/>
                <a:gd name="connsiteX4" fmla="*/ 28317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7" y="25587"/>
                  </a:moveTo>
                  <a:lnTo>
                    <a:pt x="27976" y="149771"/>
                  </a:lnTo>
                  <a:cubicBezTo>
                    <a:pt x="27294" y="150794"/>
                    <a:pt x="26612" y="151476"/>
                    <a:pt x="25587" y="152499"/>
                  </a:cubicBezTo>
                  <a:lnTo>
                    <a:pt x="25929" y="28317"/>
                  </a:lnTo>
                  <a:cubicBezTo>
                    <a:pt x="26952" y="27634"/>
                    <a:pt x="27635" y="26611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5CC973A7-15FB-41D7-A3FA-2118994D87BD}"/>
                </a:ext>
              </a:extLst>
            </p:cNvPr>
            <p:cNvSpPr/>
            <p:nvPr/>
          </p:nvSpPr>
          <p:spPr>
            <a:xfrm>
              <a:off x="15286422" y="7140740"/>
              <a:ext cx="46721" cy="233604"/>
            </a:xfrm>
            <a:custGeom>
              <a:avLst/>
              <a:gdLst>
                <a:gd name="connsiteX0" fmla="*/ 30704 w 34116"/>
                <a:gd name="connsiteY0" fmla="*/ 25587 h 170580"/>
                <a:gd name="connsiteX1" fmla="*/ 30363 w 34116"/>
                <a:gd name="connsiteY1" fmla="*/ 149769 h 170580"/>
                <a:gd name="connsiteX2" fmla="*/ 25587 w 34116"/>
                <a:gd name="connsiteY2" fmla="*/ 153523 h 170580"/>
                <a:gd name="connsiteX3" fmla="*/ 25929 w 34116"/>
                <a:gd name="connsiteY3" fmla="*/ 29339 h 170580"/>
                <a:gd name="connsiteX4" fmla="*/ 3070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5587"/>
                  </a:moveTo>
                  <a:lnTo>
                    <a:pt x="30363" y="149769"/>
                  </a:lnTo>
                  <a:cubicBezTo>
                    <a:pt x="28999" y="151134"/>
                    <a:pt x="27293" y="152158"/>
                    <a:pt x="25587" y="153523"/>
                  </a:cubicBezTo>
                  <a:lnTo>
                    <a:pt x="25929" y="29339"/>
                  </a:lnTo>
                  <a:cubicBezTo>
                    <a:pt x="27634" y="27976"/>
                    <a:pt x="29339" y="26952"/>
                    <a:pt x="307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4B3ABEA6-513F-43F7-BD85-E0F5E84E6AAA}"/>
                </a:ext>
              </a:extLst>
            </p:cNvPr>
            <p:cNvSpPr/>
            <p:nvPr/>
          </p:nvSpPr>
          <p:spPr>
            <a:xfrm>
              <a:off x="15285488" y="7145878"/>
              <a:ext cx="46721" cy="233604"/>
            </a:xfrm>
            <a:custGeom>
              <a:avLst/>
              <a:gdLst>
                <a:gd name="connsiteX0" fmla="*/ 26269 w 34116"/>
                <a:gd name="connsiteY0" fmla="*/ 25587 h 170580"/>
                <a:gd name="connsiteX1" fmla="*/ 25928 w 34116"/>
                <a:gd name="connsiteY1" fmla="*/ 149771 h 170580"/>
                <a:gd name="connsiteX2" fmla="*/ 25587 w 34116"/>
                <a:gd name="connsiteY2" fmla="*/ 150112 h 170580"/>
                <a:gd name="connsiteX3" fmla="*/ 25928 w 34116"/>
                <a:gd name="connsiteY3" fmla="*/ 25929 h 170580"/>
                <a:gd name="connsiteX4" fmla="*/ 2626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69" y="25587"/>
                  </a:moveTo>
                  <a:lnTo>
                    <a:pt x="25928" y="149771"/>
                  </a:lnTo>
                  <a:cubicBezTo>
                    <a:pt x="25928" y="149771"/>
                    <a:pt x="25587" y="150112"/>
                    <a:pt x="25587" y="150112"/>
                  </a:cubicBezTo>
                  <a:lnTo>
                    <a:pt x="25928" y="25929"/>
                  </a:lnTo>
                  <a:cubicBezTo>
                    <a:pt x="26269" y="25587"/>
                    <a:pt x="26269" y="25587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8C7AD2A-8518-41D3-B3FE-9DA1D7C59F75}"/>
                </a:ext>
              </a:extLst>
            </p:cNvPr>
            <p:cNvSpPr/>
            <p:nvPr/>
          </p:nvSpPr>
          <p:spPr>
            <a:xfrm>
              <a:off x="13766126" y="7123921"/>
              <a:ext cx="46721" cy="233604"/>
            </a:xfrm>
            <a:custGeom>
              <a:avLst/>
              <a:gdLst>
                <a:gd name="connsiteX0" fmla="*/ 37528 w 34116"/>
                <a:gd name="connsiteY0" fmla="*/ 41622 h 170580"/>
                <a:gd name="connsiteX1" fmla="*/ 37187 w 34116"/>
                <a:gd name="connsiteY1" fmla="*/ 165805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37528 w 34116"/>
                <a:gd name="connsiteY4" fmla="*/ 4162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7528" y="41622"/>
                  </a:moveTo>
                  <a:lnTo>
                    <a:pt x="37187" y="165805"/>
                  </a:lnTo>
                  <a:cubicBezTo>
                    <a:pt x="29340" y="161370"/>
                    <a:pt x="25587" y="155570"/>
                    <a:pt x="25587" y="149771"/>
                  </a:cubicBezTo>
                  <a:lnTo>
                    <a:pt x="25929" y="25587"/>
                  </a:lnTo>
                  <a:cubicBezTo>
                    <a:pt x="25929" y="31387"/>
                    <a:pt x="29681" y="37187"/>
                    <a:pt x="37528" y="416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A1D17CB-E4F4-4B8E-A35F-45C200517F05}"/>
                </a:ext>
              </a:extLst>
            </p:cNvPr>
            <p:cNvSpPr/>
            <p:nvPr/>
          </p:nvSpPr>
          <p:spPr>
            <a:xfrm>
              <a:off x="14731378" y="7172978"/>
              <a:ext cx="186884" cy="233604"/>
            </a:xfrm>
            <a:custGeom>
              <a:avLst/>
              <a:gdLst>
                <a:gd name="connsiteX0" fmla="*/ 112924 w 136464"/>
                <a:gd name="connsiteY0" fmla="*/ 25587 h 170580"/>
                <a:gd name="connsiteX1" fmla="*/ 112584 w 136464"/>
                <a:gd name="connsiteY1" fmla="*/ 149769 h 170580"/>
                <a:gd name="connsiteX2" fmla="*/ 25587 w 136464"/>
                <a:gd name="connsiteY2" fmla="*/ 170581 h 170580"/>
                <a:gd name="connsiteX3" fmla="*/ 25929 w 136464"/>
                <a:gd name="connsiteY3" fmla="*/ 46397 h 170580"/>
                <a:gd name="connsiteX4" fmla="*/ 112924 w 136464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64" h="170580">
                  <a:moveTo>
                    <a:pt x="112924" y="25587"/>
                  </a:moveTo>
                  <a:lnTo>
                    <a:pt x="112584" y="149769"/>
                  </a:lnTo>
                  <a:cubicBezTo>
                    <a:pt x="84267" y="158299"/>
                    <a:pt x="55268" y="165122"/>
                    <a:pt x="25587" y="170581"/>
                  </a:cubicBezTo>
                  <a:lnTo>
                    <a:pt x="25929" y="46397"/>
                  </a:lnTo>
                  <a:cubicBezTo>
                    <a:pt x="55268" y="40939"/>
                    <a:pt x="84608" y="34116"/>
                    <a:pt x="11292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D41DB01E-9F3B-4FE4-B570-3D97A421DF8C}"/>
                </a:ext>
              </a:extLst>
            </p:cNvPr>
            <p:cNvSpPr/>
            <p:nvPr/>
          </p:nvSpPr>
          <p:spPr>
            <a:xfrm>
              <a:off x="14305752" y="7195402"/>
              <a:ext cx="93441" cy="233604"/>
            </a:xfrm>
            <a:custGeom>
              <a:avLst/>
              <a:gdLst>
                <a:gd name="connsiteX0" fmla="*/ 48786 w 68232"/>
                <a:gd name="connsiteY0" fmla="*/ 30022 h 170580"/>
                <a:gd name="connsiteX1" fmla="*/ 48444 w 68232"/>
                <a:gd name="connsiteY1" fmla="*/ 154206 h 170580"/>
                <a:gd name="connsiteX2" fmla="*/ 25587 w 68232"/>
                <a:gd name="connsiteY2" fmla="*/ 149771 h 170580"/>
                <a:gd name="connsiteX3" fmla="*/ 25928 w 68232"/>
                <a:gd name="connsiteY3" fmla="*/ 25587 h 170580"/>
                <a:gd name="connsiteX4" fmla="*/ 48786 w 68232"/>
                <a:gd name="connsiteY4" fmla="*/ 3002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70580">
                  <a:moveTo>
                    <a:pt x="48786" y="30022"/>
                  </a:moveTo>
                  <a:lnTo>
                    <a:pt x="48444" y="154206"/>
                  </a:lnTo>
                  <a:cubicBezTo>
                    <a:pt x="40939" y="152841"/>
                    <a:pt x="33093" y="151476"/>
                    <a:pt x="25587" y="149771"/>
                  </a:cubicBezTo>
                  <a:lnTo>
                    <a:pt x="25928" y="25587"/>
                  </a:lnTo>
                  <a:cubicBezTo>
                    <a:pt x="33433" y="27294"/>
                    <a:pt x="41280" y="28659"/>
                    <a:pt x="48786" y="300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67C1AAA-A88A-4202-BD37-69FD6D8D8342}"/>
                </a:ext>
              </a:extLst>
            </p:cNvPr>
            <p:cNvSpPr/>
            <p:nvPr/>
          </p:nvSpPr>
          <p:spPr>
            <a:xfrm>
              <a:off x="14236138" y="7178583"/>
              <a:ext cx="140163" cy="233604"/>
            </a:xfrm>
            <a:custGeom>
              <a:avLst/>
              <a:gdLst>
                <a:gd name="connsiteX0" fmla="*/ 76761 w 102348"/>
                <a:gd name="connsiteY0" fmla="*/ 37868 h 170580"/>
                <a:gd name="connsiteX1" fmla="*/ 76421 w 102348"/>
                <a:gd name="connsiteY1" fmla="*/ 162052 h 170580"/>
                <a:gd name="connsiteX2" fmla="*/ 25587 w 102348"/>
                <a:gd name="connsiteY2" fmla="*/ 149769 h 170580"/>
                <a:gd name="connsiteX3" fmla="*/ 25929 w 102348"/>
                <a:gd name="connsiteY3" fmla="*/ 25587 h 170580"/>
                <a:gd name="connsiteX4" fmla="*/ 76761 w 102348"/>
                <a:gd name="connsiteY4" fmla="*/ 37868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348" h="170580">
                  <a:moveTo>
                    <a:pt x="76761" y="37868"/>
                  </a:moveTo>
                  <a:lnTo>
                    <a:pt x="76421" y="162052"/>
                  </a:lnTo>
                  <a:cubicBezTo>
                    <a:pt x="59363" y="158640"/>
                    <a:pt x="42305" y="154205"/>
                    <a:pt x="25587" y="149769"/>
                  </a:cubicBezTo>
                  <a:lnTo>
                    <a:pt x="25929" y="25587"/>
                  </a:lnTo>
                  <a:cubicBezTo>
                    <a:pt x="42645" y="30022"/>
                    <a:pt x="59703" y="34458"/>
                    <a:pt x="76761" y="378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AAFF385-AAAD-4E5A-A963-E528266A9DBF}"/>
                </a:ext>
              </a:extLst>
            </p:cNvPr>
            <p:cNvSpPr/>
            <p:nvPr/>
          </p:nvSpPr>
          <p:spPr>
            <a:xfrm>
              <a:off x="14217449" y="7172978"/>
              <a:ext cx="46721" cy="233604"/>
            </a:xfrm>
            <a:custGeom>
              <a:avLst/>
              <a:gdLst>
                <a:gd name="connsiteX0" fmla="*/ 39916 w 34116"/>
                <a:gd name="connsiteY0" fmla="*/ 29681 h 170580"/>
                <a:gd name="connsiteX1" fmla="*/ 39575 w 34116"/>
                <a:gd name="connsiteY1" fmla="*/ 153863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9916 w 34116"/>
                <a:gd name="connsiteY4" fmla="*/ 2968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9916" y="29681"/>
                  </a:moveTo>
                  <a:lnTo>
                    <a:pt x="39575" y="153863"/>
                  </a:lnTo>
                  <a:cubicBezTo>
                    <a:pt x="34798" y="152499"/>
                    <a:pt x="30364" y="151134"/>
                    <a:pt x="25587" y="149769"/>
                  </a:cubicBezTo>
                  <a:lnTo>
                    <a:pt x="25929" y="25587"/>
                  </a:lnTo>
                  <a:cubicBezTo>
                    <a:pt x="30364" y="26951"/>
                    <a:pt x="35140" y="28316"/>
                    <a:pt x="39916" y="29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8EC948B-8D89-4A32-A817-72A7DC083E1E}"/>
                </a:ext>
              </a:extLst>
            </p:cNvPr>
            <p:cNvSpPr/>
            <p:nvPr/>
          </p:nvSpPr>
          <p:spPr>
            <a:xfrm>
              <a:off x="15083186" y="7145878"/>
              <a:ext cx="233604" cy="327045"/>
            </a:xfrm>
            <a:custGeom>
              <a:avLst/>
              <a:gdLst>
                <a:gd name="connsiteX0" fmla="*/ 173651 w 170580"/>
                <a:gd name="connsiteY0" fmla="*/ 25587 h 238813"/>
                <a:gd name="connsiteX1" fmla="*/ 173311 w 170580"/>
                <a:gd name="connsiteY1" fmla="*/ 150112 h 238813"/>
                <a:gd name="connsiteX2" fmla="*/ 25587 w 170580"/>
                <a:gd name="connsiteY2" fmla="*/ 235743 h 238813"/>
                <a:gd name="connsiteX3" fmla="*/ 25929 w 170580"/>
                <a:gd name="connsiteY3" fmla="*/ 111561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580" h="238813">
                  <a:moveTo>
                    <a:pt x="173651" y="25587"/>
                  </a:moveTo>
                  <a:lnTo>
                    <a:pt x="173311" y="150112"/>
                  </a:lnTo>
                  <a:lnTo>
                    <a:pt x="25587" y="235743"/>
                  </a:lnTo>
                  <a:lnTo>
                    <a:pt x="25929" y="1115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D6F58C20-9008-4FB0-8077-2AF65C6F0E90}"/>
                </a:ext>
              </a:extLst>
            </p:cNvPr>
            <p:cNvSpPr/>
            <p:nvPr/>
          </p:nvSpPr>
          <p:spPr>
            <a:xfrm>
              <a:off x="14850517" y="7172978"/>
              <a:ext cx="186884" cy="327045"/>
            </a:xfrm>
            <a:custGeom>
              <a:avLst/>
              <a:gdLst>
                <a:gd name="connsiteX0" fmla="*/ 140558 w 136464"/>
                <a:gd name="connsiteY0" fmla="*/ 91773 h 238813"/>
                <a:gd name="connsiteX1" fmla="*/ 140217 w 136464"/>
                <a:gd name="connsiteY1" fmla="*/ 215955 h 238813"/>
                <a:gd name="connsiteX2" fmla="*/ 25587 w 136464"/>
                <a:gd name="connsiteY2" fmla="*/ 149769 h 238813"/>
                <a:gd name="connsiteX3" fmla="*/ 25928 w 136464"/>
                <a:gd name="connsiteY3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238813">
                  <a:moveTo>
                    <a:pt x="140558" y="91773"/>
                  </a:moveTo>
                  <a:lnTo>
                    <a:pt x="140217" y="215955"/>
                  </a:lnTo>
                  <a:lnTo>
                    <a:pt x="25587" y="149769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B0713750-FB0E-4C79-A9DB-114C7646CAD3}"/>
                </a:ext>
              </a:extLst>
            </p:cNvPr>
            <p:cNvSpPr/>
            <p:nvPr/>
          </p:nvSpPr>
          <p:spPr>
            <a:xfrm>
              <a:off x="14060935" y="7172978"/>
              <a:ext cx="186884" cy="327045"/>
            </a:xfrm>
            <a:custGeom>
              <a:avLst/>
              <a:gdLst>
                <a:gd name="connsiteX0" fmla="*/ 140218 w 136464"/>
                <a:gd name="connsiteY0" fmla="*/ 25587 h 238813"/>
                <a:gd name="connsiteX1" fmla="*/ 139877 w 136464"/>
                <a:gd name="connsiteY1" fmla="*/ 149769 h 238813"/>
                <a:gd name="connsiteX2" fmla="*/ 25587 w 136464"/>
                <a:gd name="connsiteY2" fmla="*/ 215955 h 238813"/>
                <a:gd name="connsiteX3" fmla="*/ 25929 w 136464"/>
                <a:gd name="connsiteY3" fmla="*/ 91773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238813">
                  <a:moveTo>
                    <a:pt x="140218" y="25587"/>
                  </a:moveTo>
                  <a:lnTo>
                    <a:pt x="139877" y="149769"/>
                  </a:lnTo>
                  <a:lnTo>
                    <a:pt x="25587" y="215955"/>
                  </a:lnTo>
                  <a:lnTo>
                    <a:pt x="25929" y="917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FA679DD2-2E7F-455D-A27B-D19EFF434B38}"/>
                </a:ext>
              </a:extLst>
            </p:cNvPr>
            <p:cNvSpPr/>
            <p:nvPr/>
          </p:nvSpPr>
          <p:spPr>
            <a:xfrm>
              <a:off x="13782011" y="7145878"/>
              <a:ext cx="233604" cy="327045"/>
            </a:xfrm>
            <a:custGeom>
              <a:avLst/>
              <a:gdLst>
                <a:gd name="connsiteX0" fmla="*/ 174676 w 170580"/>
                <a:gd name="connsiteY0" fmla="*/ 111561 h 238813"/>
                <a:gd name="connsiteX1" fmla="*/ 174334 w 170580"/>
                <a:gd name="connsiteY1" fmla="*/ 235743 h 238813"/>
                <a:gd name="connsiteX2" fmla="*/ 25587 w 170580"/>
                <a:gd name="connsiteY2" fmla="*/ 149771 h 238813"/>
                <a:gd name="connsiteX3" fmla="*/ 25929 w 170580"/>
                <a:gd name="connsiteY3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580" h="238813">
                  <a:moveTo>
                    <a:pt x="174676" y="111561"/>
                  </a:moveTo>
                  <a:lnTo>
                    <a:pt x="174334" y="235743"/>
                  </a:lnTo>
                  <a:lnTo>
                    <a:pt x="25587" y="149771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EF82C432-3102-4D11-944B-CAF7DDA3DECB}"/>
                </a:ext>
              </a:extLst>
            </p:cNvPr>
            <p:cNvSpPr/>
            <p:nvPr/>
          </p:nvSpPr>
          <p:spPr>
            <a:xfrm>
              <a:off x="15071506" y="7263616"/>
              <a:ext cx="46721" cy="233604"/>
            </a:xfrm>
            <a:custGeom>
              <a:avLst/>
              <a:gdLst>
                <a:gd name="connsiteX0" fmla="*/ 34458 w 34116"/>
                <a:gd name="connsiteY0" fmla="*/ 25587 h 170580"/>
                <a:gd name="connsiteX1" fmla="*/ 34116 w 34116"/>
                <a:gd name="connsiteY1" fmla="*/ 149769 h 170580"/>
                <a:gd name="connsiteX2" fmla="*/ 25587 w 34116"/>
                <a:gd name="connsiteY2" fmla="*/ 153523 h 170580"/>
                <a:gd name="connsiteX3" fmla="*/ 25929 w 34116"/>
                <a:gd name="connsiteY3" fmla="*/ 29339 h 170580"/>
                <a:gd name="connsiteX4" fmla="*/ 34458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4458" y="25587"/>
                  </a:moveTo>
                  <a:lnTo>
                    <a:pt x="34116" y="149769"/>
                  </a:lnTo>
                  <a:cubicBezTo>
                    <a:pt x="31387" y="151134"/>
                    <a:pt x="28657" y="152499"/>
                    <a:pt x="25587" y="153523"/>
                  </a:cubicBezTo>
                  <a:lnTo>
                    <a:pt x="25929" y="29339"/>
                  </a:lnTo>
                  <a:cubicBezTo>
                    <a:pt x="28999" y="28316"/>
                    <a:pt x="31728" y="27293"/>
                    <a:pt x="3445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7D13331-8311-4DE9-AB73-B7756C123B3F}"/>
                </a:ext>
              </a:extLst>
            </p:cNvPr>
            <p:cNvSpPr/>
            <p:nvPr/>
          </p:nvSpPr>
          <p:spPr>
            <a:xfrm>
              <a:off x="15061227" y="7268755"/>
              <a:ext cx="46721" cy="233604"/>
            </a:xfrm>
            <a:custGeom>
              <a:avLst/>
              <a:gdLst>
                <a:gd name="connsiteX0" fmla="*/ 33434 w 34116"/>
                <a:gd name="connsiteY0" fmla="*/ 25587 h 170580"/>
                <a:gd name="connsiteX1" fmla="*/ 33093 w 34116"/>
                <a:gd name="connsiteY1" fmla="*/ 149771 h 170580"/>
                <a:gd name="connsiteX2" fmla="*/ 25587 w 34116"/>
                <a:gd name="connsiteY2" fmla="*/ 151476 h 170580"/>
                <a:gd name="connsiteX3" fmla="*/ 25929 w 34116"/>
                <a:gd name="connsiteY3" fmla="*/ 27294 h 170580"/>
                <a:gd name="connsiteX4" fmla="*/ 334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3434" y="25587"/>
                  </a:moveTo>
                  <a:lnTo>
                    <a:pt x="33093" y="149771"/>
                  </a:lnTo>
                  <a:cubicBezTo>
                    <a:pt x="30704" y="150452"/>
                    <a:pt x="28317" y="151134"/>
                    <a:pt x="25587" y="151476"/>
                  </a:cubicBezTo>
                  <a:lnTo>
                    <a:pt x="25929" y="27294"/>
                  </a:lnTo>
                  <a:cubicBezTo>
                    <a:pt x="28657" y="26952"/>
                    <a:pt x="31046" y="26270"/>
                    <a:pt x="334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FCD4BB3D-CFB4-45B9-AD27-7345ACCE99FE}"/>
                </a:ext>
              </a:extLst>
            </p:cNvPr>
            <p:cNvSpPr/>
            <p:nvPr/>
          </p:nvSpPr>
          <p:spPr>
            <a:xfrm>
              <a:off x="15054219" y="7271558"/>
              <a:ext cx="46721" cy="233604"/>
            </a:xfrm>
            <a:custGeom>
              <a:avLst/>
              <a:gdLst>
                <a:gd name="connsiteX0" fmla="*/ 31046 w 34116"/>
                <a:gd name="connsiteY0" fmla="*/ 25587 h 170580"/>
                <a:gd name="connsiteX1" fmla="*/ 30704 w 34116"/>
                <a:gd name="connsiteY1" fmla="*/ 149771 h 170580"/>
                <a:gd name="connsiteX2" fmla="*/ 25587 w 34116"/>
                <a:gd name="connsiteY2" fmla="*/ 150452 h 170580"/>
                <a:gd name="connsiteX3" fmla="*/ 25929 w 34116"/>
                <a:gd name="connsiteY3" fmla="*/ 26270 h 170580"/>
                <a:gd name="connsiteX4" fmla="*/ 3104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046" y="25587"/>
                  </a:moveTo>
                  <a:lnTo>
                    <a:pt x="30704" y="149771"/>
                  </a:lnTo>
                  <a:cubicBezTo>
                    <a:pt x="28999" y="150111"/>
                    <a:pt x="27293" y="150452"/>
                    <a:pt x="25587" y="150452"/>
                  </a:cubicBezTo>
                  <a:lnTo>
                    <a:pt x="25929" y="26270"/>
                  </a:lnTo>
                  <a:cubicBezTo>
                    <a:pt x="27976" y="25929"/>
                    <a:pt x="29339" y="25587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08D0A9E-8160-468E-9718-B6484BC007E2}"/>
                </a:ext>
              </a:extLst>
            </p:cNvPr>
            <p:cNvSpPr/>
            <p:nvPr/>
          </p:nvSpPr>
          <p:spPr>
            <a:xfrm>
              <a:off x="15048613" y="7272493"/>
              <a:ext cx="46721" cy="233604"/>
            </a:xfrm>
            <a:custGeom>
              <a:avLst/>
              <a:gdLst>
                <a:gd name="connsiteX0" fmla="*/ 30363 w 34116"/>
                <a:gd name="connsiteY0" fmla="*/ 25587 h 170580"/>
                <a:gd name="connsiteX1" fmla="*/ 30022 w 34116"/>
                <a:gd name="connsiteY1" fmla="*/ 149769 h 170580"/>
                <a:gd name="connsiteX2" fmla="*/ 25587 w 34116"/>
                <a:gd name="connsiteY2" fmla="*/ 150111 h 170580"/>
                <a:gd name="connsiteX3" fmla="*/ 25929 w 34116"/>
                <a:gd name="connsiteY3" fmla="*/ 25928 h 170580"/>
                <a:gd name="connsiteX4" fmla="*/ 30363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363" y="25587"/>
                  </a:moveTo>
                  <a:lnTo>
                    <a:pt x="30022" y="149769"/>
                  </a:lnTo>
                  <a:cubicBezTo>
                    <a:pt x="28657" y="149769"/>
                    <a:pt x="27293" y="150111"/>
                    <a:pt x="25587" y="150111"/>
                  </a:cubicBezTo>
                  <a:lnTo>
                    <a:pt x="25929" y="25928"/>
                  </a:lnTo>
                  <a:cubicBezTo>
                    <a:pt x="27293" y="25587"/>
                    <a:pt x="28657" y="25587"/>
                    <a:pt x="3036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389789C7-F759-4635-A7EA-65ABCE8F74AD}"/>
                </a:ext>
              </a:extLst>
            </p:cNvPr>
            <p:cNvSpPr/>
            <p:nvPr/>
          </p:nvSpPr>
          <p:spPr>
            <a:xfrm>
              <a:off x="15043007" y="7272493"/>
              <a:ext cx="46721" cy="233604"/>
            </a:xfrm>
            <a:custGeom>
              <a:avLst/>
              <a:gdLst>
                <a:gd name="connsiteX0" fmla="*/ 30022 w 34116"/>
                <a:gd name="connsiteY0" fmla="*/ 25587 h 170580"/>
                <a:gd name="connsiteX1" fmla="*/ 29681 w 34116"/>
                <a:gd name="connsiteY1" fmla="*/ 149769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30022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5587"/>
                  </a:moveTo>
                  <a:lnTo>
                    <a:pt x="29681" y="149769"/>
                  </a:lnTo>
                  <a:cubicBezTo>
                    <a:pt x="28316" y="149769"/>
                    <a:pt x="26951" y="149769"/>
                    <a:pt x="25587" y="149769"/>
                  </a:cubicBezTo>
                  <a:lnTo>
                    <a:pt x="25928" y="25587"/>
                  </a:lnTo>
                  <a:cubicBezTo>
                    <a:pt x="27293" y="25928"/>
                    <a:pt x="28657" y="25928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C0388BB6-067D-4627-BF33-4F777FDC8336}"/>
                </a:ext>
              </a:extLst>
            </p:cNvPr>
            <p:cNvSpPr/>
            <p:nvPr/>
          </p:nvSpPr>
          <p:spPr>
            <a:xfrm>
              <a:off x="15037866" y="7272493"/>
              <a:ext cx="46721" cy="233604"/>
            </a:xfrm>
            <a:custGeom>
              <a:avLst/>
              <a:gdLst>
                <a:gd name="connsiteX0" fmla="*/ 29681 w 34116"/>
                <a:gd name="connsiteY0" fmla="*/ 25928 h 170580"/>
                <a:gd name="connsiteX1" fmla="*/ 29340 w 34116"/>
                <a:gd name="connsiteY1" fmla="*/ 150111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29681 w 34116"/>
                <a:gd name="connsiteY4" fmla="*/ 25928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8"/>
                  </a:moveTo>
                  <a:lnTo>
                    <a:pt x="29340" y="150111"/>
                  </a:lnTo>
                  <a:cubicBezTo>
                    <a:pt x="27976" y="150111"/>
                    <a:pt x="26611" y="150111"/>
                    <a:pt x="25587" y="149769"/>
                  </a:cubicBezTo>
                  <a:lnTo>
                    <a:pt x="25929" y="25587"/>
                  </a:lnTo>
                  <a:cubicBezTo>
                    <a:pt x="27294" y="25587"/>
                    <a:pt x="28317" y="25587"/>
                    <a:pt x="29681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936FF09C-CA82-48DC-8E59-1964323CA7FD}"/>
                </a:ext>
              </a:extLst>
            </p:cNvPr>
            <p:cNvSpPr/>
            <p:nvPr/>
          </p:nvSpPr>
          <p:spPr>
            <a:xfrm>
              <a:off x="15032728" y="7272026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39 w 34116"/>
                <a:gd name="connsiteY1" fmla="*/ 150111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39" y="150111"/>
                  </a:lnTo>
                  <a:cubicBezTo>
                    <a:pt x="27974" y="150111"/>
                    <a:pt x="26951" y="149769"/>
                    <a:pt x="25587" y="149769"/>
                  </a:cubicBezTo>
                  <a:lnTo>
                    <a:pt x="25928" y="25587"/>
                  </a:lnTo>
                  <a:cubicBezTo>
                    <a:pt x="26951" y="25587"/>
                    <a:pt x="28316" y="25929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D088905-6181-41CC-8A1E-776286E4116B}"/>
                </a:ext>
              </a:extLst>
            </p:cNvPr>
            <p:cNvSpPr/>
            <p:nvPr/>
          </p:nvSpPr>
          <p:spPr>
            <a:xfrm>
              <a:off x="15027588" y="7271092"/>
              <a:ext cx="46721" cy="233604"/>
            </a:xfrm>
            <a:custGeom>
              <a:avLst/>
              <a:gdLst>
                <a:gd name="connsiteX0" fmla="*/ 29681 w 34116"/>
                <a:gd name="connsiteY0" fmla="*/ 26269 h 170580"/>
                <a:gd name="connsiteX1" fmla="*/ 29340 w 34116"/>
                <a:gd name="connsiteY1" fmla="*/ 150451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29681 w 34116"/>
                <a:gd name="connsiteY4" fmla="*/ 2626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6269"/>
                  </a:moveTo>
                  <a:lnTo>
                    <a:pt x="29340" y="150451"/>
                  </a:lnTo>
                  <a:cubicBezTo>
                    <a:pt x="27976" y="150111"/>
                    <a:pt x="26611" y="150111"/>
                    <a:pt x="25587" y="149769"/>
                  </a:cubicBezTo>
                  <a:lnTo>
                    <a:pt x="25929" y="25587"/>
                  </a:lnTo>
                  <a:cubicBezTo>
                    <a:pt x="26952" y="25587"/>
                    <a:pt x="28317" y="25928"/>
                    <a:pt x="29681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A998086-4CB7-46DA-8842-CB26A1AF3FFF}"/>
                </a:ext>
              </a:extLst>
            </p:cNvPr>
            <p:cNvSpPr/>
            <p:nvPr/>
          </p:nvSpPr>
          <p:spPr>
            <a:xfrm>
              <a:off x="15021514" y="7269690"/>
              <a:ext cx="46721" cy="233604"/>
            </a:xfrm>
            <a:custGeom>
              <a:avLst/>
              <a:gdLst>
                <a:gd name="connsiteX0" fmla="*/ 30022 w 34116"/>
                <a:gd name="connsiteY0" fmla="*/ 26611 h 170580"/>
                <a:gd name="connsiteX1" fmla="*/ 29682 w 34116"/>
                <a:gd name="connsiteY1" fmla="*/ 150793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0022 w 34116"/>
                <a:gd name="connsiteY4" fmla="*/ 2661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6611"/>
                  </a:moveTo>
                  <a:lnTo>
                    <a:pt x="29682" y="150793"/>
                  </a:lnTo>
                  <a:cubicBezTo>
                    <a:pt x="28317" y="150451"/>
                    <a:pt x="26952" y="150111"/>
                    <a:pt x="25587" y="149769"/>
                  </a:cubicBezTo>
                  <a:lnTo>
                    <a:pt x="25929" y="25587"/>
                  </a:lnTo>
                  <a:cubicBezTo>
                    <a:pt x="27294" y="25928"/>
                    <a:pt x="28659" y="26269"/>
                    <a:pt x="30022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5E9A850-0700-420A-A364-DF0E3CB2539C}"/>
                </a:ext>
              </a:extLst>
            </p:cNvPr>
            <p:cNvSpPr/>
            <p:nvPr/>
          </p:nvSpPr>
          <p:spPr>
            <a:xfrm>
              <a:off x="15014974" y="7267354"/>
              <a:ext cx="46721" cy="233604"/>
            </a:xfrm>
            <a:custGeom>
              <a:avLst/>
              <a:gdLst>
                <a:gd name="connsiteX0" fmla="*/ 30704 w 34116"/>
                <a:gd name="connsiteY0" fmla="*/ 27294 h 170580"/>
                <a:gd name="connsiteX1" fmla="*/ 30363 w 34116"/>
                <a:gd name="connsiteY1" fmla="*/ 151476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30704 w 34116"/>
                <a:gd name="connsiteY4" fmla="*/ 2729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7294"/>
                  </a:moveTo>
                  <a:lnTo>
                    <a:pt x="30363" y="151476"/>
                  </a:lnTo>
                  <a:cubicBezTo>
                    <a:pt x="28657" y="151134"/>
                    <a:pt x="27293" y="150452"/>
                    <a:pt x="25587" y="149771"/>
                  </a:cubicBezTo>
                  <a:lnTo>
                    <a:pt x="25929" y="25587"/>
                  </a:lnTo>
                  <a:cubicBezTo>
                    <a:pt x="27634" y="26269"/>
                    <a:pt x="29339" y="26611"/>
                    <a:pt x="30704" y="2729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D44B7B6-AF53-4CC3-93AA-984A51EA4BD1}"/>
                </a:ext>
              </a:extLst>
            </p:cNvPr>
            <p:cNvSpPr/>
            <p:nvPr/>
          </p:nvSpPr>
          <p:spPr>
            <a:xfrm>
              <a:off x="15007966" y="7263616"/>
              <a:ext cx="46721" cy="233604"/>
            </a:xfrm>
            <a:custGeom>
              <a:avLst/>
              <a:gdLst>
                <a:gd name="connsiteX0" fmla="*/ 31386 w 34116"/>
                <a:gd name="connsiteY0" fmla="*/ 28316 h 170580"/>
                <a:gd name="connsiteX1" fmla="*/ 31046 w 34116"/>
                <a:gd name="connsiteY1" fmla="*/ 152499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31386 w 34116"/>
                <a:gd name="connsiteY4" fmla="*/ 28316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386" y="28316"/>
                  </a:moveTo>
                  <a:lnTo>
                    <a:pt x="31046" y="152499"/>
                  </a:lnTo>
                  <a:cubicBezTo>
                    <a:pt x="28998" y="151816"/>
                    <a:pt x="27293" y="150793"/>
                    <a:pt x="25587" y="149769"/>
                  </a:cubicBezTo>
                  <a:lnTo>
                    <a:pt x="25928" y="25587"/>
                  </a:lnTo>
                  <a:cubicBezTo>
                    <a:pt x="27293" y="26611"/>
                    <a:pt x="29339" y="27634"/>
                    <a:pt x="31386" y="2831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5DE40925-FE05-4B57-B2E5-3CA40DFE4AE9}"/>
                </a:ext>
              </a:extLst>
            </p:cNvPr>
            <p:cNvSpPr/>
            <p:nvPr/>
          </p:nvSpPr>
          <p:spPr>
            <a:xfrm>
              <a:off x="14049254" y="7263616"/>
              <a:ext cx="46721" cy="233604"/>
            </a:xfrm>
            <a:custGeom>
              <a:avLst/>
              <a:gdLst>
                <a:gd name="connsiteX0" fmla="*/ 34458 w 34116"/>
                <a:gd name="connsiteY0" fmla="*/ 25587 h 170580"/>
                <a:gd name="connsiteX1" fmla="*/ 34116 w 34116"/>
                <a:gd name="connsiteY1" fmla="*/ 149769 h 170580"/>
                <a:gd name="connsiteX2" fmla="*/ 25587 w 34116"/>
                <a:gd name="connsiteY2" fmla="*/ 153523 h 170580"/>
                <a:gd name="connsiteX3" fmla="*/ 25929 w 34116"/>
                <a:gd name="connsiteY3" fmla="*/ 29339 h 170580"/>
                <a:gd name="connsiteX4" fmla="*/ 34458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4458" y="25587"/>
                  </a:moveTo>
                  <a:lnTo>
                    <a:pt x="34116" y="149769"/>
                  </a:lnTo>
                  <a:cubicBezTo>
                    <a:pt x="31387" y="151134"/>
                    <a:pt x="28657" y="152499"/>
                    <a:pt x="25587" y="153523"/>
                  </a:cubicBezTo>
                  <a:lnTo>
                    <a:pt x="25929" y="29339"/>
                  </a:lnTo>
                  <a:cubicBezTo>
                    <a:pt x="28999" y="28316"/>
                    <a:pt x="31729" y="27293"/>
                    <a:pt x="3445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03BD91BF-0BD2-4DD3-8E45-6A837BC33370}"/>
                </a:ext>
              </a:extLst>
            </p:cNvPr>
            <p:cNvSpPr/>
            <p:nvPr/>
          </p:nvSpPr>
          <p:spPr>
            <a:xfrm>
              <a:off x="14039444" y="7268755"/>
              <a:ext cx="46721" cy="233604"/>
            </a:xfrm>
            <a:custGeom>
              <a:avLst/>
              <a:gdLst>
                <a:gd name="connsiteX0" fmla="*/ 33093 w 34116"/>
                <a:gd name="connsiteY0" fmla="*/ 25587 h 170580"/>
                <a:gd name="connsiteX1" fmla="*/ 32751 w 34116"/>
                <a:gd name="connsiteY1" fmla="*/ 149771 h 170580"/>
                <a:gd name="connsiteX2" fmla="*/ 25587 w 34116"/>
                <a:gd name="connsiteY2" fmla="*/ 151476 h 170580"/>
                <a:gd name="connsiteX3" fmla="*/ 25929 w 34116"/>
                <a:gd name="connsiteY3" fmla="*/ 27294 h 170580"/>
                <a:gd name="connsiteX4" fmla="*/ 33093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3093" y="25587"/>
                  </a:moveTo>
                  <a:lnTo>
                    <a:pt x="32751" y="149771"/>
                  </a:lnTo>
                  <a:cubicBezTo>
                    <a:pt x="30364" y="150452"/>
                    <a:pt x="27976" y="151134"/>
                    <a:pt x="25587" y="151476"/>
                  </a:cubicBezTo>
                  <a:lnTo>
                    <a:pt x="25929" y="27294"/>
                  </a:lnTo>
                  <a:cubicBezTo>
                    <a:pt x="28316" y="26952"/>
                    <a:pt x="30704" y="26270"/>
                    <a:pt x="330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0F7F1EF7-43F4-4367-BF83-03C1745C872C}"/>
                </a:ext>
              </a:extLst>
            </p:cNvPr>
            <p:cNvSpPr/>
            <p:nvPr/>
          </p:nvSpPr>
          <p:spPr>
            <a:xfrm>
              <a:off x="14032903" y="7271092"/>
              <a:ext cx="46721" cy="233604"/>
            </a:xfrm>
            <a:custGeom>
              <a:avLst/>
              <a:gdLst>
                <a:gd name="connsiteX0" fmla="*/ 30704 w 34116"/>
                <a:gd name="connsiteY0" fmla="*/ 25587 h 170580"/>
                <a:gd name="connsiteX1" fmla="*/ 30363 w 34116"/>
                <a:gd name="connsiteY1" fmla="*/ 149769 h 170580"/>
                <a:gd name="connsiteX2" fmla="*/ 25587 w 34116"/>
                <a:gd name="connsiteY2" fmla="*/ 150451 h 170580"/>
                <a:gd name="connsiteX3" fmla="*/ 25928 w 34116"/>
                <a:gd name="connsiteY3" fmla="*/ 26269 h 170580"/>
                <a:gd name="connsiteX4" fmla="*/ 3070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5587"/>
                  </a:moveTo>
                  <a:lnTo>
                    <a:pt x="30363" y="149769"/>
                  </a:lnTo>
                  <a:cubicBezTo>
                    <a:pt x="28657" y="150111"/>
                    <a:pt x="26951" y="150451"/>
                    <a:pt x="25587" y="150451"/>
                  </a:cubicBezTo>
                  <a:lnTo>
                    <a:pt x="25928" y="26269"/>
                  </a:lnTo>
                  <a:cubicBezTo>
                    <a:pt x="27293" y="26269"/>
                    <a:pt x="28998" y="25928"/>
                    <a:pt x="307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AA0C6F96-D8F0-4A6E-AA25-D74E4462A13B}"/>
                </a:ext>
              </a:extLst>
            </p:cNvPr>
            <p:cNvSpPr/>
            <p:nvPr/>
          </p:nvSpPr>
          <p:spPr>
            <a:xfrm>
              <a:off x="14026361" y="7272026"/>
              <a:ext cx="46721" cy="233604"/>
            </a:xfrm>
            <a:custGeom>
              <a:avLst/>
              <a:gdLst>
                <a:gd name="connsiteX0" fmla="*/ 30364 w 34116"/>
                <a:gd name="connsiteY0" fmla="*/ 25587 h 170580"/>
                <a:gd name="connsiteX1" fmla="*/ 30022 w 34116"/>
                <a:gd name="connsiteY1" fmla="*/ 149769 h 170580"/>
                <a:gd name="connsiteX2" fmla="*/ 25587 w 34116"/>
                <a:gd name="connsiteY2" fmla="*/ 150111 h 170580"/>
                <a:gd name="connsiteX3" fmla="*/ 25929 w 34116"/>
                <a:gd name="connsiteY3" fmla="*/ 25929 h 170580"/>
                <a:gd name="connsiteX4" fmla="*/ 3036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364" y="25587"/>
                  </a:moveTo>
                  <a:lnTo>
                    <a:pt x="30022" y="149769"/>
                  </a:lnTo>
                  <a:cubicBezTo>
                    <a:pt x="28657" y="149769"/>
                    <a:pt x="27293" y="150111"/>
                    <a:pt x="25587" y="150111"/>
                  </a:cubicBezTo>
                  <a:lnTo>
                    <a:pt x="25929" y="25929"/>
                  </a:lnTo>
                  <a:cubicBezTo>
                    <a:pt x="27634" y="25929"/>
                    <a:pt x="28999" y="25929"/>
                    <a:pt x="3036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ACA7D68D-28CD-4DA8-8E73-4A0ACEA555DC}"/>
                </a:ext>
              </a:extLst>
            </p:cNvPr>
            <p:cNvSpPr/>
            <p:nvPr/>
          </p:nvSpPr>
          <p:spPr>
            <a:xfrm>
              <a:off x="14021223" y="7272493"/>
              <a:ext cx="46721" cy="233604"/>
            </a:xfrm>
            <a:custGeom>
              <a:avLst/>
              <a:gdLst>
                <a:gd name="connsiteX0" fmla="*/ 30021 w 34116"/>
                <a:gd name="connsiteY0" fmla="*/ 25587 h 170580"/>
                <a:gd name="connsiteX1" fmla="*/ 29681 w 34116"/>
                <a:gd name="connsiteY1" fmla="*/ 149769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3002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1" y="25587"/>
                  </a:moveTo>
                  <a:lnTo>
                    <a:pt x="29681" y="149769"/>
                  </a:lnTo>
                  <a:cubicBezTo>
                    <a:pt x="28316" y="149769"/>
                    <a:pt x="26951" y="149769"/>
                    <a:pt x="25587" y="149769"/>
                  </a:cubicBezTo>
                  <a:lnTo>
                    <a:pt x="25928" y="25587"/>
                  </a:lnTo>
                  <a:cubicBezTo>
                    <a:pt x="27293" y="25587"/>
                    <a:pt x="28657" y="25587"/>
                    <a:pt x="3002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73FA12FD-334B-4992-82D9-6C1033354009}"/>
                </a:ext>
              </a:extLst>
            </p:cNvPr>
            <p:cNvSpPr/>
            <p:nvPr/>
          </p:nvSpPr>
          <p:spPr>
            <a:xfrm>
              <a:off x="14016083" y="7272026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40 w 34116"/>
                <a:gd name="connsiteY1" fmla="*/ 150111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40" y="150111"/>
                  </a:lnTo>
                  <a:cubicBezTo>
                    <a:pt x="27976" y="150111"/>
                    <a:pt x="26952" y="150111"/>
                    <a:pt x="25587" y="149769"/>
                  </a:cubicBezTo>
                  <a:lnTo>
                    <a:pt x="25929" y="25587"/>
                  </a:lnTo>
                  <a:cubicBezTo>
                    <a:pt x="27293" y="25929"/>
                    <a:pt x="28316" y="25929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836189EB-422E-47B7-8476-DC1025D04D93}"/>
                </a:ext>
              </a:extLst>
            </p:cNvPr>
            <p:cNvSpPr/>
            <p:nvPr/>
          </p:nvSpPr>
          <p:spPr>
            <a:xfrm>
              <a:off x="14010944" y="7272026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39 w 34116"/>
                <a:gd name="connsiteY1" fmla="*/ 150111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39" y="150111"/>
                  </a:lnTo>
                  <a:cubicBezTo>
                    <a:pt x="27974" y="150111"/>
                    <a:pt x="26951" y="149769"/>
                    <a:pt x="25587" y="149769"/>
                  </a:cubicBezTo>
                  <a:lnTo>
                    <a:pt x="25928" y="25587"/>
                  </a:lnTo>
                  <a:cubicBezTo>
                    <a:pt x="27293" y="25587"/>
                    <a:pt x="28316" y="25587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F1EB3BDE-CC38-4FE4-9211-204C915B1513}"/>
                </a:ext>
              </a:extLst>
            </p:cNvPr>
            <p:cNvSpPr/>
            <p:nvPr/>
          </p:nvSpPr>
          <p:spPr>
            <a:xfrm>
              <a:off x="14005805" y="7271092"/>
              <a:ext cx="46721" cy="233604"/>
            </a:xfrm>
            <a:custGeom>
              <a:avLst/>
              <a:gdLst>
                <a:gd name="connsiteX0" fmla="*/ 29681 w 34116"/>
                <a:gd name="connsiteY0" fmla="*/ 26269 h 170580"/>
                <a:gd name="connsiteX1" fmla="*/ 29340 w 34116"/>
                <a:gd name="connsiteY1" fmla="*/ 150451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29681 w 34116"/>
                <a:gd name="connsiteY4" fmla="*/ 2626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6269"/>
                  </a:moveTo>
                  <a:lnTo>
                    <a:pt x="29340" y="150451"/>
                  </a:lnTo>
                  <a:cubicBezTo>
                    <a:pt x="27976" y="150111"/>
                    <a:pt x="26611" y="150111"/>
                    <a:pt x="25587" y="149769"/>
                  </a:cubicBezTo>
                  <a:lnTo>
                    <a:pt x="25929" y="25587"/>
                  </a:lnTo>
                  <a:cubicBezTo>
                    <a:pt x="26952" y="25587"/>
                    <a:pt x="28317" y="25928"/>
                    <a:pt x="29681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D019ED77-D8B4-47EF-8141-23E8710E7025}"/>
                </a:ext>
              </a:extLst>
            </p:cNvPr>
            <p:cNvSpPr/>
            <p:nvPr/>
          </p:nvSpPr>
          <p:spPr>
            <a:xfrm>
              <a:off x="14000198" y="7269690"/>
              <a:ext cx="46721" cy="233604"/>
            </a:xfrm>
            <a:custGeom>
              <a:avLst/>
              <a:gdLst>
                <a:gd name="connsiteX0" fmla="*/ 30022 w 34116"/>
                <a:gd name="connsiteY0" fmla="*/ 26611 h 170580"/>
                <a:gd name="connsiteX1" fmla="*/ 29681 w 34116"/>
                <a:gd name="connsiteY1" fmla="*/ 150793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0022 w 34116"/>
                <a:gd name="connsiteY4" fmla="*/ 2661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6611"/>
                  </a:moveTo>
                  <a:lnTo>
                    <a:pt x="29681" y="150793"/>
                  </a:lnTo>
                  <a:cubicBezTo>
                    <a:pt x="28316" y="150451"/>
                    <a:pt x="26952" y="150111"/>
                    <a:pt x="25587" y="149769"/>
                  </a:cubicBezTo>
                  <a:lnTo>
                    <a:pt x="25929" y="25587"/>
                  </a:lnTo>
                  <a:cubicBezTo>
                    <a:pt x="26952" y="25928"/>
                    <a:pt x="28316" y="26269"/>
                    <a:pt x="30022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16BD4D82-D13E-4AE2-8B00-B0D2F3F58E89}"/>
                </a:ext>
              </a:extLst>
            </p:cNvPr>
            <p:cNvSpPr/>
            <p:nvPr/>
          </p:nvSpPr>
          <p:spPr>
            <a:xfrm>
              <a:off x="13993657" y="7267354"/>
              <a:ext cx="46721" cy="233604"/>
            </a:xfrm>
            <a:custGeom>
              <a:avLst/>
              <a:gdLst>
                <a:gd name="connsiteX0" fmla="*/ 30705 w 34116"/>
                <a:gd name="connsiteY0" fmla="*/ 27294 h 170580"/>
                <a:gd name="connsiteX1" fmla="*/ 30364 w 34116"/>
                <a:gd name="connsiteY1" fmla="*/ 151476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30705 w 34116"/>
                <a:gd name="connsiteY4" fmla="*/ 2729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5" y="27294"/>
                  </a:moveTo>
                  <a:lnTo>
                    <a:pt x="30364" y="151476"/>
                  </a:lnTo>
                  <a:cubicBezTo>
                    <a:pt x="28659" y="151134"/>
                    <a:pt x="27294" y="150452"/>
                    <a:pt x="25587" y="149771"/>
                  </a:cubicBezTo>
                  <a:lnTo>
                    <a:pt x="25929" y="25587"/>
                  </a:lnTo>
                  <a:cubicBezTo>
                    <a:pt x="27294" y="26269"/>
                    <a:pt x="28999" y="26611"/>
                    <a:pt x="30705" y="2729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9B332438-2055-408F-B421-A4A2BCED072B}"/>
                </a:ext>
              </a:extLst>
            </p:cNvPr>
            <p:cNvSpPr/>
            <p:nvPr/>
          </p:nvSpPr>
          <p:spPr>
            <a:xfrm>
              <a:off x="13985714" y="7263616"/>
              <a:ext cx="46721" cy="233604"/>
            </a:xfrm>
            <a:custGeom>
              <a:avLst/>
              <a:gdLst>
                <a:gd name="connsiteX0" fmla="*/ 31728 w 34116"/>
                <a:gd name="connsiteY0" fmla="*/ 28316 h 170580"/>
                <a:gd name="connsiteX1" fmla="*/ 31386 w 34116"/>
                <a:gd name="connsiteY1" fmla="*/ 152499 h 170580"/>
                <a:gd name="connsiteX2" fmla="*/ 25587 w 34116"/>
                <a:gd name="connsiteY2" fmla="*/ 149769 h 170580"/>
                <a:gd name="connsiteX3" fmla="*/ 25929 w 34116"/>
                <a:gd name="connsiteY3" fmla="*/ 25587 h 170580"/>
                <a:gd name="connsiteX4" fmla="*/ 31728 w 34116"/>
                <a:gd name="connsiteY4" fmla="*/ 28316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728" y="28316"/>
                  </a:moveTo>
                  <a:lnTo>
                    <a:pt x="31386" y="152499"/>
                  </a:lnTo>
                  <a:cubicBezTo>
                    <a:pt x="29339" y="151816"/>
                    <a:pt x="27634" y="150793"/>
                    <a:pt x="25587" y="149769"/>
                  </a:cubicBezTo>
                  <a:lnTo>
                    <a:pt x="25929" y="25587"/>
                  </a:lnTo>
                  <a:cubicBezTo>
                    <a:pt x="27634" y="26611"/>
                    <a:pt x="29681" y="27634"/>
                    <a:pt x="31728" y="2831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E974A9F0-3E83-46DB-BE9D-B47657A88D13}"/>
                </a:ext>
              </a:extLst>
            </p:cNvPr>
            <p:cNvSpPr/>
            <p:nvPr/>
          </p:nvSpPr>
          <p:spPr>
            <a:xfrm>
              <a:off x="14337055" y="7201477"/>
              <a:ext cx="46721" cy="327045"/>
            </a:xfrm>
            <a:custGeom>
              <a:avLst/>
              <a:gdLst>
                <a:gd name="connsiteX0" fmla="*/ 26611 w 34116"/>
                <a:gd name="connsiteY0" fmla="*/ 119407 h 238813"/>
                <a:gd name="connsiteX1" fmla="*/ 26270 w 34116"/>
                <a:gd name="connsiteY1" fmla="*/ 243590 h 238813"/>
                <a:gd name="connsiteX2" fmla="*/ 25587 w 34116"/>
                <a:gd name="connsiteY2" fmla="*/ 149771 h 238813"/>
                <a:gd name="connsiteX3" fmla="*/ 25929 w 34116"/>
                <a:gd name="connsiteY3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238813">
                  <a:moveTo>
                    <a:pt x="26611" y="119407"/>
                  </a:moveTo>
                  <a:lnTo>
                    <a:pt x="26270" y="243590"/>
                  </a:lnTo>
                  <a:lnTo>
                    <a:pt x="25587" y="149771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F5F7AE74-2C69-4CA5-8C45-8E1FE17A8038}"/>
                </a:ext>
              </a:extLst>
            </p:cNvPr>
            <p:cNvSpPr/>
            <p:nvPr/>
          </p:nvSpPr>
          <p:spPr>
            <a:xfrm>
              <a:off x="14731847" y="7329958"/>
              <a:ext cx="46721" cy="233604"/>
            </a:xfrm>
            <a:custGeom>
              <a:avLst/>
              <a:gdLst>
                <a:gd name="connsiteX0" fmla="*/ 25928 w 34116"/>
                <a:gd name="connsiteY0" fmla="*/ 25587 h 170580"/>
                <a:gd name="connsiteX1" fmla="*/ 25587 w 34116"/>
                <a:gd name="connsiteY1" fmla="*/ 149771 h 170580"/>
                <a:gd name="connsiteX2" fmla="*/ 25587 w 34116"/>
                <a:gd name="connsiteY2" fmla="*/ 150111 h 170580"/>
                <a:gd name="connsiteX3" fmla="*/ 25928 w 34116"/>
                <a:gd name="connsiteY3" fmla="*/ 25929 h 170580"/>
                <a:gd name="connsiteX4" fmla="*/ 25928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5928" y="25587"/>
                  </a:moveTo>
                  <a:lnTo>
                    <a:pt x="25587" y="149771"/>
                  </a:lnTo>
                  <a:lnTo>
                    <a:pt x="25587" y="150111"/>
                  </a:lnTo>
                  <a:lnTo>
                    <a:pt x="25928" y="25929"/>
                  </a:lnTo>
                  <a:lnTo>
                    <a:pt x="25928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99BD3816-EB3D-43DD-B7A1-509D26F5AC4C}"/>
                </a:ext>
              </a:extLst>
            </p:cNvPr>
            <p:cNvSpPr/>
            <p:nvPr/>
          </p:nvSpPr>
          <p:spPr>
            <a:xfrm>
              <a:off x="14731378" y="7330427"/>
              <a:ext cx="46721" cy="233604"/>
            </a:xfrm>
            <a:custGeom>
              <a:avLst/>
              <a:gdLst>
                <a:gd name="connsiteX0" fmla="*/ 26269 w 34116"/>
                <a:gd name="connsiteY0" fmla="*/ 25587 h 170580"/>
                <a:gd name="connsiteX1" fmla="*/ 25929 w 34116"/>
                <a:gd name="connsiteY1" fmla="*/ 149769 h 170580"/>
                <a:gd name="connsiteX2" fmla="*/ 25587 w 34116"/>
                <a:gd name="connsiteY2" fmla="*/ 152158 h 170580"/>
                <a:gd name="connsiteX3" fmla="*/ 25929 w 34116"/>
                <a:gd name="connsiteY3" fmla="*/ 27976 h 170580"/>
                <a:gd name="connsiteX4" fmla="*/ 26269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269" y="25587"/>
                  </a:moveTo>
                  <a:lnTo>
                    <a:pt x="25929" y="149769"/>
                  </a:lnTo>
                  <a:cubicBezTo>
                    <a:pt x="25929" y="150452"/>
                    <a:pt x="25929" y="151134"/>
                    <a:pt x="25587" y="152158"/>
                  </a:cubicBezTo>
                  <a:lnTo>
                    <a:pt x="25929" y="27976"/>
                  </a:lnTo>
                  <a:cubicBezTo>
                    <a:pt x="25929" y="26952"/>
                    <a:pt x="26269" y="2626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45E9F69F-E407-4384-8DC3-E125F9CA48DB}"/>
                </a:ext>
              </a:extLst>
            </p:cNvPr>
            <p:cNvSpPr/>
            <p:nvPr/>
          </p:nvSpPr>
          <p:spPr>
            <a:xfrm>
              <a:off x="14730444" y="7333698"/>
              <a:ext cx="46721" cy="233604"/>
            </a:xfrm>
            <a:custGeom>
              <a:avLst/>
              <a:gdLst>
                <a:gd name="connsiteX0" fmla="*/ 26611 w 34116"/>
                <a:gd name="connsiteY0" fmla="*/ 25587 h 170580"/>
                <a:gd name="connsiteX1" fmla="*/ 26269 w 34116"/>
                <a:gd name="connsiteY1" fmla="*/ 149769 h 170580"/>
                <a:gd name="connsiteX2" fmla="*/ 25587 w 34116"/>
                <a:gd name="connsiteY2" fmla="*/ 151816 h 170580"/>
                <a:gd name="connsiteX3" fmla="*/ 25928 w 34116"/>
                <a:gd name="connsiteY3" fmla="*/ 27634 h 170580"/>
                <a:gd name="connsiteX4" fmla="*/ 2661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611" y="25587"/>
                  </a:moveTo>
                  <a:lnTo>
                    <a:pt x="26269" y="149769"/>
                  </a:lnTo>
                  <a:cubicBezTo>
                    <a:pt x="26269" y="150452"/>
                    <a:pt x="25928" y="151134"/>
                    <a:pt x="25587" y="151816"/>
                  </a:cubicBezTo>
                  <a:lnTo>
                    <a:pt x="25928" y="27634"/>
                  </a:lnTo>
                  <a:cubicBezTo>
                    <a:pt x="26269" y="26951"/>
                    <a:pt x="26611" y="2626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4BAAD633-63B5-4EE4-A859-A371C46366B4}"/>
                </a:ext>
              </a:extLst>
            </p:cNvPr>
            <p:cNvSpPr/>
            <p:nvPr/>
          </p:nvSpPr>
          <p:spPr>
            <a:xfrm>
              <a:off x="14729043" y="7336500"/>
              <a:ext cx="46721" cy="233604"/>
            </a:xfrm>
            <a:custGeom>
              <a:avLst/>
              <a:gdLst>
                <a:gd name="connsiteX0" fmla="*/ 26951 w 34116"/>
                <a:gd name="connsiteY0" fmla="*/ 25587 h 170580"/>
                <a:gd name="connsiteX1" fmla="*/ 26611 w 34116"/>
                <a:gd name="connsiteY1" fmla="*/ 149769 h 170580"/>
                <a:gd name="connsiteX2" fmla="*/ 25587 w 34116"/>
                <a:gd name="connsiteY2" fmla="*/ 152158 h 170580"/>
                <a:gd name="connsiteX3" fmla="*/ 25928 w 34116"/>
                <a:gd name="connsiteY3" fmla="*/ 27976 h 170580"/>
                <a:gd name="connsiteX4" fmla="*/ 26951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6951" y="25587"/>
                  </a:moveTo>
                  <a:lnTo>
                    <a:pt x="26611" y="149769"/>
                  </a:lnTo>
                  <a:cubicBezTo>
                    <a:pt x="26269" y="150452"/>
                    <a:pt x="25928" y="151134"/>
                    <a:pt x="25587" y="152158"/>
                  </a:cubicBezTo>
                  <a:lnTo>
                    <a:pt x="25928" y="27976"/>
                  </a:lnTo>
                  <a:cubicBezTo>
                    <a:pt x="26269" y="26951"/>
                    <a:pt x="26611" y="26269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86F31A95-901C-4365-B1BF-240D0EE69708}"/>
                </a:ext>
              </a:extLst>
            </p:cNvPr>
            <p:cNvSpPr/>
            <p:nvPr/>
          </p:nvSpPr>
          <p:spPr>
            <a:xfrm>
              <a:off x="14726705" y="7339771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4 w 34116"/>
                <a:gd name="connsiteY1" fmla="*/ 149769 h 170580"/>
                <a:gd name="connsiteX2" fmla="*/ 25587 w 34116"/>
                <a:gd name="connsiteY2" fmla="*/ 152158 h 170580"/>
                <a:gd name="connsiteX3" fmla="*/ 25929 w 34116"/>
                <a:gd name="connsiteY3" fmla="*/ 27974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4" y="149769"/>
                  </a:lnTo>
                  <a:cubicBezTo>
                    <a:pt x="26952" y="150451"/>
                    <a:pt x="26270" y="151475"/>
                    <a:pt x="25587" y="152158"/>
                  </a:cubicBezTo>
                  <a:lnTo>
                    <a:pt x="25929" y="27974"/>
                  </a:lnTo>
                  <a:cubicBezTo>
                    <a:pt x="26611" y="26951"/>
                    <a:pt x="27294" y="26269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E2412277-3A6F-4606-8A66-2A20AE2348D5}"/>
                </a:ext>
              </a:extLst>
            </p:cNvPr>
            <p:cNvSpPr/>
            <p:nvPr/>
          </p:nvSpPr>
          <p:spPr>
            <a:xfrm>
              <a:off x="14723436" y="7342574"/>
              <a:ext cx="46721" cy="233604"/>
            </a:xfrm>
            <a:custGeom>
              <a:avLst/>
              <a:gdLst>
                <a:gd name="connsiteX0" fmla="*/ 28316 w 34116"/>
                <a:gd name="connsiteY0" fmla="*/ 25587 h 170580"/>
                <a:gd name="connsiteX1" fmla="*/ 27974 w 34116"/>
                <a:gd name="connsiteY1" fmla="*/ 149769 h 170580"/>
                <a:gd name="connsiteX2" fmla="*/ 25587 w 34116"/>
                <a:gd name="connsiteY2" fmla="*/ 152499 h 170580"/>
                <a:gd name="connsiteX3" fmla="*/ 25928 w 34116"/>
                <a:gd name="connsiteY3" fmla="*/ 28316 h 170580"/>
                <a:gd name="connsiteX4" fmla="*/ 2831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6" y="25587"/>
                  </a:moveTo>
                  <a:lnTo>
                    <a:pt x="27974" y="149769"/>
                  </a:lnTo>
                  <a:cubicBezTo>
                    <a:pt x="27293" y="150793"/>
                    <a:pt x="26611" y="151476"/>
                    <a:pt x="25587" y="152499"/>
                  </a:cubicBezTo>
                  <a:lnTo>
                    <a:pt x="25928" y="28316"/>
                  </a:lnTo>
                  <a:cubicBezTo>
                    <a:pt x="26951" y="27634"/>
                    <a:pt x="27634" y="26611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EC751699-881D-4A08-9E57-FD4ADC1C7DC8}"/>
                </a:ext>
              </a:extLst>
            </p:cNvPr>
            <p:cNvSpPr/>
            <p:nvPr/>
          </p:nvSpPr>
          <p:spPr>
            <a:xfrm>
              <a:off x="14716428" y="7346311"/>
              <a:ext cx="46721" cy="233604"/>
            </a:xfrm>
            <a:custGeom>
              <a:avLst/>
              <a:gdLst>
                <a:gd name="connsiteX0" fmla="*/ 31046 w 34116"/>
                <a:gd name="connsiteY0" fmla="*/ 25587 h 170580"/>
                <a:gd name="connsiteX1" fmla="*/ 30705 w 34116"/>
                <a:gd name="connsiteY1" fmla="*/ 149771 h 170580"/>
                <a:gd name="connsiteX2" fmla="*/ 25587 w 34116"/>
                <a:gd name="connsiteY2" fmla="*/ 153523 h 170580"/>
                <a:gd name="connsiteX3" fmla="*/ 25929 w 34116"/>
                <a:gd name="connsiteY3" fmla="*/ 29340 h 170580"/>
                <a:gd name="connsiteX4" fmla="*/ 31046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1046" y="25587"/>
                  </a:moveTo>
                  <a:lnTo>
                    <a:pt x="30705" y="149771"/>
                  </a:lnTo>
                  <a:cubicBezTo>
                    <a:pt x="29340" y="151134"/>
                    <a:pt x="27634" y="152499"/>
                    <a:pt x="25587" y="153523"/>
                  </a:cubicBezTo>
                  <a:lnTo>
                    <a:pt x="25929" y="29340"/>
                  </a:lnTo>
                  <a:cubicBezTo>
                    <a:pt x="27976" y="28316"/>
                    <a:pt x="29682" y="26952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8078B900-B079-44AA-AE5F-8095E30B8741}"/>
                </a:ext>
              </a:extLst>
            </p:cNvPr>
            <p:cNvSpPr/>
            <p:nvPr/>
          </p:nvSpPr>
          <p:spPr>
            <a:xfrm>
              <a:off x="14704280" y="7351450"/>
              <a:ext cx="46721" cy="233604"/>
            </a:xfrm>
            <a:custGeom>
              <a:avLst/>
              <a:gdLst>
                <a:gd name="connsiteX0" fmla="*/ 35140 w 34116"/>
                <a:gd name="connsiteY0" fmla="*/ 25587 h 170580"/>
                <a:gd name="connsiteX1" fmla="*/ 34798 w 34116"/>
                <a:gd name="connsiteY1" fmla="*/ 149769 h 170580"/>
                <a:gd name="connsiteX2" fmla="*/ 25587 w 34116"/>
                <a:gd name="connsiteY2" fmla="*/ 153863 h 170580"/>
                <a:gd name="connsiteX3" fmla="*/ 25928 w 34116"/>
                <a:gd name="connsiteY3" fmla="*/ 29681 h 170580"/>
                <a:gd name="connsiteX4" fmla="*/ 35140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5140" y="25587"/>
                  </a:moveTo>
                  <a:lnTo>
                    <a:pt x="34798" y="149769"/>
                  </a:lnTo>
                  <a:cubicBezTo>
                    <a:pt x="32069" y="151475"/>
                    <a:pt x="28998" y="152840"/>
                    <a:pt x="25587" y="153863"/>
                  </a:cubicBezTo>
                  <a:lnTo>
                    <a:pt x="25928" y="29681"/>
                  </a:lnTo>
                  <a:cubicBezTo>
                    <a:pt x="29339" y="28657"/>
                    <a:pt x="32410" y="27293"/>
                    <a:pt x="3514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D389ECF-94C4-4A96-9BFB-C75C377FC828}"/>
                </a:ext>
              </a:extLst>
            </p:cNvPr>
            <p:cNvSpPr/>
            <p:nvPr/>
          </p:nvSpPr>
          <p:spPr>
            <a:xfrm>
              <a:off x="14694468" y="7357058"/>
              <a:ext cx="46721" cy="233604"/>
            </a:xfrm>
            <a:custGeom>
              <a:avLst/>
              <a:gdLst>
                <a:gd name="connsiteX0" fmla="*/ 33093 w 34116"/>
                <a:gd name="connsiteY0" fmla="*/ 25587 h 170580"/>
                <a:gd name="connsiteX1" fmla="*/ 32752 w 34116"/>
                <a:gd name="connsiteY1" fmla="*/ 149769 h 170580"/>
                <a:gd name="connsiteX2" fmla="*/ 25587 w 34116"/>
                <a:gd name="connsiteY2" fmla="*/ 151476 h 170580"/>
                <a:gd name="connsiteX3" fmla="*/ 25929 w 34116"/>
                <a:gd name="connsiteY3" fmla="*/ 27293 h 170580"/>
                <a:gd name="connsiteX4" fmla="*/ 33093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3093" y="25587"/>
                  </a:moveTo>
                  <a:lnTo>
                    <a:pt x="32752" y="149769"/>
                  </a:lnTo>
                  <a:cubicBezTo>
                    <a:pt x="30364" y="150452"/>
                    <a:pt x="27976" y="151134"/>
                    <a:pt x="25587" y="151476"/>
                  </a:cubicBezTo>
                  <a:lnTo>
                    <a:pt x="25929" y="27293"/>
                  </a:lnTo>
                  <a:cubicBezTo>
                    <a:pt x="28317" y="26951"/>
                    <a:pt x="30705" y="26269"/>
                    <a:pt x="330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EC75B5B-D41D-4B6D-BB74-AAF7F33F037B}"/>
                </a:ext>
              </a:extLst>
            </p:cNvPr>
            <p:cNvSpPr/>
            <p:nvPr/>
          </p:nvSpPr>
          <p:spPr>
            <a:xfrm>
              <a:off x="14687927" y="7359394"/>
              <a:ext cx="46721" cy="233604"/>
            </a:xfrm>
            <a:custGeom>
              <a:avLst/>
              <a:gdLst>
                <a:gd name="connsiteX0" fmla="*/ 30704 w 34116"/>
                <a:gd name="connsiteY0" fmla="*/ 25587 h 170580"/>
                <a:gd name="connsiteX1" fmla="*/ 30363 w 34116"/>
                <a:gd name="connsiteY1" fmla="*/ 149771 h 170580"/>
                <a:gd name="connsiteX2" fmla="*/ 25587 w 34116"/>
                <a:gd name="connsiteY2" fmla="*/ 150452 h 170580"/>
                <a:gd name="connsiteX3" fmla="*/ 25929 w 34116"/>
                <a:gd name="connsiteY3" fmla="*/ 26269 h 170580"/>
                <a:gd name="connsiteX4" fmla="*/ 3070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5587"/>
                  </a:moveTo>
                  <a:lnTo>
                    <a:pt x="30363" y="149771"/>
                  </a:lnTo>
                  <a:cubicBezTo>
                    <a:pt x="28657" y="150111"/>
                    <a:pt x="26952" y="150452"/>
                    <a:pt x="25587" y="150452"/>
                  </a:cubicBezTo>
                  <a:lnTo>
                    <a:pt x="25929" y="26269"/>
                  </a:lnTo>
                  <a:cubicBezTo>
                    <a:pt x="27293" y="26269"/>
                    <a:pt x="28999" y="25929"/>
                    <a:pt x="307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F32ECB56-5080-4E39-9707-A62689442074}"/>
                </a:ext>
              </a:extLst>
            </p:cNvPr>
            <p:cNvSpPr/>
            <p:nvPr/>
          </p:nvSpPr>
          <p:spPr>
            <a:xfrm>
              <a:off x="14681854" y="7360327"/>
              <a:ext cx="46721" cy="233604"/>
            </a:xfrm>
            <a:custGeom>
              <a:avLst/>
              <a:gdLst>
                <a:gd name="connsiteX0" fmla="*/ 30022 w 34116"/>
                <a:gd name="connsiteY0" fmla="*/ 25587 h 170580"/>
                <a:gd name="connsiteX1" fmla="*/ 29681 w 34116"/>
                <a:gd name="connsiteY1" fmla="*/ 149771 h 170580"/>
                <a:gd name="connsiteX2" fmla="*/ 25587 w 34116"/>
                <a:gd name="connsiteY2" fmla="*/ 150112 h 170580"/>
                <a:gd name="connsiteX3" fmla="*/ 25929 w 34116"/>
                <a:gd name="connsiteY3" fmla="*/ 25929 h 170580"/>
                <a:gd name="connsiteX4" fmla="*/ 30022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5587"/>
                  </a:moveTo>
                  <a:lnTo>
                    <a:pt x="29681" y="149771"/>
                  </a:lnTo>
                  <a:cubicBezTo>
                    <a:pt x="28316" y="149771"/>
                    <a:pt x="26952" y="150112"/>
                    <a:pt x="25587" y="150112"/>
                  </a:cubicBezTo>
                  <a:lnTo>
                    <a:pt x="25929" y="25929"/>
                  </a:lnTo>
                  <a:cubicBezTo>
                    <a:pt x="27293" y="25929"/>
                    <a:pt x="28657" y="25929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977DC4C-07A6-4AF0-8131-CFE57C6E5E1C}"/>
                </a:ext>
              </a:extLst>
            </p:cNvPr>
            <p:cNvSpPr/>
            <p:nvPr/>
          </p:nvSpPr>
          <p:spPr>
            <a:xfrm>
              <a:off x="14678584" y="7360795"/>
              <a:ext cx="46721" cy="233604"/>
            </a:xfrm>
            <a:custGeom>
              <a:avLst/>
              <a:gdLst>
                <a:gd name="connsiteX0" fmla="*/ 28317 w 34116"/>
                <a:gd name="connsiteY0" fmla="*/ 25587 h 170580"/>
                <a:gd name="connsiteX1" fmla="*/ 27976 w 34116"/>
                <a:gd name="connsiteY1" fmla="*/ 149771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28317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8317" y="25587"/>
                  </a:moveTo>
                  <a:lnTo>
                    <a:pt x="27976" y="149771"/>
                  </a:lnTo>
                  <a:cubicBezTo>
                    <a:pt x="27294" y="149771"/>
                    <a:pt x="26611" y="149771"/>
                    <a:pt x="25587" y="149771"/>
                  </a:cubicBezTo>
                  <a:lnTo>
                    <a:pt x="25929" y="25587"/>
                  </a:lnTo>
                  <a:cubicBezTo>
                    <a:pt x="26952" y="25587"/>
                    <a:pt x="27634" y="25587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BAFA3ED-571E-4F7A-A624-2920D553B6A4}"/>
                </a:ext>
              </a:extLst>
            </p:cNvPr>
            <p:cNvSpPr/>
            <p:nvPr/>
          </p:nvSpPr>
          <p:spPr>
            <a:xfrm>
              <a:off x="14391251" y="7360795"/>
              <a:ext cx="327045" cy="233604"/>
            </a:xfrm>
            <a:custGeom>
              <a:avLst/>
              <a:gdLst>
                <a:gd name="connsiteX0" fmla="*/ 235743 w 238813"/>
                <a:gd name="connsiteY0" fmla="*/ 25587 h 170580"/>
                <a:gd name="connsiteX1" fmla="*/ 235401 w 238813"/>
                <a:gd name="connsiteY1" fmla="*/ 149771 h 170580"/>
                <a:gd name="connsiteX2" fmla="*/ 25587 w 238813"/>
                <a:gd name="connsiteY2" fmla="*/ 149771 h 170580"/>
                <a:gd name="connsiteX3" fmla="*/ 25929 w 238813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813" h="170580">
                  <a:moveTo>
                    <a:pt x="235743" y="25587"/>
                  </a:moveTo>
                  <a:lnTo>
                    <a:pt x="235401" y="149771"/>
                  </a:lnTo>
                  <a:lnTo>
                    <a:pt x="25587" y="149771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8803C6A1-716C-4120-A304-05C2FA9909BF}"/>
                </a:ext>
              </a:extLst>
            </p:cNvPr>
            <p:cNvSpPr/>
            <p:nvPr/>
          </p:nvSpPr>
          <p:spPr>
            <a:xfrm>
              <a:off x="14388915" y="7360795"/>
              <a:ext cx="46721" cy="233604"/>
            </a:xfrm>
            <a:custGeom>
              <a:avLst/>
              <a:gdLst>
                <a:gd name="connsiteX0" fmla="*/ 27634 w 34116"/>
                <a:gd name="connsiteY0" fmla="*/ 25587 h 170580"/>
                <a:gd name="connsiteX1" fmla="*/ 27293 w 34116"/>
                <a:gd name="connsiteY1" fmla="*/ 149771 h 170580"/>
                <a:gd name="connsiteX2" fmla="*/ 25587 w 34116"/>
                <a:gd name="connsiteY2" fmla="*/ 149771 h 170580"/>
                <a:gd name="connsiteX3" fmla="*/ 25928 w 34116"/>
                <a:gd name="connsiteY3" fmla="*/ 25587 h 170580"/>
                <a:gd name="connsiteX4" fmla="*/ 27634 w 34116"/>
                <a:gd name="connsiteY4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7634" y="25587"/>
                  </a:moveTo>
                  <a:lnTo>
                    <a:pt x="27293" y="149771"/>
                  </a:lnTo>
                  <a:cubicBezTo>
                    <a:pt x="26611" y="149771"/>
                    <a:pt x="26269" y="149771"/>
                    <a:pt x="25587" y="149771"/>
                  </a:cubicBezTo>
                  <a:lnTo>
                    <a:pt x="25928" y="25587"/>
                  </a:lnTo>
                  <a:cubicBezTo>
                    <a:pt x="26611" y="25587"/>
                    <a:pt x="27293" y="25587"/>
                    <a:pt x="276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9A5177B0-FD34-4F83-B148-B0413A8039F2}"/>
                </a:ext>
              </a:extLst>
            </p:cNvPr>
            <p:cNvSpPr/>
            <p:nvPr/>
          </p:nvSpPr>
          <p:spPr>
            <a:xfrm>
              <a:off x="14383775" y="7360327"/>
              <a:ext cx="46721" cy="233604"/>
            </a:xfrm>
            <a:custGeom>
              <a:avLst/>
              <a:gdLst>
                <a:gd name="connsiteX0" fmla="*/ 29681 w 34116"/>
                <a:gd name="connsiteY0" fmla="*/ 25929 h 170580"/>
                <a:gd name="connsiteX1" fmla="*/ 29340 w 34116"/>
                <a:gd name="connsiteY1" fmla="*/ 150112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29681 w 34116"/>
                <a:gd name="connsiteY4" fmla="*/ 25929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9"/>
                  </a:moveTo>
                  <a:lnTo>
                    <a:pt x="29340" y="150112"/>
                  </a:lnTo>
                  <a:cubicBezTo>
                    <a:pt x="27976" y="150112"/>
                    <a:pt x="26611" y="150112"/>
                    <a:pt x="25587" y="149771"/>
                  </a:cubicBezTo>
                  <a:lnTo>
                    <a:pt x="25929" y="25587"/>
                  </a:lnTo>
                  <a:cubicBezTo>
                    <a:pt x="27294" y="25929"/>
                    <a:pt x="28657" y="25929"/>
                    <a:pt x="29681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406F46A-C9B3-4AA0-B684-985A88277F34}"/>
                </a:ext>
              </a:extLst>
            </p:cNvPr>
            <p:cNvSpPr/>
            <p:nvPr/>
          </p:nvSpPr>
          <p:spPr>
            <a:xfrm>
              <a:off x="14378637" y="7359861"/>
              <a:ext cx="46721" cy="233604"/>
            </a:xfrm>
            <a:custGeom>
              <a:avLst/>
              <a:gdLst>
                <a:gd name="connsiteX0" fmla="*/ 29681 w 34116"/>
                <a:gd name="connsiteY0" fmla="*/ 25928 h 170580"/>
                <a:gd name="connsiteX1" fmla="*/ 29339 w 34116"/>
                <a:gd name="connsiteY1" fmla="*/ 150111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29681 w 34116"/>
                <a:gd name="connsiteY4" fmla="*/ 25928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5928"/>
                  </a:moveTo>
                  <a:lnTo>
                    <a:pt x="29339" y="150111"/>
                  </a:lnTo>
                  <a:cubicBezTo>
                    <a:pt x="27974" y="150111"/>
                    <a:pt x="26951" y="149769"/>
                    <a:pt x="25587" y="149769"/>
                  </a:cubicBezTo>
                  <a:lnTo>
                    <a:pt x="25928" y="25587"/>
                  </a:lnTo>
                  <a:cubicBezTo>
                    <a:pt x="26951" y="25928"/>
                    <a:pt x="28316" y="25928"/>
                    <a:pt x="29681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775EBE2-6787-477C-A3A6-B3845CBF7DD4}"/>
                </a:ext>
              </a:extLst>
            </p:cNvPr>
            <p:cNvSpPr/>
            <p:nvPr/>
          </p:nvSpPr>
          <p:spPr>
            <a:xfrm>
              <a:off x="14373496" y="7358925"/>
              <a:ext cx="46721" cy="233604"/>
            </a:xfrm>
            <a:custGeom>
              <a:avLst/>
              <a:gdLst>
                <a:gd name="connsiteX0" fmla="*/ 29681 w 34116"/>
                <a:gd name="connsiteY0" fmla="*/ 26270 h 170580"/>
                <a:gd name="connsiteX1" fmla="*/ 29340 w 34116"/>
                <a:gd name="connsiteY1" fmla="*/ 150452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29681 w 34116"/>
                <a:gd name="connsiteY4" fmla="*/ 2627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29681" y="26270"/>
                  </a:moveTo>
                  <a:lnTo>
                    <a:pt x="29340" y="150452"/>
                  </a:lnTo>
                  <a:cubicBezTo>
                    <a:pt x="27976" y="150112"/>
                    <a:pt x="26611" y="150112"/>
                    <a:pt x="25587" y="149771"/>
                  </a:cubicBezTo>
                  <a:lnTo>
                    <a:pt x="25929" y="25587"/>
                  </a:lnTo>
                  <a:cubicBezTo>
                    <a:pt x="26952" y="25929"/>
                    <a:pt x="28317" y="26270"/>
                    <a:pt x="29681" y="2627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F2348683-7E8D-469B-87C2-7CAE980496F5}"/>
                </a:ext>
              </a:extLst>
            </p:cNvPr>
            <p:cNvSpPr/>
            <p:nvPr/>
          </p:nvSpPr>
          <p:spPr>
            <a:xfrm>
              <a:off x="14367423" y="7357525"/>
              <a:ext cx="46721" cy="233604"/>
            </a:xfrm>
            <a:custGeom>
              <a:avLst/>
              <a:gdLst>
                <a:gd name="connsiteX0" fmla="*/ 30022 w 34116"/>
                <a:gd name="connsiteY0" fmla="*/ 26611 h 170580"/>
                <a:gd name="connsiteX1" fmla="*/ 29682 w 34116"/>
                <a:gd name="connsiteY1" fmla="*/ 150794 h 170580"/>
                <a:gd name="connsiteX2" fmla="*/ 25587 w 34116"/>
                <a:gd name="connsiteY2" fmla="*/ 149771 h 170580"/>
                <a:gd name="connsiteX3" fmla="*/ 25929 w 34116"/>
                <a:gd name="connsiteY3" fmla="*/ 25587 h 170580"/>
                <a:gd name="connsiteX4" fmla="*/ 30022 w 34116"/>
                <a:gd name="connsiteY4" fmla="*/ 26611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022" y="26611"/>
                  </a:moveTo>
                  <a:lnTo>
                    <a:pt x="29682" y="150794"/>
                  </a:lnTo>
                  <a:cubicBezTo>
                    <a:pt x="28317" y="150452"/>
                    <a:pt x="26952" y="150112"/>
                    <a:pt x="25587" y="149771"/>
                  </a:cubicBezTo>
                  <a:lnTo>
                    <a:pt x="25929" y="25587"/>
                  </a:lnTo>
                  <a:cubicBezTo>
                    <a:pt x="27294" y="25929"/>
                    <a:pt x="28659" y="26270"/>
                    <a:pt x="30022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6DA6375-FA0B-4637-9F63-C7F10D529830}"/>
                </a:ext>
              </a:extLst>
            </p:cNvPr>
            <p:cNvSpPr/>
            <p:nvPr/>
          </p:nvSpPr>
          <p:spPr>
            <a:xfrm>
              <a:off x="14361351" y="7355188"/>
              <a:ext cx="46721" cy="233604"/>
            </a:xfrm>
            <a:custGeom>
              <a:avLst/>
              <a:gdLst>
                <a:gd name="connsiteX0" fmla="*/ 30704 w 34116"/>
                <a:gd name="connsiteY0" fmla="*/ 27293 h 170580"/>
                <a:gd name="connsiteX1" fmla="*/ 30363 w 34116"/>
                <a:gd name="connsiteY1" fmla="*/ 151476 h 170580"/>
                <a:gd name="connsiteX2" fmla="*/ 25587 w 34116"/>
                <a:gd name="connsiteY2" fmla="*/ 149769 h 170580"/>
                <a:gd name="connsiteX3" fmla="*/ 25928 w 34116"/>
                <a:gd name="connsiteY3" fmla="*/ 25587 h 170580"/>
                <a:gd name="connsiteX4" fmla="*/ 30704 w 34116"/>
                <a:gd name="connsiteY4" fmla="*/ 27293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70580">
                  <a:moveTo>
                    <a:pt x="30704" y="27293"/>
                  </a:moveTo>
                  <a:lnTo>
                    <a:pt x="30363" y="151476"/>
                  </a:lnTo>
                  <a:cubicBezTo>
                    <a:pt x="28657" y="151134"/>
                    <a:pt x="27293" y="150452"/>
                    <a:pt x="25587" y="149769"/>
                  </a:cubicBezTo>
                  <a:lnTo>
                    <a:pt x="25928" y="25587"/>
                  </a:lnTo>
                  <a:cubicBezTo>
                    <a:pt x="27293" y="26269"/>
                    <a:pt x="28998" y="26952"/>
                    <a:pt x="30704" y="2729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F04C0C7-A0C0-4340-B5BF-77584AF0BD4F}"/>
                </a:ext>
              </a:extLst>
            </p:cNvPr>
            <p:cNvSpPr/>
            <p:nvPr/>
          </p:nvSpPr>
          <p:spPr>
            <a:xfrm>
              <a:off x="14337991" y="7329958"/>
              <a:ext cx="93441" cy="233604"/>
            </a:xfrm>
            <a:custGeom>
              <a:avLst/>
              <a:gdLst>
                <a:gd name="connsiteX0" fmla="*/ 42986 w 68232"/>
                <a:gd name="connsiteY0" fmla="*/ 44352 h 170580"/>
                <a:gd name="connsiteX1" fmla="*/ 42645 w 68232"/>
                <a:gd name="connsiteY1" fmla="*/ 168534 h 170580"/>
                <a:gd name="connsiteX2" fmla="*/ 37187 w 68232"/>
                <a:gd name="connsiteY2" fmla="*/ 165805 h 170580"/>
                <a:gd name="connsiteX3" fmla="*/ 25587 w 68232"/>
                <a:gd name="connsiteY3" fmla="*/ 149771 h 170580"/>
                <a:gd name="connsiteX4" fmla="*/ 25928 w 68232"/>
                <a:gd name="connsiteY4" fmla="*/ 25587 h 170580"/>
                <a:gd name="connsiteX5" fmla="*/ 37527 w 68232"/>
                <a:gd name="connsiteY5" fmla="*/ 41622 h 170580"/>
                <a:gd name="connsiteX6" fmla="*/ 42986 w 68232"/>
                <a:gd name="connsiteY6" fmla="*/ 4435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232" h="170580">
                  <a:moveTo>
                    <a:pt x="42986" y="44352"/>
                  </a:moveTo>
                  <a:lnTo>
                    <a:pt x="42645" y="168534"/>
                  </a:lnTo>
                  <a:cubicBezTo>
                    <a:pt x="40597" y="167852"/>
                    <a:pt x="38892" y="166829"/>
                    <a:pt x="37187" y="165805"/>
                  </a:cubicBezTo>
                  <a:cubicBezTo>
                    <a:pt x="30021" y="161711"/>
                    <a:pt x="25587" y="155911"/>
                    <a:pt x="25587" y="149771"/>
                  </a:cubicBezTo>
                  <a:lnTo>
                    <a:pt x="25928" y="25587"/>
                  </a:lnTo>
                  <a:cubicBezTo>
                    <a:pt x="25928" y="31728"/>
                    <a:pt x="30363" y="37528"/>
                    <a:pt x="37527" y="41622"/>
                  </a:cubicBezTo>
                  <a:cubicBezTo>
                    <a:pt x="38892" y="42645"/>
                    <a:pt x="40939" y="43328"/>
                    <a:pt x="42986" y="4435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5C59C96-393F-494C-A995-6A43C8117ACC}"/>
                </a:ext>
              </a:extLst>
            </p:cNvPr>
            <p:cNvSpPr/>
            <p:nvPr/>
          </p:nvSpPr>
          <p:spPr>
            <a:xfrm>
              <a:off x="12662820" y="7012904"/>
              <a:ext cx="75581" cy="377906"/>
            </a:xfrm>
            <a:custGeom>
              <a:avLst/>
              <a:gdLst>
                <a:gd name="connsiteX0" fmla="*/ 25929 w 34116"/>
                <a:gd name="connsiteY0" fmla="*/ 78468 h 170580"/>
                <a:gd name="connsiteX1" fmla="*/ 25587 w 34116"/>
                <a:gd name="connsiteY1" fmla="*/ 148406 h 170580"/>
                <a:gd name="connsiteX2" fmla="*/ 25587 w 34116"/>
                <a:gd name="connsiteY2" fmla="*/ 95526 h 170580"/>
                <a:gd name="connsiteX3" fmla="*/ 25929 w 34116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70580">
                  <a:moveTo>
                    <a:pt x="25929" y="78468"/>
                  </a:moveTo>
                  <a:lnTo>
                    <a:pt x="25587" y="148406"/>
                  </a:lnTo>
                  <a:lnTo>
                    <a:pt x="25587" y="95526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75D903E0-BA7F-4C7E-AE4C-9DE6080161BC}"/>
                </a:ext>
              </a:extLst>
            </p:cNvPr>
            <p:cNvSpPr/>
            <p:nvPr/>
          </p:nvSpPr>
          <p:spPr>
            <a:xfrm>
              <a:off x="13541827" y="7200348"/>
              <a:ext cx="75581" cy="226744"/>
            </a:xfrm>
            <a:custGeom>
              <a:avLst/>
              <a:gdLst>
                <a:gd name="connsiteX0" fmla="*/ 25929 w 34116"/>
                <a:gd name="connsiteY0" fmla="*/ 25587 h 102348"/>
                <a:gd name="connsiteX1" fmla="*/ 25587 w 34116"/>
                <a:gd name="connsiteY1" fmla="*/ 95525 h 102348"/>
                <a:gd name="connsiteX2" fmla="*/ 25587 w 34116"/>
                <a:gd name="connsiteY2" fmla="*/ 95866 h 102348"/>
                <a:gd name="connsiteX3" fmla="*/ 25929 w 34116"/>
                <a:gd name="connsiteY3" fmla="*/ 25928 h 102348"/>
                <a:gd name="connsiteX4" fmla="*/ 2592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9" y="25587"/>
                  </a:moveTo>
                  <a:lnTo>
                    <a:pt x="25587" y="95525"/>
                  </a:lnTo>
                  <a:lnTo>
                    <a:pt x="25587" y="95866"/>
                  </a:lnTo>
                  <a:lnTo>
                    <a:pt x="25929" y="25928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1014055-8854-4D15-9DD3-9B13800C90BB}"/>
                </a:ext>
              </a:extLst>
            </p:cNvPr>
            <p:cNvSpPr/>
            <p:nvPr/>
          </p:nvSpPr>
          <p:spPr>
            <a:xfrm>
              <a:off x="13541827" y="7201100"/>
              <a:ext cx="75581" cy="226744"/>
            </a:xfrm>
            <a:custGeom>
              <a:avLst/>
              <a:gdLst>
                <a:gd name="connsiteX0" fmla="*/ 25929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6891 h 102348"/>
                <a:gd name="connsiteX3" fmla="*/ 25929 w 34116"/>
                <a:gd name="connsiteY3" fmla="*/ 26952 h 102348"/>
                <a:gd name="connsiteX4" fmla="*/ 2592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9" y="25587"/>
                  </a:moveTo>
                  <a:lnTo>
                    <a:pt x="25587" y="95526"/>
                  </a:lnTo>
                  <a:cubicBezTo>
                    <a:pt x="25587" y="95867"/>
                    <a:pt x="25587" y="96208"/>
                    <a:pt x="25587" y="96891"/>
                  </a:cubicBezTo>
                  <a:lnTo>
                    <a:pt x="25929" y="26952"/>
                  </a:lnTo>
                  <a:cubicBezTo>
                    <a:pt x="25587" y="26270"/>
                    <a:pt x="25587" y="25929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074700B4-3B92-4071-9C67-383C27DD8D81}"/>
                </a:ext>
              </a:extLst>
            </p:cNvPr>
            <p:cNvSpPr/>
            <p:nvPr/>
          </p:nvSpPr>
          <p:spPr>
            <a:xfrm>
              <a:off x="13540317" y="7203369"/>
              <a:ext cx="75581" cy="226744"/>
            </a:xfrm>
            <a:custGeom>
              <a:avLst/>
              <a:gdLst>
                <a:gd name="connsiteX0" fmla="*/ 26269 w 34116"/>
                <a:gd name="connsiteY0" fmla="*/ 25587 h 102348"/>
                <a:gd name="connsiteX1" fmla="*/ 25928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1 h 102348"/>
                <a:gd name="connsiteX4" fmla="*/ 262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69" y="25587"/>
                  </a:moveTo>
                  <a:lnTo>
                    <a:pt x="25928" y="95525"/>
                  </a:lnTo>
                  <a:cubicBezTo>
                    <a:pt x="25928" y="95866"/>
                    <a:pt x="25587" y="96207"/>
                    <a:pt x="25587" y="96890"/>
                  </a:cubicBezTo>
                  <a:lnTo>
                    <a:pt x="25928" y="26951"/>
                  </a:lnTo>
                  <a:cubicBezTo>
                    <a:pt x="25928" y="26611"/>
                    <a:pt x="26269" y="2626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8EE3A5F5-6898-492C-936B-F33834AD8512}"/>
                </a:ext>
              </a:extLst>
            </p:cNvPr>
            <p:cNvSpPr/>
            <p:nvPr/>
          </p:nvSpPr>
          <p:spPr>
            <a:xfrm>
              <a:off x="13538804" y="7206390"/>
              <a:ext cx="75581" cy="226744"/>
            </a:xfrm>
            <a:custGeom>
              <a:avLst/>
              <a:gdLst>
                <a:gd name="connsiteX0" fmla="*/ 26611 w 34116"/>
                <a:gd name="connsiteY0" fmla="*/ 25587 h 102348"/>
                <a:gd name="connsiteX1" fmla="*/ 26270 w 34116"/>
                <a:gd name="connsiteY1" fmla="*/ 95526 h 102348"/>
                <a:gd name="connsiteX2" fmla="*/ 25587 w 34116"/>
                <a:gd name="connsiteY2" fmla="*/ 96890 h 102348"/>
                <a:gd name="connsiteX3" fmla="*/ 25929 w 34116"/>
                <a:gd name="connsiteY3" fmla="*/ 26952 h 102348"/>
                <a:gd name="connsiteX4" fmla="*/ 2661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611" y="25587"/>
                  </a:moveTo>
                  <a:lnTo>
                    <a:pt x="26270" y="95526"/>
                  </a:lnTo>
                  <a:cubicBezTo>
                    <a:pt x="26270" y="95866"/>
                    <a:pt x="25929" y="96208"/>
                    <a:pt x="25587" y="96890"/>
                  </a:cubicBezTo>
                  <a:lnTo>
                    <a:pt x="25929" y="26952"/>
                  </a:lnTo>
                  <a:cubicBezTo>
                    <a:pt x="26270" y="26611"/>
                    <a:pt x="26611" y="2592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96A151EA-7AEE-4C03-A1F8-20F125FCDF67}"/>
                </a:ext>
              </a:extLst>
            </p:cNvPr>
            <p:cNvSpPr/>
            <p:nvPr/>
          </p:nvSpPr>
          <p:spPr>
            <a:xfrm>
              <a:off x="13536537" y="7209415"/>
              <a:ext cx="75581" cy="226744"/>
            </a:xfrm>
            <a:custGeom>
              <a:avLst/>
              <a:gdLst>
                <a:gd name="connsiteX0" fmla="*/ 26952 w 34116"/>
                <a:gd name="connsiteY0" fmla="*/ 25587 h 102348"/>
                <a:gd name="connsiteX1" fmla="*/ 26611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2 h 102348"/>
                <a:gd name="connsiteX4" fmla="*/ 2695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2" y="25587"/>
                  </a:moveTo>
                  <a:lnTo>
                    <a:pt x="26611" y="95525"/>
                  </a:lnTo>
                  <a:cubicBezTo>
                    <a:pt x="26270" y="95866"/>
                    <a:pt x="25929" y="96548"/>
                    <a:pt x="25587" y="96890"/>
                  </a:cubicBezTo>
                  <a:lnTo>
                    <a:pt x="25929" y="26952"/>
                  </a:lnTo>
                  <a:cubicBezTo>
                    <a:pt x="26611" y="26269"/>
                    <a:pt x="26952" y="25929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62A54F0-F858-4DA6-87CD-3874F2817746}"/>
                </a:ext>
              </a:extLst>
            </p:cNvPr>
            <p:cNvSpPr/>
            <p:nvPr/>
          </p:nvSpPr>
          <p:spPr>
            <a:xfrm>
              <a:off x="13534269" y="7212440"/>
              <a:ext cx="75581" cy="226744"/>
            </a:xfrm>
            <a:custGeom>
              <a:avLst/>
              <a:gdLst>
                <a:gd name="connsiteX0" fmla="*/ 27294 w 34116"/>
                <a:gd name="connsiteY0" fmla="*/ 25587 h 102348"/>
                <a:gd name="connsiteX1" fmla="*/ 26952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1 h 102348"/>
                <a:gd name="connsiteX4" fmla="*/ 27294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4" y="25587"/>
                  </a:moveTo>
                  <a:lnTo>
                    <a:pt x="26952" y="95525"/>
                  </a:lnTo>
                  <a:cubicBezTo>
                    <a:pt x="26611" y="95866"/>
                    <a:pt x="26270" y="96548"/>
                    <a:pt x="25587" y="96890"/>
                  </a:cubicBezTo>
                  <a:lnTo>
                    <a:pt x="25929" y="26951"/>
                  </a:lnTo>
                  <a:cubicBezTo>
                    <a:pt x="26270" y="26269"/>
                    <a:pt x="26952" y="25928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D500540E-88BF-4682-9F7A-C98B97C9B4DB}"/>
                </a:ext>
              </a:extLst>
            </p:cNvPr>
            <p:cNvSpPr/>
            <p:nvPr/>
          </p:nvSpPr>
          <p:spPr>
            <a:xfrm>
              <a:off x="13528223" y="7215461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6 w 34116"/>
                <a:gd name="connsiteY1" fmla="*/ 95526 h 102348"/>
                <a:gd name="connsiteX2" fmla="*/ 25587 w 34116"/>
                <a:gd name="connsiteY2" fmla="*/ 97573 h 102348"/>
                <a:gd name="connsiteX3" fmla="*/ 25928 w 34116"/>
                <a:gd name="connsiteY3" fmla="*/ 27634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6" y="95526"/>
                  </a:lnTo>
                  <a:cubicBezTo>
                    <a:pt x="27634" y="96208"/>
                    <a:pt x="26611" y="96891"/>
                    <a:pt x="25587" y="97573"/>
                  </a:cubicBezTo>
                  <a:lnTo>
                    <a:pt x="25928" y="27634"/>
                  </a:lnTo>
                  <a:cubicBezTo>
                    <a:pt x="26952" y="26952"/>
                    <a:pt x="27976" y="26270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3D98EB8C-4A89-4707-9B71-5E2AE73F3516}"/>
                </a:ext>
              </a:extLst>
            </p:cNvPr>
            <p:cNvSpPr/>
            <p:nvPr/>
          </p:nvSpPr>
          <p:spPr>
            <a:xfrm>
              <a:off x="13527467" y="7219996"/>
              <a:ext cx="75581" cy="226744"/>
            </a:xfrm>
            <a:custGeom>
              <a:avLst/>
              <a:gdLst>
                <a:gd name="connsiteX0" fmla="*/ 26269 w 34116"/>
                <a:gd name="connsiteY0" fmla="*/ 25587 h 102348"/>
                <a:gd name="connsiteX1" fmla="*/ 25929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62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69" y="25587"/>
                  </a:moveTo>
                  <a:lnTo>
                    <a:pt x="25929" y="95526"/>
                  </a:lnTo>
                  <a:lnTo>
                    <a:pt x="25587" y="95526"/>
                  </a:lnTo>
                  <a:lnTo>
                    <a:pt x="25929" y="25587"/>
                  </a:lnTo>
                  <a:lnTo>
                    <a:pt x="2626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448BC23A-B7FC-485E-9CF4-77C64D7629AA}"/>
                </a:ext>
              </a:extLst>
            </p:cNvPr>
            <p:cNvSpPr/>
            <p:nvPr/>
          </p:nvSpPr>
          <p:spPr>
            <a:xfrm>
              <a:off x="12143577" y="7200348"/>
              <a:ext cx="75581" cy="226744"/>
            </a:xfrm>
            <a:custGeom>
              <a:avLst/>
              <a:gdLst>
                <a:gd name="connsiteX0" fmla="*/ 32411 w 34116"/>
                <a:gd name="connsiteY0" fmla="*/ 34457 h 102348"/>
                <a:gd name="connsiteX1" fmla="*/ 32069 w 34116"/>
                <a:gd name="connsiteY1" fmla="*/ 104395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32411 w 34116"/>
                <a:gd name="connsiteY4" fmla="*/ 3445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2411" y="34457"/>
                  </a:moveTo>
                  <a:lnTo>
                    <a:pt x="32069" y="104395"/>
                  </a:lnTo>
                  <a:cubicBezTo>
                    <a:pt x="27634" y="102007"/>
                    <a:pt x="25587" y="98595"/>
                    <a:pt x="25587" y="95525"/>
                  </a:cubicBezTo>
                  <a:lnTo>
                    <a:pt x="25929" y="25587"/>
                  </a:lnTo>
                  <a:cubicBezTo>
                    <a:pt x="25929" y="28657"/>
                    <a:pt x="27976" y="32069"/>
                    <a:pt x="32411" y="3445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020C9A-9ED0-4A67-A5C9-92A557B6F262}"/>
                </a:ext>
              </a:extLst>
            </p:cNvPr>
            <p:cNvSpPr/>
            <p:nvPr/>
          </p:nvSpPr>
          <p:spPr>
            <a:xfrm>
              <a:off x="13385374" y="7219996"/>
              <a:ext cx="226744" cy="302325"/>
            </a:xfrm>
            <a:custGeom>
              <a:avLst/>
              <a:gdLst>
                <a:gd name="connsiteX0" fmla="*/ 90067 w 102348"/>
                <a:gd name="connsiteY0" fmla="*/ 25587 h 136464"/>
                <a:gd name="connsiteX1" fmla="*/ 89726 w 102348"/>
                <a:gd name="connsiteY1" fmla="*/ 95526 h 136464"/>
                <a:gd name="connsiteX2" fmla="*/ 25587 w 102348"/>
                <a:gd name="connsiteY2" fmla="*/ 133054 h 136464"/>
                <a:gd name="connsiteX3" fmla="*/ 25929 w 102348"/>
                <a:gd name="connsiteY3" fmla="*/ 63115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90067" y="25587"/>
                  </a:moveTo>
                  <a:lnTo>
                    <a:pt x="89726" y="95526"/>
                  </a:lnTo>
                  <a:lnTo>
                    <a:pt x="25587" y="133054"/>
                  </a:lnTo>
                  <a:lnTo>
                    <a:pt x="25929" y="631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C06CDEBE-E786-4BBF-A5F5-4C02AF7EC465}"/>
                </a:ext>
              </a:extLst>
            </p:cNvPr>
            <p:cNvSpPr/>
            <p:nvPr/>
          </p:nvSpPr>
          <p:spPr>
            <a:xfrm>
              <a:off x="12157938" y="7219996"/>
              <a:ext cx="226744" cy="302325"/>
            </a:xfrm>
            <a:custGeom>
              <a:avLst/>
              <a:gdLst>
                <a:gd name="connsiteX0" fmla="*/ 90408 w 102348"/>
                <a:gd name="connsiteY0" fmla="*/ 63115 h 136464"/>
                <a:gd name="connsiteX1" fmla="*/ 90408 w 102348"/>
                <a:gd name="connsiteY1" fmla="*/ 133054 h 136464"/>
                <a:gd name="connsiteX2" fmla="*/ 25587 w 102348"/>
                <a:gd name="connsiteY2" fmla="*/ 95526 h 136464"/>
                <a:gd name="connsiteX3" fmla="*/ 25929 w 102348"/>
                <a:gd name="connsiteY3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90408" y="63115"/>
                  </a:moveTo>
                  <a:lnTo>
                    <a:pt x="90408" y="133054"/>
                  </a:lnTo>
                  <a:lnTo>
                    <a:pt x="25587" y="95526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AD95DA5-4BBA-4604-8F78-2A9561F7FFD6}"/>
                </a:ext>
              </a:extLst>
            </p:cNvPr>
            <p:cNvSpPr/>
            <p:nvPr/>
          </p:nvSpPr>
          <p:spPr>
            <a:xfrm>
              <a:off x="13030897" y="7311450"/>
              <a:ext cx="226744" cy="377906"/>
            </a:xfrm>
            <a:custGeom>
              <a:avLst/>
              <a:gdLst>
                <a:gd name="connsiteX0" fmla="*/ 91773 w 102348"/>
                <a:gd name="connsiteY0" fmla="*/ 97572 h 170580"/>
                <a:gd name="connsiteX1" fmla="*/ 91432 w 102348"/>
                <a:gd name="connsiteY1" fmla="*/ 167511 h 170580"/>
                <a:gd name="connsiteX2" fmla="*/ 47080 w 102348"/>
                <a:gd name="connsiteY2" fmla="*/ 105760 h 170580"/>
                <a:gd name="connsiteX3" fmla="*/ 25587 w 102348"/>
                <a:gd name="connsiteY3" fmla="*/ 95525 h 170580"/>
                <a:gd name="connsiteX4" fmla="*/ 25929 w 102348"/>
                <a:gd name="connsiteY4" fmla="*/ 25587 h 170580"/>
                <a:gd name="connsiteX5" fmla="*/ 47422 w 102348"/>
                <a:gd name="connsiteY5" fmla="*/ 35822 h 170580"/>
                <a:gd name="connsiteX6" fmla="*/ 91773 w 102348"/>
                <a:gd name="connsiteY6" fmla="*/ 97572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348" h="170580">
                  <a:moveTo>
                    <a:pt x="91773" y="97572"/>
                  </a:moveTo>
                  <a:lnTo>
                    <a:pt x="91432" y="167511"/>
                  </a:lnTo>
                  <a:cubicBezTo>
                    <a:pt x="91432" y="144994"/>
                    <a:pt x="76761" y="122818"/>
                    <a:pt x="47080" y="105760"/>
                  </a:cubicBezTo>
                  <a:cubicBezTo>
                    <a:pt x="40258" y="102007"/>
                    <a:pt x="33093" y="98255"/>
                    <a:pt x="25587" y="95525"/>
                  </a:cubicBezTo>
                  <a:lnTo>
                    <a:pt x="25929" y="25587"/>
                  </a:lnTo>
                  <a:cubicBezTo>
                    <a:pt x="33434" y="28657"/>
                    <a:pt x="40940" y="32069"/>
                    <a:pt x="47422" y="35822"/>
                  </a:cubicBezTo>
                  <a:cubicBezTo>
                    <a:pt x="77103" y="52538"/>
                    <a:pt x="91773" y="75055"/>
                    <a:pt x="91773" y="9757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E6FC6627-C3D4-46FF-9050-63FBF0228339}"/>
                </a:ext>
              </a:extLst>
            </p:cNvPr>
            <p:cNvSpPr/>
            <p:nvPr/>
          </p:nvSpPr>
          <p:spPr>
            <a:xfrm>
              <a:off x="12990085" y="7297089"/>
              <a:ext cx="151162" cy="226744"/>
            </a:xfrm>
            <a:custGeom>
              <a:avLst/>
              <a:gdLst>
                <a:gd name="connsiteX0" fmla="*/ 44009 w 68232"/>
                <a:gd name="connsiteY0" fmla="*/ 31728 h 102348"/>
                <a:gd name="connsiteX1" fmla="*/ 43669 w 68232"/>
                <a:gd name="connsiteY1" fmla="*/ 101666 h 102348"/>
                <a:gd name="connsiteX2" fmla="*/ 25587 w 68232"/>
                <a:gd name="connsiteY2" fmla="*/ 95525 h 102348"/>
                <a:gd name="connsiteX3" fmla="*/ 25928 w 68232"/>
                <a:gd name="connsiteY3" fmla="*/ 25587 h 102348"/>
                <a:gd name="connsiteX4" fmla="*/ 44009 w 68232"/>
                <a:gd name="connsiteY4" fmla="*/ 3172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44009" y="31728"/>
                  </a:moveTo>
                  <a:lnTo>
                    <a:pt x="43669" y="101666"/>
                  </a:lnTo>
                  <a:cubicBezTo>
                    <a:pt x="37868" y="99278"/>
                    <a:pt x="31728" y="97231"/>
                    <a:pt x="25587" y="95525"/>
                  </a:cubicBezTo>
                  <a:lnTo>
                    <a:pt x="25928" y="25587"/>
                  </a:lnTo>
                  <a:cubicBezTo>
                    <a:pt x="32069" y="27293"/>
                    <a:pt x="38210" y="29339"/>
                    <a:pt x="44009" y="317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A523691A-D2E6-4F43-8609-7416F2B520A5}"/>
                </a:ext>
              </a:extLst>
            </p:cNvPr>
            <p:cNvSpPr/>
            <p:nvPr/>
          </p:nvSpPr>
          <p:spPr>
            <a:xfrm>
              <a:off x="12955316" y="7288775"/>
              <a:ext cx="75581" cy="226744"/>
            </a:xfrm>
            <a:custGeom>
              <a:avLst/>
              <a:gdLst>
                <a:gd name="connsiteX0" fmla="*/ 41622 w 34116"/>
                <a:gd name="connsiteY0" fmla="*/ 29340 h 102348"/>
                <a:gd name="connsiteX1" fmla="*/ 41281 w 34116"/>
                <a:gd name="connsiteY1" fmla="*/ 99278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41622 w 34116"/>
                <a:gd name="connsiteY4" fmla="*/ 29340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41622" y="29340"/>
                  </a:moveTo>
                  <a:lnTo>
                    <a:pt x="41281" y="99278"/>
                  </a:lnTo>
                  <a:cubicBezTo>
                    <a:pt x="36163" y="97914"/>
                    <a:pt x="31046" y="96549"/>
                    <a:pt x="25587" y="95526"/>
                  </a:cubicBezTo>
                  <a:lnTo>
                    <a:pt x="25929" y="25587"/>
                  </a:lnTo>
                  <a:cubicBezTo>
                    <a:pt x="31387" y="26611"/>
                    <a:pt x="36505" y="27976"/>
                    <a:pt x="41622" y="293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F4AC73AD-3E10-4A53-B202-E5E0C761DDD6}"/>
                </a:ext>
              </a:extLst>
            </p:cNvPr>
            <p:cNvSpPr/>
            <p:nvPr/>
          </p:nvSpPr>
          <p:spPr>
            <a:xfrm>
              <a:off x="12922062" y="7282729"/>
              <a:ext cx="75581" cy="226744"/>
            </a:xfrm>
            <a:custGeom>
              <a:avLst/>
              <a:gdLst>
                <a:gd name="connsiteX0" fmla="*/ 40940 w 34116"/>
                <a:gd name="connsiteY0" fmla="*/ 28316 h 102348"/>
                <a:gd name="connsiteX1" fmla="*/ 40598 w 34116"/>
                <a:gd name="connsiteY1" fmla="*/ 98255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40940 w 34116"/>
                <a:gd name="connsiteY4" fmla="*/ 28316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40940" y="28316"/>
                  </a:moveTo>
                  <a:lnTo>
                    <a:pt x="40598" y="98255"/>
                  </a:lnTo>
                  <a:cubicBezTo>
                    <a:pt x="35823" y="97231"/>
                    <a:pt x="30705" y="96548"/>
                    <a:pt x="25587" y="95525"/>
                  </a:cubicBezTo>
                  <a:lnTo>
                    <a:pt x="25929" y="25587"/>
                  </a:lnTo>
                  <a:cubicBezTo>
                    <a:pt x="31046" y="26269"/>
                    <a:pt x="36164" y="27293"/>
                    <a:pt x="40940" y="2831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9C69D20B-B404-4977-B40C-C25008D2656C}"/>
                </a:ext>
              </a:extLst>
            </p:cNvPr>
            <p:cNvSpPr/>
            <p:nvPr/>
          </p:nvSpPr>
          <p:spPr>
            <a:xfrm>
              <a:off x="12889561" y="7278952"/>
              <a:ext cx="75581" cy="226744"/>
            </a:xfrm>
            <a:custGeom>
              <a:avLst/>
              <a:gdLst>
                <a:gd name="connsiteX0" fmla="*/ 40598 w 34116"/>
                <a:gd name="connsiteY0" fmla="*/ 27293 h 102348"/>
                <a:gd name="connsiteX1" fmla="*/ 40257 w 34116"/>
                <a:gd name="connsiteY1" fmla="*/ 97230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40598 w 34116"/>
                <a:gd name="connsiteY4" fmla="*/ 27293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40598" y="27293"/>
                  </a:moveTo>
                  <a:lnTo>
                    <a:pt x="40257" y="97230"/>
                  </a:lnTo>
                  <a:cubicBezTo>
                    <a:pt x="35481" y="96548"/>
                    <a:pt x="30704" y="95866"/>
                    <a:pt x="25587" y="95525"/>
                  </a:cubicBezTo>
                  <a:lnTo>
                    <a:pt x="25929" y="25587"/>
                  </a:lnTo>
                  <a:cubicBezTo>
                    <a:pt x="31046" y="25928"/>
                    <a:pt x="35823" y="26611"/>
                    <a:pt x="40598" y="2729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5A692BE8-059A-4CF2-8323-44D3DE273C78}"/>
                </a:ext>
              </a:extLst>
            </p:cNvPr>
            <p:cNvSpPr/>
            <p:nvPr/>
          </p:nvSpPr>
          <p:spPr>
            <a:xfrm>
              <a:off x="12857819" y="7277439"/>
              <a:ext cx="75581" cy="226744"/>
            </a:xfrm>
            <a:custGeom>
              <a:avLst/>
              <a:gdLst>
                <a:gd name="connsiteX0" fmla="*/ 40598 w 34116"/>
                <a:gd name="connsiteY0" fmla="*/ 26270 h 102348"/>
                <a:gd name="connsiteX1" fmla="*/ 40257 w 34116"/>
                <a:gd name="connsiteY1" fmla="*/ 96208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40598 w 34116"/>
                <a:gd name="connsiteY4" fmla="*/ 26270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40598" y="26270"/>
                  </a:moveTo>
                  <a:lnTo>
                    <a:pt x="40257" y="96208"/>
                  </a:lnTo>
                  <a:cubicBezTo>
                    <a:pt x="35480" y="95866"/>
                    <a:pt x="30363" y="95526"/>
                    <a:pt x="25587" y="95526"/>
                  </a:cubicBezTo>
                  <a:lnTo>
                    <a:pt x="25928" y="25587"/>
                  </a:lnTo>
                  <a:cubicBezTo>
                    <a:pt x="30704" y="25587"/>
                    <a:pt x="35480" y="25929"/>
                    <a:pt x="40598" y="2627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C18D5718-C2B3-4836-9878-3981DE642DC3}"/>
                </a:ext>
              </a:extLst>
            </p:cNvPr>
            <p:cNvSpPr/>
            <p:nvPr/>
          </p:nvSpPr>
          <p:spPr>
            <a:xfrm>
              <a:off x="12823050" y="7277103"/>
              <a:ext cx="75581" cy="226744"/>
            </a:xfrm>
            <a:custGeom>
              <a:avLst/>
              <a:gdLst>
                <a:gd name="connsiteX0" fmla="*/ 41281 w 34116"/>
                <a:gd name="connsiteY0" fmla="*/ 25739 h 102348"/>
                <a:gd name="connsiteX1" fmla="*/ 40940 w 34116"/>
                <a:gd name="connsiteY1" fmla="*/ 95678 h 102348"/>
                <a:gd name="connsiteX2" fmla="*/ 25587 w 34116"/>
                <a:gd name="connsiteY2" fmla="*/ 95678 h 102348"/>
                <a:gd name="connsiteX3" fmla="*/ 25929 w 34116"/>
                <a:gd name="connsiteY3" fmla="*/ 25739 h 102348"/>
                <a:gd name="connsiteX4" fmla="*/ 41281 w 34116"/>
                <a:gd name="connsiteY4" fmla="*/ 2573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41281" y="25739"/>
                  </a:moveTo>
                  <a:lnTo>
                    <a:pt x="40940" y="95678"/>
                  </a:lnTo>
                  <a:cubicBezTo>
                    <a:pt x="35823" y="95678"/>
                    <a:pt x="30705" y="95678"/>
                    <a:pt x="25587" y="95678"/>
                  </a:cubicBezTo>
                  <a:lnTo>
                    <a:pt x="25929" y="25739"/>
                  </a:lnTo>
                  <a:cubicBezTo>
                    <a:pt x="31046" y="25739"/>
                    <a:pt x="36163" y="25397"/>
                    <a:pt x="41281" y="257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311ED30A-B451-4DC3-9FFA-ED0EC7614D72}"/>
                </a:ext>
              </a:extLst>
            </p:cNvPr>
            <p:cNvSpPr/>
            <p:nvPr/>
          </p:nvSpPr>
          <p:spPr>
            <a:xfrm>
              <a:off x="12786015" y="7277439"/>
              <a:ext cx="151162" cy="226744"/>
            </a:xfrm>
            <a:custGeom>
              <a:avLst/>
              <a:gdLst>
                <a:gd name="connsiteX0" fmla="*/ 42645 w 68232"/>
                <a:gd name="connsiteY0" fmla="*/ 25587 h 102348"/>
                <a:gd name="connsiteX1" fmla="*/ 42304 w 68232"/>
                <a:gd name="connsiteY1" fmla="*/ 95526 h 102348"/>
                <a:gd name="connsiteX2" fmla="*/ 25587 w 68232"/>
                <a:gd name="connsiteY2" fmla="*/ 96549 h 102348"/>
                <a:gd name="connsiteX3" fmla="*/ 25929 w 68232"/>
                <a:gd name="connsiteY3" fmla="*/ 26611 h 102348"/>
                <a:gd name="connsiteX4" fmla="*/ 42645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42645" y="25587"/>
                  </a:moveTo>
                  <a:lnTo>
                    <a:pt x="42304" y="95526"/>
                  </a:lnTo>
                  <a:cubicBezTo>
                    <a:pt x="36845" y="95866"/>
                    <a:pt x="31046" y="96208"/>
                    <a:pt x="25587" y="96549"/>
                  </a:cubicBezTo>
                  <a:lnTo>
                    <a:pt x="25929" y="26611"/>
                  </a:lnTo>
                  <a:cubicBezTo>
                    <a:pt x="31728" y="26270"/>
                    <a:pt x="37187" y="25929"/>
                    <a:pt x="4264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AA12ADB1-7265-48C4-A5E2-DBEC29029D7E}"/>
                </a:ext>
              </a:extLst>
            </p:cNvPr>
            <p:cNvSpPr/>
            <p:nvPr/>
          </p:nvSpPr>
          <p:spPr>
            <a:xfrm>
              <a:off x="12743690" y="7279706"/>
              <a:ext cx="151162" cy="226744"/>
            </a:xfrm>
            <a:custGeom>
              <a:avLst/>
              <a:gdLst>
                <a:gd name="connsiteX0" fmla="*/ 45034 w 68232"/>
                <a:gd name="connsiteY0" fmla="*/ 25587 h 102348"/>
                <a:gd name="connsiteX1" fmla="*/ 44692 w 68232"/>
                <a:gd name="connsiteY1" fmla="*/ 95526 h 102348"/>
                <a:gd name="connsiteX2" fmla="*/ 25587 w 68232"/>
                <a:gd name="connsiteY2" fmla="*/ 98255 h 102348"/>
                <a:gd name="connsiteX3" fmla="*/ 25929 w 68232"/>
                <a:gd name="connsiteY3" fmla="*/ 28317 h 102348"/>
                <a:gd name="connsiteX4" fmla="*/ 45034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45034" y="25587"/>
                  </a:moveTo>
                  <a:lnTo>
                    <a:pt x="44692" y="95526"/>
                  </a:lnTo>
                  <a:cubicBezTo>
                    <a:pt x="38210" y="96208"/>
                    <a:pt x="31728" y="96890"/>
                    <a:pt x="25587" y="98255"/>
                  </a:cubicBezTo>
                  <a:lnTo>
                    <a:pt x="25929" y="28317"/>
                  </a:lnTo>
                  <a:cubicBezTo>
                    <a:pt x="32411" y="27294"/>
                    <a:pt x="38551" y="26270"/>
                    <a:pt x="450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0B8A69FA-B626-43E8-8F44-8AAF92DDC426}"/>
                </a:ext>
              </a:extLst>
            </p:cNvPr>
            <p:cNvSpPr/>
            <p:nvPr/>
          </p:nvSpPr>
          <p:spPr>
            <a:xfrm>
              <a:off x="12680959" y="7285754"/>
              <a:ext cx="151162" cy="226744"/>
            </a:xfrm>
            <a:custGeom>
              <a:avLst/>
              <a:gdLst>
                <a:gd name="connsiteX0" fmla="*/ 54245 w 68232"/>
                <a:gd name="connsiteY0" fmla="*/ 25587 h 102348"/>
                <a:gd name="connsiteX1" fmla="*/ 53903 w 68232"/>
                <a:gd name="connsiteY1" fmla="*/ 95525 h 102348"/>
                <a:gd name="connsiteX2" fmla="*/ 25587 w 68232"/>
                <a:gd name="connsiteY2" fmla="*/ 102689 h 102348"/>
                <a:gd name="connsiteX3" fmla="*/ 25928 w 68232"/>
                <a:gd name="connsiteY3" fmla="*/ 32751 h 102348"/>
                <a:gd name="connsiteX4" fmla="*/ 54245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54245" y="25587"/>
                  </a:moveTo>
                  <a:lnTo>
                    <a:pt x="53903" y="95525"/>
                  </a:lnTo>
                  <a:cubicBezTo>
                    <a:pt x="44009" y="97230"/>
                    <a:pt x="34457" y="99619"/>
                    <a:pt x="25587" y="102689"/>
                  </a:cubicBezTo>
                  <a:lnTo>
                    <a:pt x="25928" y="32751"/>
                  </a:lnTo>
                  <a:cubicBezTo>
                    <a:pt x="35140" y="29681"/>
                    <a:pt x="44692" y="27293"/>
                    <a:pt x="5424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45661F92-59E6-4248-A99F-0BB50C001C5B}"/>
                </a:ext>
              </a:extLst>
            </p:cNvPr>
            <p:cNvSpPr/>
            <p:nvPr/>
          </p:nvSpPr>
          <p:spPr>
            <a:xfrm>
              <a:off x="12604622" y="7301625"/>
              <a:ext cx="151162" cy="302325"/>
            </a:xfrm>
            <a:custGeom>
              <a:avLst/>
              <a:gdLst>
                <a:gd name="connsiteX0" fmla="*/ 60385 w 68232"/>
                <a:gd name="connsiteY0" fmla="*/ 25587 h 136464"/>
                <a:gd name="connsiteX1" fmla="*/ 60045 w 68232"/>
                <a:gd name="connsiteY1" fmla="*/ 95525 h 136464"/>
                <a:gd name="connsiteX2" fmla="*/ 27293 w 68232"/>
                <a:gd name="connsiteY2" fmla="*/ 109854 h 136464"/>
                <a:gd name="connsiteX3" fmla="*/ 25587 w 68232"/>
                <a:gd name="connsiteY3" fmla="*/ 110878 h 136464"/>
                <a:gd name="connsiteX4" fmla="*/ 25929 w 68232"/>
                <a:gd name="connsiteY4" fmla="*/ 40940 h 136464"/>
                <a:gd name="connsiteX5" fmla="*/ 27634 w 68232"/>
                <a:gd name="connsiteY5" fmla="*/ 39915 h 136464"/>
                <a:gd name="connsiteX6" fmla="*/ 60385 w 68232"/>
                <a:gd name="connsiteY6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232" h="136464">
                  <a:moveTo>
                    <a:pt x="60385" y="25587"/>
                  </a:moveTo>
                  <a:lnTo>
                    <a:pt x="60045" y="95525"/>
                  </a:lnTo>
                  <a:cubicBezTo>
                    <a:pt x="48104" y="99278"/>
                    <a:pt x="37187" y="104054"/>
                    <a:pt x="27293" y="109854"/>
                  </a:cubicBezTo>
                  <a:cubicBezTo>
                    <a:pt x="26611" y="110196"/>
                    <a:pt x="25929" y="110536"/>
                    <a:pt x="25587" y="110878"/>
                  </a:cubicBezTo>
                  <a:lnTo>
                    <a:pt x="25929" y="40940"/>
                  </a:lnTo>
                  <a:cubicBezTo>
                    <a:pt x="26611" y="40598"/>
                    <a:pt x="27293" y="40257"/>
                    <a:pt x="27634" y="39915"/>
                  </a:cubicBezTo>
                  <a:cubicBezTo>
                    <a:pt x="37528" y="34116"/>
                    <a:pt x="48444" y="29339"/>
                    <a:pt x="6038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D9247C2-9B5A-4D9B-9160-F397AECC2731}"/>
                </a:ext>
              </a:extLst>
            </p:cNvPr>
            <p:cNvSpPr/>
            <p:nvPr/>
          </p:nvSpPr>
          <p:spPr>
            <a:xfrm>
              <a:off x="12561540" y="7335639"/>
              <a:ext cx="151162" cy="226744"/>
            </a:xfrm>
            <a:custGeom>
              <a:avLst/>
              <a:gdLst>
                <a:gd name="connsiteX0" fmla="*/ 45034 w 68232"/>
                <a:gd name="connsiteY0" fmla="*/ 25587 h 102348"/>
                <a:gd name="connsiteX1" fmla="*/ 44692 w 68232"/>
                <a:gd name="connsiteY1" fmla="*/ 95525 h 102348"/>
                <a:gd name="connsiteX2" fmla="*/ 25587 w 68232"/>
                <a:gd name="connsiteY2" fmla="*/ 109513 h 102348"/>
                <a:gd name="connsiteX3" fmla="*/ 25929 w 68232"/>
                <a:gd name="connsiteY3" fmla="*/ 39574 h 102348"/>
                <a:gd name="connsiteX4" fmla="*/ 45034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45034" y="25587"/>
                  </a:moveTo>
                  <a:lnTo>
                    <a:pt x="44692" y="95525"/>
                  </a:lnTo>
                  <a:cubicBezTo>
                    <a:pt x="37528" y="99960"/>
                    <a:pt x="31046" y="104736"/>
                    <a:pt x="25587" y="109513"/>
                  </a:cubicBezTo>
                  <a:lnTo>
                    <a:pt x="25929" y="39574"/>
                  </a:lnTo>
                  <a:cubicBezTo>
                    <a:pt x="31387" y="34798"/>
                    <a:pt x="37869" y="30021"/>
                    <a:pt x="450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E4FDCBDA-DCE2-4B86-BCEC-1417470A0437}"/>
                </a:ext>
              </a:extLst>
            </p:cNvPr>
            <p:cNvSpPr/>
            <p:nvPr/>
          </p:nvSpPr>
          <p:spPr>
            <a:xfrm>
              <a:off x="12541133" y="7367380"/>
              <a:ext cx="75581" cy="226744"/>
            </a:xfrm>
            <a:custGeom>
              <a:avLst/>
              <a:gdLst>
                <a:gd name="connsiteX0" fmla="*/ 35140 w 34116"/>
                <a:gd name="connsiteY0" fmla="*/ 25587 h 102348"/>
                <a:gd name="connsiteX1" fmla="*/ 34798 w 34116"/>
                <a:gd name="connsiteY1" fmla="*/ 95525 h 102348"/>
                <a:gd name="connsiteX2" fmla="*/ 25587 w 34116"/>
                <a:gd name="connsiteY2" fmla="*/ 105419 h 102348"/>
                <a:gd name="connsiteX3" fmla="*/ 25928 w 34116"/>
                <a:gd name="connsiteY3" fmla="*/ 35481 h 102348"/>
                <a:gd name="connsiteX4" fmla="*/ 35140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5140" y="25587"/>
                  </a:moveTo>
                  <a:lnTo>
                    <a:pt x="34798" y="95525"/>
                  </a:lnTo>
                  <a:cubicBezTo>
                    <a:pt x="31386" y="98937"/>
                    <a:pt x="28316" y="102007"/>
                    <a:pt x="25587" y="105419"/>
                  </a:cubicBezTo>
                  <a:lnTo>
                    <a:pt x="25928" y="35481"/>
                  </a:lnTo>
                  <a:cubicBezTo>
                    <a:pt x="28657" y="32069"/>
                    <a:pt x="31728" y="28657"/>
                    <a:pt x="3514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E13D990A-A71D-4E20-B7C9-BDBC6FDE6DFE}"/>
                </a:ext>
              </a:extLst>
            </p:cNvPr>
            <p:cNvSpPr/>
            <p:nvPr/>
          </p:nvSpPr>
          <p:spPr>
            <a:xfrm>
              <a:off x="12527529" y="7389299"/>
              <a:ext cx="75581" cy="226744"/>
            </a:xfrm>
            <a:custGeom>
              <a:avLst/>
              <a:gdLst>
                <a:gd name="connsiteX0" fmla="*/ 32069 w 34116"/>
                <a:gd name="connsiteY0" fmla="*/ 25587 h 102348"/>
                <a:gd name="connsiteX1" fmla="*/ 31729 w 34116"/>
                <a:gd name="connsiteY1" fmla="*/ 95525 h 102348"/>
                <a:gd name="connsiteX2" fmla="*/ 25587 w 34116"/>
                <a:gd name="connsiteY2" fmla="*/ 104395 h 102348"/>
                <a:gd name="connsiteX3" fmla="*/ 25929 w 34116"/>
                <a:gd name="connsiteY3" fmla="*/ 34457 h 102348"/>
                <a:gd name="connsiteX4" fmla="*/ 320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2069" y="25587"/>
                  </a:moveTo>
                  <a:lnTo>
                    <a:pt x="31729" y="95525"/>
                  </a:lnTo>
                  <a:cubicBezTo>
                    <a:pt x="29340" y="98595"/>
                    <a:pt x="27294" y="101325"/>
                    <a:pt x="25587" y="104395"/>
                  </a:cubicBezTo>
                  <a:lnTo>
                    <a:pt x="25929" y="34457"/>
                  </a:lnTo>
                  <a:cubicBezTo>
                    <a:pt x="27635" y="31386"/>
                    <a:pt x="29682" y="28657"/>
                    <a:pt x="320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0322C1C7-B9E7-4CEF-B07B-C598FB670250}"/>
                </a:ext>
              </a:extLst>
            </p:cNvPr>
            <p:cNvSpPr/>
            <p:nvPr/>
          </p:nvSpPr>
          <p:spPr>
            <a:xfrm>
              <a:off x="12518459" y="7408947"/>
              <a:ext cx="75581" cy="226744"/>
            </a:xfrm>
            <a:custGeom>
              <a:avLst/>
              <a:gdLst>
                <a:gd name="connsiteX0" fmla="*/ 30022 w 34116"/>
                <a:gd name="connsiteY0" fmla="*/ 25587 h 102348"/>
                <a:gd name="connsiteX1" fmla="*/ 29681 w 34116"/>
                <a:gd name="connsiteY1" fmla="*/ 95526 h 102348"/>
                <a:gd name="connsiteX2" fmla="*/ 25587 w 34116"/>
                <a:gd name="connsiteY2" fmla="*/ 104055 h 102348"/>
                <a:gd name="connsiteX3" fmla="*/ 25929 w 34116"/>
                <a:gd name="connsiteY3" fmla="*/ 34116 h 102348"/>
                <a:gd name="connsiteX4" fmla="*/ 3002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2" y="25587"/>
                  </a:moveTo>
                  <a:lnTo>
                    <a:pt x="29681" y="95526"/>
                  </a:lnTo>
                  <a:cubicBezTo>
                    <a:pt x="27976" y="98255"/>
                    <a:pt x="26611" y="101325"/>
                    <a:pt x="25587" y="104055"/>
                  </a:cubicBezTo>
                  <a:lnTo>
                    <a:pt x="25929" y="34116"/>
                  </a:lnTo>
                  <a:cubicBezTo>
                    <a:pt x="27294" y="31387"/>
                    <a:pt x="28657" y="28659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D561476B-020C-4D50-AC50-DF596C1C539F}"/>
                </a:ext>
              </a:extLst>
            </p:cNvPr>
            <p:cNvSpPr/>
            <p:nvPr/>
          </p:nvSpPr>
          <p:spPr>
            <a:xfrm>
              <a:off x="12513923" y="7427845"/>
              <a:ext cx="75581" cy="226744"/>
            </a:xfrm>
            <a:custGeom>
              <a:avLst/>
              <a:gdLst>
                <a:gd name="connsiteX0" fmla="*/ 28317 w 34116"/>
                <a:gd name="connsiteY0" fmla="*/ 25587 h 102348"/>
                <a:gd name="connsiteX1" fmla="*/ 27976 w 34116"/>
                <a:gd name="connsiteY1" fmla="*/ 95526 h 102348"/>
                <a:gd name="connsiteX2" fmla="*/ 25587 w 34116"/>
                <a:gd name="connsiteY2" fmla="*/ 104055 h 102348"/>
                <a:gd name="connsiteX3" fmla="*/ 25929 w 34116"/>
                <a:gd name="connsiteY3" fmla="*/ 34116 h 102348"/>
                <a:gd name="connsiteX4" fmla="*/ 2831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7" y="25587"/>
                  </a:moveTo>
                  <a:lnTo>
                    <a:pt x="27976" y="95526"/>
                  </a:lnTo>
                  <a:cubicBezTo>
                    <a:pt x="26952" y="98255"/>
                    <a:pt x="26270" y="100985"/>
                    <a:pt x="25587" y="104055"/>
                  </a:cubicBezTo>
                  <a:lnTo>
                    <a:pt x="25929" y="34116"/>
                  </a:lnTo>
                  <a:cubicBezTo>
                    <a:pt x="26270" y="31387"/>
                    <a:pt x="27294" y="28659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F1988ED-4B88-4F24-AB9A-4C582858FB85}"/>
                </a:ext>
              </a:extLst>
            </p:cNvPr>
            <p:cNvSpPr/>
            <p:nvPr/>
          </p:nvSpPr>
          <p:spPr>
            <a:xfrm>
              <a:off x="12511658" y="7446740"/>
              <a:ext cx="75581" cy="226744"/>
            </a:xfrm>
            <a:custGeom>
              <a:avLst/>
              <a:gdLst>
                <a:gd name="connsiteX0" fmla="*/ 26952 w 34116"/>
                <a:gd name="connsiteY0" fmla="*/ 25587 h 102348"/>
                <a:gd name="connsiteX1" fmla="*/ 26611 w 34116"/>
                <a:gd name="connsiteY1" fmla="*/ 95526 h 102348"/>
                <a:gd name="connsiteX2" fmla="*/ 25587 w 34116"/>
                <a:gd name="connsiteY2" fmla="*/ 104055 h 102348"/>
                <a:gd name="connsiteX3" fmla="*/ 25929 w 34116"/>
                <a:gd name="connsiteY3" fmla="*/ 34116 h 102348"/>
                <a:gd name="connsiteX4" fmla="*/ 2695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2" y="25587"/>
                  </a:moveTo>
                  <a:lnTo>
                    <a:pt x="26611" y="95526"/>
                  </a:lnTo>
                  <a:cubicBezTo>
                    <a:pt x="25929" y="98255"/>
                    <a:pt x="25587" y="101325"/>
                    <a:pt x="25587" y="104055"/>
                  </a:cubicBezTo>
                  <a:lnTo>
                    <a:pt x="25929" y="34116"/>
                  </a:lnTo>
                  <a:cubicBezTo>
                    <a:pt x="25929" y="31387"/>
                    <a:pt x="26270" y="28659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E0E7D05-38DF-4F16-B7ED-501C2711DA2E}"/>
                </a:ext>
              </a:extLst>
            </p:cNvPr>
            <p:cNvSpPr/>
            <p:nvPr/>
          </p:nvSpPr>
          <p:spPr>
            <a:xfrm>
              <a:off x="12511658" y="7465636"/>
              <a:ext cx="75581" cy="226744"/>
            </a:xfrm>
            <a:custGeom>
              <a:avLst/>
              <a:gdLst>
                <a:gd name="connsiteX0" fmla="*/ 25929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6891 h 102348"/>
                <a:gd name="connsiteX3" fmla="*/ 25929 w 34116"/>
                <a:gd name="connsiteY3" fmla="*/ 26952 h 102348"/>
                <a:gd name="connsiteX4" fmla="*/ 2592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9" y="25587"/>
                  </a:moveTo>
                  <a:lnTo>
                    <a:pt x="25587" y="95526"/>
                  </a:lnTo>
                  <a:cubicBezTo>
                    <a:pt x="25587" y="95867"/>
                    <a:pt x="25587" y="96549"/>
                    <a:pt x="25587" y="96891"/>
                  </a:cubicBezTo>
                  <a:lnTo>
                    <a:pt x="25929" y="26952"/>
                  </a:lnTo>
                  <a:cubicBezTo>
                    <a:pt x="25929" y="26612"/>
                    <a:pt x="25929" y="26270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AFA5E51-5000-48DE-9149-410886652D4D}"/>
                </a:ext>
              </a:extLst>
            </p:cNvPr>
            <p:cNvSpPr/>
            <p:nvPr/>
          </p:nvSpPr>
          <p:spPr>
            <a:xfrm>
              <a:off x="12006776" y="7394590"/>
              <a:ext cx="75581" cy="377906"/>
            </a:xfrm>
            <a:custGeom>
              <a:avLst/>
              <a:gdLst>
                <a:gd name="connsiteX0" fmla="*/ 25929 w 34116"/>
                <a:gd name="connsiteY0" fmla="*/ 93819 h 170580"/>
                <a:gd name="connsiteX1" fmla="*/ 25929 w 34116"/>
                <a:gd name="connsiteY1" fmla="*/ 163757 h 170580"/>
                <a:gd name="connsiteX2" fmla="*/ 25587 w 34116"/>
                <a:gd name="connsiteY2" fmla="*/ 95525 h 170580"/>
                <a:gd name="connsiteX3" fmla="*/ 25587 w 34116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70580">
                  <a:moveTo>
                    <a:pt x="25929" y="93819"/>
                  </a:moveTo>
                  <a:lnTo>
                    <a:pt x="25929" y="163757"/>
                  </a:lnTo>
                  <a:lnTo>
                    <a:pt x="25587" y="95525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9DF7D4A6-698C-4AF8-B117-FEF9ED9B5262}"/>
                </a:ext>
              </a:extLst>
            </p:cNvPr>
            <p:cNvSpPr/>
            <p:nvPr/>
          </p:nvSpPr>
          <p:spPr>
            <a:xfrm>
              <a:off x="13682411" y="7545754"/>
              <a:ext cx="75581" cy="226744"/>
            </a:xfrm>
            <a:custGeom>
              <a:avLst/>
              <a:gdLst>
                <a:gd name="connsiteX0" fmla="*/ 25928 w 34116"/>
                <a:gd name="connsiteY0" fmla="*/ 25587 h 102348"/>
                <a:gd name="connsiteX1" fmla="*/ 25587 w 34116"/>
                <a:gd name="connsiteY1" fmla="*/ 95525 h 102348"/>
                <a:gd name="connsiteX2" fmla="*/ 25587 w 34116"/>
                <a:gd name="connsiteY2" fmla="*/ 95866 h 102348"/>
                <a:gd name="connsiteX3" fmla="*/ 25928 w 34116"/>
                <a:gd name="connsiteY3" fmla="*/ 25928 h 102348"/>
                <a:gd name="connsiteX4" fmla="*/ 259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8" y="25587"/>
                  </a:moveTo>
                  <a:lnTo>
                    <a:pt x="25587" y="95525"/>
                  </a:lnTo>
                  <a:lnTo>
                    <a:pt x="25587" y="95866"/>
                  </a:lnTo>
                  <a:lnTo>
                    <a:pt x="25928" y="25928"/>
                  </a:lnTo>
                  <a:lnTo>
                    <a:pt x="25928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B578722B-6189-4377-952A-177EA49182A8}"/>
                </a:ext>
              </a:extLst>
            </p:cNvPr>
            <p:cNvSpPr/>
            <p:nvPr/>
          </p:nvSpPr>
          <p:spPr>
            <a:xfrm>
              <a:off x="13682411" y="7546507"/>
              <a:ext cx="75581" cy="226744"/>
            </a:xfrm>
            <a:custGeom>
              <a:avLst/>
              <a:gdLst>
                <a:gd name="connsiteX0" fmla="*/ 25928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59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8" y="25587"/>
                  </a:moveTo>
                  <a:lnTo>
                    <a:pt x="25587" y="95526"/>
                  </a:lnTo>
                  <a:cubicBezTo>
                    <a:pt x="25587" y="95866"/>
                    <a:pt x="25587" y="96549"/>
                    <a:pt x="25587" y="96890"/>
                  </a:cubicBezTo>
                  <a:lnTo>
                    <a:pt x="25928" y="26952"/>
                  </a:lnTo>
                  <a:cubicBezTo>
                    <a:pt x="25928" y="26270"/>
                    <a:pt x="25928" y="25929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7C35929-208E-4CF6-84FC-DB168EE1CC75}"/>
                </a:ext>
              </a:extLst>
            </p:cNvPr>
            <p:cNvSpPr/>
            <p:nvPr/>
          </p:nvSpPr>
          <p:spPr>
            <a:xfrm>
              <a:off x="13680897" y="7548775"/>
              <a:ext cx="75581" cy="226744"/>
            </a:xfrm>
            <a:custGeom>
              <a:avLst/>
              <a:gdLst>
                <a:gd name="connsiteX0" fmla="*/ 26270 w 34116"/>
                <a:gd name="connsiteY0" fmla="*/ 25587 h 102348"/>
                <a:gd name="connsiteX1" fmla="*/ 25929 w 34116"/>
                <a:gd name="connsiteY1" fmla="*/ 95526 h 102348"/>
                <a:gd name="connsiteX2" fmla="*/ 25587 w 34116"/>
                <a:gd name="connsiteY2" fmla="*/ 96890 h 102348"/>
                <a:gd name="connsiteX3" fmla="*/ 25929 w 34116"/>
                <a:gd name="connsiteY3" fmla="*/ 26952 h 102348"/>
                <a:gd name="connsiteX4" fmla="*/ 26270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70" y="25587"/>
                  </a:moveTo>
                  <a:lnTo>
                    <a:pt x="25929" y="95526"/>
                  </a:lnTo>
                  <a:cubicBezTo>
                    <a:pt x="25929" y="95866"/>
                    <a:pt x="25587" y="96208"/>
                    <a:pt x="25587" y="96890"/>
                  </a:cubicBezTo>
                  <a:lnTo>
                    <a:pt x="25929" y="26952"/>
                  </a:lnTo>
                  <a:cubicBezTo>
                    <a:pt x="26270" y="26611"/>
                    <a:pt x="26270" y="26270"/>
                    <a:pt x="2627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DFB9690-EAB1-4BA2-A750-FF05C56AA476}"/>
                </a:ext>
              </a:extLst>
            </p:cNvPr>
            <p:cNvSpPr/>
            <p:nvPr/>
          </p:nvSpPr>
          <p:spPr>
            <a:xfrm>
              <a:off x="13679386" y="7551800"/>
              <a:ext cx="75581" cy="226744"/>
            </a:xfrm>
            <a:custGeom>
              <a:avLst/>
              <a:gdLst>
                <a:gd name="connsiteX0" fmla="*/ 26611 w 34116"/>
                <a:gd name="connsiteY0" fmla="*/ 25587 h 102348"/>
                <a:gd name="connsiteX1" fmla="*/ 26269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661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611" y="25587"/>
                  </a:moveTo>
                  <a:lnTo>
                    <a:pt x="26269" y="95525"/>
                  </a:lnTo>
                  <a:cubicBezTo>
                    <a:pt x="26269" y="95866"/>
                    <a:pt x="25928" y="96208"/>
                    <a:pt x="25587" y="96890"/>
                  </a:cubicBezTo>
                  <a:lnTo>
                    <a:pt x="25928" y="26952"/>
                  </a:lnTo>
                  <a:cubicBezTo>
                    <a:pt x="26269" y="26269"/>
                    <a:pt x="26611" y="2592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3AEAE992-1895-4B3C-80CE-1B4D83B78FE9}"/>
                </a:ext>
              </a:extLst>
            </p:cNvPr>
            <p:cNvSpPr/>
            <p:nvPr/>
          </p:nvSpPr>
          <p:spPr>
            <a:xfrm>
              <a:off x="13677874" y="7554821"/>
              <a:ext cx="75581" cy="226744"/>
            </a:xfrm>
            <a:custGeom>
              <a:avLst/>
              <a:gdLst>
                <a:gd name="connsiteX0" fmla="*/ 26952 w 34116"/>
                <a:gd name="connsiteY0" fmla="*/ 25587 h 102348"/>
                <a:gd name="connsiteX1" fmla="*/ 26611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1 h 102348"/>
                <a:gd name="connsiteX4" fmla="*/ 2695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2" y="25587"/>
                  </a:moveTo>
                  <a:lnTo>
                    <a:pt x="26611" y="95525"/>
                  </a:lnTo>
                  <a:cubicBezTo>
                    <a:pt x="26270" y="95866"/>
                    <a:pt x="25929" y="96548"/>
                    <a:pt x="25587" y="96890"/>
                  </a:cubicBezTo>
                  <a:lnTo>
                    <a:pt x="25929" y="26951"/>
                  </a:lnTo>
                  <a:cubicBezTo>
                    <a:pt x="26270" y="26269"/>
                    <a:pt x="26611" y="25928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396CD10-4EEC-40C1-83F6-E241540F3F8A}"/>
                </a:ext>
              </a:extLst>
            </p:cNvPr>
            <p:cNvSpPr/>
            <p:nvPr/>
          </p:nvSpPr>
          <p:spPr>
            <a:xfrm>
              <a:off x="13674851" y="7557090"/>
              <a:ext cx="75581" cy="226744"/>
            </a:xfrm>
            <a:custGeom>
              <a:avLst/>
              <a:gdLst>
                <a:gd name="connsiteX0" fmla="*/ 27293 w 34116"/>
                <a:gd name="connsiteY0" fmla="*/ 25587 h 102348"/>
                <a:gd name="connsiteX1" fmla="*/ 26951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1 h 102348"/>
                <a:gd name="connsiteX4" fmla="*/ 2729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3" y="25587"/>
                  </a:moveTo>
                  <a:lnTo>
                    <a:pt x="26951" y="95525"/>
                  </a:lnTo>
                  <a:cubicBezTo>
                    <a:pt x="26611" y="95866"/>
                    <a:pt x="26269" y="96548"/>
                    <a:pt x="25587" y="96890"/>
                  </a:cubicBezTo>
                  <a:lnTo>
                    <a:pt x="25928" y="26951"/>
                  </a:lnTo>
                  <a:cubicBezTo>
                    <a:pt x="26611" y="26611"/>
                    <a:pt x="26951" y="2626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21C087D1-2441-4C2F-9B88-E85BCFEA1049}"/>
                </a:ext>
              </a:extLst>
            </p:cNvPr>
            <p:cNvSpPr/>
            <p:nvPr/>
          </p:nvSpPr>
          <p:spPr>
            <a:xfrm>
              <a:off x="13668803" y="7560867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7 w 34116"/>
                <a:gd name="connsiteY1" fmla="*/ 95526 h 102348"/>
                <a:gd name="connsiteX2" fmla="*/ 25587 w 34116"/>
                <a:gd name="connsiteY2" fmla="*/ 97573 h 102348"/>
                <a:gd name="connsiteX3" fmla="*/ 25929 w 34116"/>
                <a:gd name="connsiteY3" fmla="*/ 27634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7" y="95526"/>
                  </a:lnTo>
                  <a:cubicBezTo>
                    <a:pt x="27634" y="96208"/>
                    <a:pt x="26611" y="96890"/>
                    <a:pt x="25587" y="97573"/>
                  </a:cubicBezTo>
                  <a:lnTo>
                    <a:pt x="25929" y="27634"/>
                  </a:lnTo>
                  <a:cubicBezTo>
                    <a:pt x="26952" y="26952"/>
                    <a:pt x="27976" y="26270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FC7D9D3-A090-41DC-B8FF-D9632BC74C87}"/>
                </a:ext>
              </a:extLst>
            </p:cNvPr>
            <p:cNvSpPr/>
            <p:nvPr/>
          </p:nvSpPr>
          <p:spPr>
            <a:xfrm>
              <a:off x="13657468" y="7565402"/>
              <a:ext cx="75581" cy="226744"/>
            </a:xfrm>
            <a:custGeom>
              <a:avLst/>
              <a:gdLst>
                <a:gd name="connsiteX0" fmla="*/ 31046 w 34116"/>
                <a:gd name="connsiteY0" fmla="*/ 25587 h 102348"/>
                <a:gd name="connsiteX1" fmla="*/ 30704 w 34116"/>
                <a:gd name="connsiteY1" fmla="*/ 95526 h 102348"/>
                <a:gd name="connsiteX2" fmla="*/ 25587 w 34116"/>
                <a:gd name="connsiteY2" fmla="*/ 97913 h 102348"/>
                <a:gd name="connsiteX3" fmla="*/ 25929 w 34116"/>
                <a:gd name="connsiteY3" fmla="*/ 27976 h 102348"/>
                <a:gd name="connsiteX4" fmla="*/ 3104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1046" y="25587"/>
                  </a:moveTo>
                  <a:lnTo>
                    <a:pt x="30704" y="95526"/>
                  </a:lnTo>
                  <a:cubicBezTo>
                    <a:pt x="29340" y="96549"/>
                    <a:pt x="27634" y="97231"/>
                    <a:pt x="25587" y="97913"/>
                  </a:cubicBezTo>
                  <a:lnTo>
                    <a:pt x="25929" y="27976"/>
                  </a:lnTo>
                  <a:cubicBezTo>
                    <a:pt x="27976" y="27294"/>
                    <a:pt x="29681" y="26270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10E86FC-41B5-4365-9EE9-403C741CA4F4}"/>
                </a:ext>
              </a:extLst>
            </p:cNvPr>
            <p:cNvSpPr/>
            <p:nvPr/>
          </p:nvSpPr>
          <p:spPr>
            <a:xfrm>
              <a:off x="13648397" y="7569938"/>
              <a:ext cx="75581" cy="226744"/>
            </a:xfrm>
            <a:custGeom>
              <a:avLst/>
              <a:gdLst>
                <a:gd name="connsiteX0" fmla="*/ 30022 w 34116"/>
                <a:gd name="connsiteY0" fmla="*/ 25587 h 102348"/>
                <a:gd name="connsiteX1" fmla="*/ 29681 w 34116"/>
                <a:gd name="connsiteY1" fmla="*/ 95526 h 102348"/>
                <a:gd name="connsiteX2" fmla="*/ 25587 w 34116"/>
                <a:gd name="connsiteY2" fmla="*/ 96549 h 102348"/>
                <a:gd name="connsiteX3" fmla="*/ 25929 w 34116"/>
                <a:gd name="connsiteY3" fmla="*/ 26611 h 102348"/>
                <a:gd name="connsiteX4" fmla="*/ 3002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2" y="25587"/>
                  </a:moveTo>
                  <a:lnTo>
                    <a:pt x="29681" y="95526"/>
                  </a:lnTo>
                  <a:cubicBezTo>
                    <a:pt x="28316" y="95866"/>
                    <a:pt x="26952" y="96208"/>
                    <a:pt x="25587" y="96549"/>
                  </a:cubicBezTo>
                  <a:lnTo>
                    <a:pt x="25929" y="26611"/>
                  </a:lnTo>
                  <a:cubicBezTo>
                    <a:pt x="27293" y="26611"/>
                    <a:pt x="28657" y="26270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378731EC-997F-40AE-A56D-B063BEC6F10F}"/>
                </a:ext>
              </a:extLst>
            </p:cNvPr>
            <p:cNvSpPr/>
            <p:nvPr/>
          </p:nvSpPr>
          <p:spPr>
            <a:xfrm>
              <a:off x="13642350" y="7572206"/>
              <a:ext cx="75581" cy="226744"/>
            </a:xfrm>
            <a:custGeom>
              <a:avLst/>
              <a:gdLst>
                <a:gd name="connsiteX0" fmla="*/ 28659 w 34116"/>
                <a:gd name="connsiteY0" fmla="*/ 25587 h 102348"/>
                <a:gd name="connsiteX1" fmla="*/ 28317 w 34116"/>
                <a:gd name="connsiteY1" fmla="*/ 95526 h 102348"/>
                <a:gd name="connsiteX2" fmla="*/ 25587 w 34116"/>
                <a:gd name="connsiteY2" fmla="*/ 95866 h 102348"/>
                <a:gd name="connsiteX3" fmla="*/ 25929 w 34116"/>
                <a:gd name="connsiteY3" fmla="*/ 25929 h 102348"/>
                <a:gd name="connsiteX4" fmla="*/ 2865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9" y="25587"/>
                  </a:moveTo>
                  <a:lnTo>
                    <a:pt x="28317" y="95526"/>
                  </a:lnTo>
                  <a:cubicBezTo>
                    <a:pt x="27294" y="95526"/>
                    <a:pt x="26612" y="95866"/>
                    <a:pt x="25587" y="95866"/>
                  </a:cubicBezTo>
                  <a:lnTo>
                    <a:pt x="25929" y="25929"/>
                  </a:lnTo>
                  <a:cubicBezTo>
                    <a:pt x="26952" y="25929"/>
                    <a:pt x="27635" y="25929"/>
                    <a:pt x="2865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A0283F41-3750-4A11-805F-B9661E649B1A}"/>
                </a:ext>
              </a:extLst>
            </p:cNvPr>
            <p:cNvSpPr/>
            <p:nvPr/>
          </p:nvSpPr>
          <p:spPr>
            <a:xfrm>
              <a:off x="13637062" y="7572960"/>
              <a:ext cx="75581" cy="226744"/>
            </a:xfrm>
            <a:custGeom>
              <a:avLst/>
              <a:gdLst>
                <a:gd name="connsiteX0" fmla="*/ 28316 w 34116"/>
                <a:gd name="connsiteY0" fmla="*/ 25587 h 102348"/>
                <a:gd name="connsiteX1" fmla="*/ 27974 w 34116"/>
                <a:gd name="connsiteY1" fmla="*/ 95525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831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5587"/>
                  </a:moveTo>
                  <a:lnTo>
                    <a:pt x="27974" y="95525"/>
                  </a:lnTo>
                  <a:cubicBezTo>
                    <a:pt x="27293" y="95525"/>
                    <a:pt x="26269" y="95525"/>
                    <a:pt x="25587" y="95525"/>
                  </a:cubicBezTo>
                  <a:lnTo>
                    <a:pt x="25928" y="25587"/>
                  </a:lnTo>
                  <a:cubicBezTo>
                    <a:pt x="26611" y="25929"/>
                    <a:pt x="27293" y="25929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618C4D9-D08F-4FD7-B25F-A14A3A67B02F}"/>
                </a:ext>
              </a:extLst>
            </p:cNvPr>
            <p:cNvSpPr/>
            <p:nvPr/>
          </p:nvSpPr>
          <p:spPr>
            <a:xfrm>
              <a:off x="13634037" y="7573718"/>
              <a:ext cx="75581" cy="226744"/>
            </a:xfrm>
            <a:custGeom>
              <a:avLst/>
              <a:gdLst>
                <a:gd name="connsiteX0" fmla="*/ 27293 w 34116"/>
                <a:gd name="connsiteY0" fmla="*/ 25587 h 102348"/>
                <a:gd name="connsiteX1" fmla="*/ 26952 w 34116"/>
                <a:gd name="connsiteY1" fmla="*/ 95525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729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3" y="25587"/>
                  </a:moveTo>
                  <a:lnTo>
                    <a:pt x="26952" y="95525"/>
                  </a:lnTo>
                  <a:cubicBezTo>
                    <a:pt x="26611" y="95525"/>
                    <a:pt x="25929" y="95525"/>
                    <a:pt x="25587" y="95525"/>
                  </a:cubicBezTo>
                  <a:lnTo>
                    <a:pt x="25929" y="25587"/>
                  </a:lnTo>
                  <a:cubicBezTo>
                    <a:pt x="26269" y="25587"/>
                    <a:pt x="26611" y="25587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1EA81D5-C6D0-4B86-A4E9-4CC3C2FC993C}"/>
                </a:ext>
              </a:extLst>
            </p:cNvPr>
            <p:cNvSpPr/>
            <p:nvPr/>
          </p:nvSpPr>
          <p:spPr>
            <a:xfrm>
              <a:off x="13431480" y="7573718"/>
              <a:ext cx="302325" cy="226744"/>
            </a:xfrm>
            <a:custGeom>
              <a:avLst/>
              <a:gdLst>
                <a:gd name="connsiteX0" fmla="*/ 117360 w 136464"/>
                <a:gd name="connsiteY0" fmla="*/ 25587 h 102348"/>
                <a:gd name="connsiteX1" fmla="*/ 117018 w 136464"/>
                <a:gd name="connsiteY1" fmla="*/ 95525 h 102348"/>
                <a:gd name="connsiteX2" fmla="*/ 25587 w 136464"/>
                <a:gd name="connsiteY2" fmla="*/ 95525 h 102348"/>
                <a:gd name="connsiteX3" fmla="*/ 25928 w 136464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102348">
                  <a:moveTo>
                    <a:pt x="117360" y="25587"/>
                  </a:moveTo>
                  <a:lnTo>
                    <a:pt x="117018" y="95525"/>
                  </a:lnTo>
                  <a:lnTo>
                    <a:pt x="25587" y="95525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B9E7886B-458E-4FAA-9674-C777728FFC13}"/>
                </a:ext>
              </a:extLst>
            </p:cNvPr>
            <p:cNvSpPr/>
            <p:nvPr/>
          </p:nvSpPr>
          <p:spPr>
            <a:xfrm>
              <a:off x="12055903" y="7573718"/>
              <a:ext cx="302325" cy="226744"/>
            </a:xfrm>
            <a:custGeom>
              <a:avLst/>
              <a:gdLst>
                <a:gd name="connsiteX0" fmla="*/ 117018 w 136464"/>
                <a:gd name="connsiteY0" fmla="*/ 25587 h 102348"/>
                <a:gd name="connsiteX1" fmla="*/ 116678 w 136464"/>
                <a:gd name="connsiteY1" fmla="*/ 95525 h 102348"/>
                <a:gd name="connsiteX2" fmla="*/ 25587 w 136464"/>
                <a:gd name="connsiteY2" fmla="*/ 95525 h 102348"/>
                <a:gd name="connsiteX3" fmla="*/ 25929 w 136464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102348">
                  <a:moveTo>
                    <a:pt x="117018" y="25587"/>
                  </a:moveTo>
                  <a:lnTo>
                    <a:pt x="116678" y="95525"/>
                  </a:lnTo>
                  <a:lnTo>
                    <a:pt x="25587" y="95525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4A27E673-E17C-4837-90D2-0108DBE57719}"/>
                </a:ext>
              </a:extLst>
            </p:cNvPr>
            <p:cNvSpPr/>
            <p:nvPr/>
          </p:nvSpPr>
          <p:spPr>
            <a:xfrm>
              <a:off x="12053636" y="7573718"/>
              <a:ext cx="75581" cy="226744"/>
            </a:xfrm>
            <a:custGeom>
              <a:avLst/>
              <a:gdLst>
                <a:gd name="connsiteX0" fmla="*/ 26952 w 34116"/>
                <a:gd name="connsiteY0" fmla="*/ 25587 h 102348"/>
                <a:gd name="connsiteX1" fmla="*/ 26611 w 34116"/>
                <a:gd name="connsiteY1" fmla="*/ 95525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695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2" y="25587"/>
                  </a:moveTo>
                  <a:lnTo>
                    <a:pt x="26611" y="95525"/>
                  </a:lnTo>
                  <a:cubicBezTo>
                    <a:pt x="26269" y="95525"/>
                    <a:pt x="25929" y="95525"/>
                    <a:pt x="25587" y="95525"/>
                  </a:cubicBezTo>
                  <a:lnTo>
                    <a:pt x="25929" y="25587"/>
                  </a:lnTo>
                  <a:cubicBezTo>
                    <a:pt x="26269" y="25587"/>
                    <a:pt x="26611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0449D4D-09D7-49B2-B5AB-4B4478431D92}"/>
                </a:ext>
              </a:extLst>
            </p:cNvPr>
            <p:cNvSpPr/>
            <p:nvPr/>
          </p:nvSpPr>
          <p:spPr>
            <a:xfrm>
              <a:off x="12049101" y="7573718"/>
              <a:ext cx="75581" cy="226744"/>
            </a:xfrm>
            <a:custGeom>
              <a:avLst/>
              <a:gdLst>
                <a:gd name="connsiteX0" fmla="*/ 27976 w 34116"/>
                <a:gd name="connsiteY0" fmla="*/ 25587 h 102348"/>
                <a:gd name="connsiteX1" fmla="*/ 27634 w 34116"/>
                <a:gd name="connsiteY1" fmla="*/ 95525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797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587"/>
                  </a:moveTo>
                  <a:lnTo>
                    <a:pt x="27634" y="95525"/>
                  </a:lnTo>
                  <a:cubicBezTo>
                    <a:pt x="26952" y="95525"/>
                    <a:pt x="26269" y="95525"/>
                    <a:pt x="25587" y="95525"/>
                  </a:cubicBezTo>
                  <a:lnTo>
                    <a:pt x="25929" y="25587"/>
                  </a:lnTo>
                  <a:cubicBezTo>
                    <a:pt x="26611" y="25587"/>
                    <a:pt x="27293" y="25587"/>
                    <a:pt x="2797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1B51935D-8638-4CB0-A873-7F240E31B104}"/>
                </a:ext>
              </a:extLst>
            </p:cNvPr>
            <p:cNvSpPr/>
            <p:nvPr/>
          </p:nvSpPr>
          <p:spPr>
            <a:xfrm>
              <a:off x="12044565" y="7572960"/>
              <a:ext cx="75581" cy="226744"/>
            </a:xfrm>
            <a:custGeom>
              <a:avLst/>
              <a:gdLst>
                <a:gd name="connsiteX0" fmla="*/ 27976 w 34116"/>
                <a:gd name="connsiteY0" fmla="*/ 25929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7976 w 34116"/>
                <a:gd name="connsiteY4" fmla="*/ 2592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929"/>
                  </a:moveTo>
                  <a:lnTo>
                    <a:pt x="27634" y="95866"/>
                  </a:lnTo>
                  <a:cubicBezTo>
                    <a:pt x="26952" y="95866"/>
                    <a:pt x="26269" y="95866"/>
                    <a:pt x="25587" y="95525"/>
                  </a:cubicBezTo>
                  <a:lnTo>
                    <a:pt x="25929" y="25587"/>
                  </a:lnTo>
                  <a:cubicBezTo>
                    <a:pt x="26611" y="25929"/>
                    <a:pt x="27293" y="25929"/>
                    <a:pt x="27976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053E3710-C173-4363-8ABF-F9A7B1A1E713}"/>
                </a:ext>
              </a:extLst>
            </p:cNvPr>
            <p:cNvSpPr/>
            <p:nvPr/>
          </p:nvSpPr>
          <p:spPr>
            <a:xfrm>
              <a:off x="12039274" y="7572206"/>
              <a:ext cx="75581" cy="226744"/>
            </a:xfrm>
            <a:custGeom>
              <a:avLst/>
              <a:gdLst>
                <a:gd name="connsiteX0" fmla="*/ 27976 w 34116"/>
                <a:gd name="connsiteY0" fmla="*/ 25929 h 102348"/>
                <a:gd name="connsiteX1" fmla="*/ 27634 w 34116"/>
                <a:gd name="connsiteY1" fmla="*/ 9586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7976 w 34116"/>
                <a:gd name="connsiteY4" fmla="*/ 2592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929"/>
                  </a:moveTo>
                  <a:lnTo>
                    <a:pt x="27634" y="95866"/>
                  </a:lnTo>
                  <a:cubicBezTo>
                    <a:pt x="26952" y="95866"/>
                    <a:pt x="26270" y="95526"/>
                    <a:pt x="25587" y="95526"/>
                  </a:cubicBezTo>
                  <a:lnTo>
                    <a:pt x="25929" y="25587"/>
                  </a:lnTo>
                  <a:cubicBezTo>
                    <a:pt x="26611" y="25929"/>
                    <a:pt x="27294" y="25929"/>
                    <a:pt x="27976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4EBEC220-294B-4977-8CA8-23EE58DEC250}"/>
                </a:ext>
              </a:extLst>
            </p:cNvPr>
            <p:cNvSpPr/>
            <p:nvPr/>
          </p:nvSpPr>
          <p:spPr>
            <a:xfrm>
              <a:off x="12033982" y="7570694"/>
              <a:ext cx="75581" cy="226744"/>
            </a:xfrm>
            <a:custGeom>
              <a:avLst/>
              <a:gdLst>
                <a:gd name="connsiteX0" fmla="*/ 28317 w 34116"/>
                <a:gd name="connsiteY0" fmla="*/ 26269 h 102348"/>
                <a:gd name="connsiteX1" fmla="*/ 27976 w 34116"/>
                <a:gd name="connsiteY1" fmla="*/ 96208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317 w 34116"/>
                <a:gd name="connsiteY4" fmla="*/ 2626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7" y="26269"/>
                  </a:moveTo>
                  <a:lnTo>
                    <a:pt x="27976" y="96208"/>
                  </a:lnTo>
                  <a:cubicBezTo>
                    <a:pt x="27294" y="96208"/>
                    <a:pt x="26270" y="95866"/>
                    <a:pt x="25587" y="95525"/>
                  </a:cubicBezTo>
                  <a:lnTo>
                    <a:pt x="25929" y="25587"/>
                  </a:lnTo>
                  <a:cubicBezTo>
                    <a:pt x="26611" y="25929"/>
                    <a:pt x="27635" y="26269"/>
                    <a:pt x="28317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E980EC4F-8FDB-48F8-8D9E-ECD44F26ABE5}"/>
                </a:ext>
              </a:extLst>
            </p:cNvPr>
            <p:cNvSpPr/>
            <p:nvPr/>
          </p:nvSpPr>
          <p:spPr>
            <a:xfrm>
              <a:off x="12027937" y="7569183"/>
              <a:ext cx="75581" cy="226744"/>
            </a:xfrm>
            <a:custGeom>
              <a:avLst/>
              <a:gdLst>
                <a:gd name="connsiteX0" fmla="*/ 28657 w 34116"/>
                <a:gd name="connsiteY0" fmla="*/ 26611 h 102348"/>
                <a:gd name="connsiteX1" fmla="*/ 28316 w 34116"/>
                <a:gd name="connsiteY1" fmla="*/ 96548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657 w 34116"/>
                <a:gd name="connsiteY4" fmla="*/ 2661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6611"/>
                  </a:moveTo>
                  <a:lnTo>
                    <a:pt x="28316" y="96548"/>
                  </a:lnTo>
                  <a:cubicBezTo>
                    <a:pt x="27293" y="96207"/>
                    <a:pt x="26611" y="95866"/>
                    <a:pt x="25587" y="95525"/>
                  </a:cubicBezTo>
                  <a:lnTo>
                    <a:pt x="25929" y="25587"/>
                  </a:lnTo>
                  <a:cubicBezTo>
                    <a:pt x="26952" y="25928"/>
                    <a:pt x="27976" y="26269"/>
                    <a:pt x="28657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BEB1FD80-A88A-44FA-B397-D1D98C72C75F}"/>
                </a:ext>
              </a:extLst>
            </p:cNvPr>
            <p:cNvSpPr/>
            <p:nvPr/>
          </p:nvSpPr>
          <p:spPr>
            <a:xfrm>
              <a:off x="12006776" y="7545754"/>
              <a:ext cx="75581" cy="226744"/>
            </a:xfrm>
            <a:custGeom>
              <a:avLst/>
              <a:gdLst>
                <a:gd name="connsiteX0" fmla="*/ 35481 w 34116"/>
                <a:gd name="connsiteY0" fmla="*/ 36163 h 102348"/>
                <a:gd name="connsiteX1" fmla="*/ 35140 w 34116"/>
                <a:gd name="connsiteY1" fmla="*/ 106101 h 102348"/>
                <a:gd name="connsiteX2" fmla="*/ 32069 w 34116"/>
                <a:gd name="connsiteY2" fmla="*/ 104395 h 102348"/>
                <a:gd name="connsiteX3" fmla="*/ 25587 w 34116"/>
                <a:gd name="connsiteY3" fmla="*/ 95525 h 102348"/>
                <a:gd name="connsiteX4" fmla="*/ 25929 w 34116"/>
                <a:gd name="connsiteY4" fmla="*/ 25587 h 102348"/>
                <a:gd name="connsiteX5" fmla="*/ 32411 w 34116"/>
                <a:gd name="connsiteY5" fmla="*/ 34457 h 102348"/>
                <a:gd name="connsiteX6" fmla="*/ 35481 w 34116"/>
                <a:gd name="connsiteY6" fmla="*/ 36163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116" h="102348">
                  <a:moveTo>
                    <a:pt x="35481" y="36163"/>
                  </a:moveTo>
                  <a:lnTo>
                    <a:pt x="35140" y="106101"/>
                  </a:lnTo>
                  <a:cubicBezTo>
                    <a:pt x="34116" y="105759"/>
                    <a:pt x="32751" y="105077"/>
                    <a:pt x="32069" y="104395"/>
                  </a:cubicBezTo>
                  <a:cubicBezTo>
                    <a:pt x="27976" y="102007"/>
                    <a:pt x="25587" y="98937"/>
                    <a:pt x="25587" y="95525"/>
                  </a:cubicBezTo>
                  <a:lnTo>
                    <a:pt x="25929" y="25587"/>
                  </a:lnTo>
                  <a:cubicBezTo>
                    <a:pt x="25929" y="28998"/>
                    <a:pt x="28316" y="32068"/>
                    <a:pt x="32411" y="34457"/>
                  </a:cubicBezTo>
                  <a:cubicBezTo>
                    <a:pt x="33434" y="35140"/>
                    <a:pt x="34458" y="35822"/>
                    <a:pt x="35481" y="3616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291E3128-E207-4473-8639-D163B020499C}"/>
                </a:ext>
              </a:extLst>
            </p:cNvPr>
            <p:cNvSpPr/>
            <p:nvPr/>
          </p:nvSpPr>
          <p:spPr>
            <a:xfrm>
              <a:off x="13426946" y="7573718"/>
              <a:ext cx="75581" cy="226744"/>
            </a:xfrm>
            <a:custGeom>
              <a:avLst/>
              <a:gdLst>
                <a:gd name="connsiteX0" fmla="*/ 27974 w 34116"/>
                <a:gd name="connsiteY0" fmla="*/ 25587 h 102348"/>
                <a:gd name="connsiteX1" fmla="*/ 27634 w 34116"/>
                <a:gd name="connsiteY1" fmla="*/ 95525 h 102348"/>
                <a:gd name="connsiteX2" fmla="*/ 25587 w 34116"/>
                <a:gd name="connsiteY2" fmla="*/ 99278 h 102348"/>
                <a:gd name="connsiteX3" fmla="*/ 25928 w 34116"/>
                <a:gd name="connsiteY3" fmla="*/ 29339 h 102348"/>
                <a:gd name="connsiteX4" fmla="*/ 27974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587"/>
                  </a:moveTo>
                  <a:lnTo>
                    <a:pt x="27634" y="95525"/>
                  </a:lnTo>
                  <a:cubicBezTo>
                    <a:pt x="26951" y="96890"/>
                    <a:pt x="26269" y="97913"/>
                    <a:pt x="25587" y="99278"/>
                  </a:cubicBezTo>
                  <a:lnTo>
                    <a:pt x="25928" y="29339"/>
                  </a:lnTo>
                  <a:cubicBezTo>
                    <a:pt x="26611" y="28316"/>
                    <a:pt x="27293" y="26951"/>
                    <a:pt x="2797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72090A1E-E447-4600-BDC2-0171319A2D28}"/>
                </a:ext>
              </a:extLst>
            </p:cNvPr>
            <p:cNvSpPr/>
            <p:nvPr/>
          </p:nvSpPr>
          <p:spPr>
            <a:xfrm>
              <a:off x="13402757" y="7582785"/>
              <a:ext cx="75581" cy="302325"/>
            </a:xfrm>
            <a:custGeom>
              <a:avLst/>
              <a:gdLst>
                <a:gd name="connsiteX0" fmla="*/ 36845 w 34116"/>
                <a:gd name="connsiteY0" fmla="*/ 25587 h 136464"/>
                <a:gd name="connsiteX1" fmla="*/ 36505 w 34116"/>
                <a:gd name="connsiteY1" fmla="*/ 95525 h 136464"/>
                <a:gd name="connsiteX2" fmla="*/ 25587 w 34116"/>
                <a:gd name="connsiteY2" fmla="*/ 111560 h 136464"/>
                <a:gd name="connsiteX3" fmla="*/ 25929 w 34116"/>
                <a:gd name="connsiteY3" fmla="*/ 41622 h 136464"/>
                <a:gd name="connsiteX4" fmla="*/ 36845 w 34116"/>
                <a:gd name="connsiteY4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36464">
                  <a:moveTo>
                    <a:pt x="36845" y="25587"/>
                  </a:moveTo>
                  <a:lnTo>
                    <a:pt x="36505" y="95525"/>
                  </a:lnTo>
                  <a:cubicBezTo>
                    <a:pt x="33434" y="100984"/>
                    <a:pt x="29681" y="106101"/>
                    <a:pt x="25587" y="111560"/>
                  </a:cubicBezTo>
                  <a:lnTo>
                    <a:pt x="25929" y="41622"/>
                  </a:lnTo>
                  <a:cubicBezTo>
                    <a:pt x="30022" y="36163"/>
                    <a:pt x="33775" y="30704"/>
                    <a:pt x="3684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5C541823-F94B-4C2B-961D-5056B101B29B}"/>
                </a:ext>
              </a:extLst>
            </p:cNvPr>
            <p:cNvSpPr/>
            <p:nvPr/>
          </p:nvSpPr>
          <p:spPr>
            <a:xfrm>
              <a:off x="13386886" y="7617552"/>
              <a:ext cx="75581" cy="226744"/>
            </a:xfrm>
            <a:custGeom>
              <a:avLst/>
              <a:gdLst>
                <a:gd name="connsiteX0" fmla="*/ 33093 w 34116"/>
                <a:gd name="connsiteY0" fmla="*/ 25587 h 102348"/>
                <a:gd name="connsiteX1" fmla="*/ 32751 w 34116"/>
                <a:gd name="connsiteY1" fmla="*/ 95526 h 102348"/>
                <a:gd name="connsiteX2" fmla="*/ 25587 w 34116"/>
                <a:gd name="connsiteY2" fmla="*/ 104055 h 102348"/>
                <a:gd name="connsiteX3" fmla="*/ 25928 w 34116"/>
                <a:gd name="connsiteY3" fmla="*/ 34116 h 102348"/>
                <a:gd name="connsiteX4" fmla="*/ 3309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3093" y="25587"/>
                  </a:moveTo>
                  <a:lnTo>
                    <a:pt x="32751" y="95526"/>
                  </a:lnTo>
                  <a:cubicBezTo>
                    <a:pt x="30363" y="98255"/>
                    <a:pt x="27974" y="101325"/>
                    <a:pt x="25587" y="104055"/>
                  </a:cubicBezTo>
                  <a:lnTo>
                    <a:pt x="25928" y="34116"/>
                  </a:lnTo>
                  <a:cubicBezTo>
                    <a:pt x="28657" y="31387"/>
                    <a:pt x="31046" y="28657"/>
                    <a:pt x="330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864CE278-0017-41D7-8CD6-35548F918484}"/>
                </a:ext>
              </a:extLst>
            </p:cNvPr>
            <p:cNvSpPr/>
            <p:nvPr/>
          </p:nvSpPr>
          <p:spPr>
            <a:xfrm>
              <a:off x="12257706" y="7574471"/>
              <a:ext cx="151162" cy="302325"/>
            </a:xfrm>
            <a:custGeom>
              <a:avLst/>
              <a:gdLst>
                <a:gd name="connsiteX0" fmla="*/ 46397 w 68232"/>
                <a:gd name="connsiteY0" fmla="*/ 53904 h 136464"/>
                <a:gd name="connsiteX1" fmla="*/ 46057 w 68232"/>
                <a:gd name="connsiteY1" fmla="*/ 123842 h 136464"/>
                <a:gd name="connsiteX2" fmla="*/ 25587 w 68232"/>
                <a:gd name="connsiteY2" fmla="*/ 95526 h 136464"/>
                <a:gd name="connsiteX3" fmla="*/ 25928 w 68232"/>
                <a:gd name="connsiteY3" fmla="*/ 25587 h 136464"/>
                <a:gd name="connsiteX4" fmla="*/ 46397 w 68232"/>
                <a:gd name="connsiteY4" fmla="*/ 53904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36464">
                  <a:moveTo>
                    <a:pt x="46397" y="53904"/>
                  </a:moveTo>
                  <a:lnTo>
                    <a:pt x="46057" y="123842"/>
                  </a:lnTo>
                  <a:cubicBezTo>
                    <a:pt x="37528" y="114631"/>
                    <a:pt x="30363" y="105078"/>
                    <a:pt x="25587" y="95526"/>
                  </a:cubicBezTo>
                  <a:lnTo>
                    <a:pt x="25928" y="25587"/>
                  </a:lnTo>
                  <a:cubicBezTo>
                    <a:pt x="31046" y="35140"/>
                    <a:pt x="37868" y="44692"/>
                    <a:pt x="46397" y="5390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638BB16-DC6D-4F29-A259-8A37D508AE98}"/>
                </a:ext>
              </a:extLst>
            </p:cNvPr>
            <p:cNvSpPr/>
            <p:nvPr/>
          </p:nvSpPr>
          <p:spPr>
            <a:xfrm>
              <a:off x="13544852" y="7739993"/>
              <a:ext cx="75581" cy="226744"/>
            </a:xfrm>
            <a:custGeom>
              <a:avLst/>
              <a:gdLst>
                <a:gd name="connsiteX0" fmla="*/ 25928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259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8" y="25587"/>
                  </a:moveTo>
                  <a:lnTo>
                    <a:pt x="25587" y="95526"/>
                  </a:lnTo>
                  <a:lnTo>
                    <a:pt x="25587" y="95526"/>
                  </a:lnTo>
                  <a:lnTo>
                    <a:pt x="25928" y="25587"/>
                  </a:lnTo>
                  <a:lnTo>
                    <a:pt x="25928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B8C48704-122A-411F-ADB3-01692348EBE6}"/>
                </a:ext>
              </a:extLst>
            </p:cNvPr>
            <p:cNvSpPr/>
            <p:nvPr/>
          </p:nvSpPr>
          <p:spPr>
            <a:xfrm>
              <a:off x="13544852" y="7739993"/>
              <a:ext cx="75581" cy="226744"/>
            </a:xfrm>
            <a:custGeom>
              <a:avLst/>
              <a:gdLst>
                <a:gd name="connsiteX0" fmla="*/ 25928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59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8" y="25587"/>
                  </a:moveTo>
                  <a:lnTo>
                    <a:pt x="25587" y="95526"/>
                  </a:lnTo>
                  <a:cubicBezTo>
                    <a:pt x="25587" y="95866"/>
                    <a:pt x="25587" y="96208"/>
                    <a:pt x="25587" y="96890"/>
                  </a:cubicBezTo>
                  <a:lnTo>
                    <a:pt x="25928" y="26952"/>
                  </a:lnTo>
                  <a:cubicBezTo>
                    <a:pt x="25928" y="26611"/>
                    <a:pt x="25928" y="25929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1684EFC9-B48C-436A-A66B-47041D42E999}"/>
                </a:ext>
              </a:extLst>
            </p:cNvPr>
            <p:cNvSpPr/>
            <p:nvPr/>
          </p:nvSpPr>
          <p:spPr>
            <a:xfrm>
              <a:off x="13544096" y="7743018"/>
              <a:ext cx="75581" cy="226744"/>
            </a:xfrm>
            <a:custGeom>
              <a:avLst/>
              <a:gdLst>
                <a:gd name="connsiteX0" fmla="*/ 26269 w 34116"/>
                <a:gd name="connsiteY0" fmla="*/ 25587 h 102348"/>
                <a:gd name="connsiteX1" fmla="*/ 25929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2 h 102348"/>
                <a:gd name="connsiteX4" fmla="*/ 262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69" y="25587"/>
                  </a:moveTo>
                  <a:lnTo>
                    <a:pt x="25929" y="95525"/>
                  </a:lnTo>
                  <a:cubicBezTo>
                    <a:pt x="25929" y="95866"/>
                    <a:pt x="25587" y="96208"/>
                    <a:pt x="25587" y="96890"/>
                  </a:cubicBezTo>
                  <a:lnTo>
                    <a:pt x="25929" y="26952"/>
                  </a:lnTo>
                  <a:cubicBezTo>
                    <a:pt x="25929" y="26269"/>
                    <a:pt x="25929" y="2592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C40504A5-7D75-45C5-9C0D-2D229F97911E}"/>
                </a:ext>
              </a:extLst>
            </p:cNvPr>
            <p:cNvSpPr/>
            <p:nvPr/>
          </p:nvSpPr>
          <p:spPr>
            <a:xfrm>
              <a:off x="13542585" y="7745286"/>
              <a:ext cx="75581" cy="226744"/>
            </a:xfrm>
            <a:custGeom>
              <a:avLst/>
              <a:gdLst>
                <a:gd name="connsiteX0" fmla="*/ 26611 w 34116"/>
                <a:gd name="connsiteY0" fmla="*/ 25587 h 102348"/>
                <a:gd name="connsiteX1" fmla="*/ 26269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661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611" y="25587"/>
                  </a:moveTo>
                  <a:lnTo>
                    <a:pt x="26269" y="95525"/>
                  </a:lnTo>
                  <a:cubicBezTo>
                    <a:pt x="26269" y="95866"/>
                    <a:pt x="25928" y="96208"/>
                    <a:pt x="25587" y="96890"/>
                  </a:cubicBezTo>
                  <a:lnTo>
                    <a:pt x="25928" y="26952"/>
                  </a:lnTo>
                  <a:cubicBezTo>
                    <a:pt x="26269" y="26611"/>
                    <a:pt x="26269" y="2626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EA31891-4DC8-42BC-8C07-6CD3A6D13DFE}"/>
                </a:ext>
              </a:extLst>
            </p:cNvPr>
            <p:cNvSpPr/>
            <p:nvPr/>
          </p:nvSpPr>
          <p:spPr>
            <a:xfrm>
              <a:off x="13540317" y="7748309"/>
              <a:ext cx="75581" cy="226744"/>
            </a:xfrm>
            <a:custGeom>
              <a:avLst/>
              <a:gdLst>
                <a:gd name="connsiteX0" fmla="*/ 26951 w 34116"/>
                <a:gd name="connsiteY0" fmla="*/ 25587 h 102348"/>
                <a:gd name="connsiteX1" fmla="*/ 26611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695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1" y="25587"/>
                  </a:moveTo>
                  <a:lnTo>
                    <a:pt x="26611" y="95525"/>
                  </a:lnTo>
                  <a:cubicBezTo>
                    <a:pt x="26269" y="95866"/>
                    <a:pt x="25928" y="96548"/>
                    <a:pt x="25587" y="96890"/>
                  </a:cubicBezTo>
                  <a:lnTo>
                    <a:pt x="25928" y="26952"/>
                  </a:lnTo>
                  <a:cubicBezTo>
                    <a:pt x="26269" y="26611"/>
                    <a:pt x="26611" y="25928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8D2980C-4684-4332-9B11-1743494D027D}"/>
                </a:ext>
              </a:extLst>
            </p:cNvPr>
            <p:cNvSpPr/>
            <p:nvPr/>
          </p:nvSpPr>
          <p:spPr>
            <a:xfrm>
              <a:off x="13537292" y="7751334"/>
              <a:ext cx="75581" cy="226744"/>
            </a:xfrm>
            <a:custGeom>
              <a:avLst/>
              <a:gdLst>
                <a:gd name="connsiteX0" fmla="*/ 27293 w 34116"/>
                <a:gd name="connsiteY0" fmla="*/ 25587 h 102348"/>
                <a:gd name="connsiteX1" fmla="*/ 26952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1 h 102348"/>
                <a:gd name="connsiteX4" fmla="*/ 2729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3" y="25587"/>
                  </a:moveTo>
                  <a:lnTo>
                    <a:pt x="26952" y="95525"/>
                  </a:lnTo>
                  <a:cubicBezTo>
                    <a:pt x="26611" y="95866"/>
                    <a:pt x="25929" y="96548"/>
                    <a:pt x="25587" y="96890"/>
                  </a:cubicBezTo>
                  <a:lnTo>
                    <a:pt x="25929" y="26951"/>
                  </a:lnTo>
                  <a:cubicBezTo>
                    <a:pt x="26611" y="26611"/>
                    <a:pt x="26952" y="25928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B433371-D249-4F28-8DEE-4EB87FC31C8A}"/>
                </a:ext>
              </a:extLst>
            </p:cNvPr>
            <p:cNvSpPr/>
            <p:nvPr/>
          </p:nvSpPr>
          <p:spPr>
            <a:xfrm>
              <a:off x="13531246" y="7754355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6 w 34116"/>
                <a:gd name="connsiteY1" fmla="*/ 95526 h 102348"/>
                <a:gd name="connsiteX2" fmla="*/ 25587 w 34116"/>
                <a:gd name="connsiteY2" fmla="*/ 97573 h 102348"/>
                <a:gd name="connsiteX3" fmla="*/ 25928 w 34116"/>
                <a:gd name="connsiteY3" fmla="*/ 27634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6" y="95526"/>
                  </a:lnTo>
                  <a:cubicBezTo>
                    <a:pt x="27634" y="96208"/>
                    <a:pt x="26611" y="96890"/>
                    <a:pt x="25587" y="97573"/>
                  </a:cubicBezTo>
                  <a:lnTo>
                    <a:pt x="25928" y="27634"/>
                  </a:lnTo>
                  <a:cubicBezTo>
                    <a:pt x="26951" y="26952"/>
                    <a:pt x="27974" y="26270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C7D3752B-7F19-4E91-B6BE-30CC72C495C5}"/>
                </a:ext>
              </a:extLst>
            </p:cNvPr>
            <p:cNvSpPr/>
            <p:nvPr/>
          </p:nvSpPr>
          <p:spPr>
            <a:xfrm>
              <a:off x="13530492" y="7758891"/>
              <a:ext cx="75581" cy="226744"/>
            </a:xfrm>
            <a:custGeom>
              <a:avLst/>
              <a:gdLst>
                <a:gd name="connsiteX0" fmla="*/ 26269 w 34116"/>
                <a:gd name="connsiteY0" fmla="*/ 25587 h 102348"/>
                <a:gd name="connsiteX1" fmla="*/ 25929 w 34116"/>
                <a:gd name="connsiteY1" fmla="*/ 95526 h 102348"/>
                <a:gd name="connsiteX2" fmla="*/ 25587 w 34116"/>
                <a:gd name="connsiteY2" fmla="*/ 95866 h 102348"/>
                <a:gd name="connsiteX3" fmla="*/ 25929 w 34116"/>
                <a:gd name="connsiteY3" fmla="*/ 25929 h 102348"/>
                <a:gd name="connsiteX4" fmla="*/ 262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69" y="25587"/>
                  </a:moveTo>
                  <a:lnTo>
                    <a:pt x="25929" y="95526"/>
                  </a:lnTo>
                  <a:lnTo>
                    <a:pt x="25587" y="95866"/>
                  </a:lnTo>
                  <a:lnTo>
                    <a:pt x="25929" y="25929"/>
                  </a:lnTo>
                  <a:lnTo>
                    <a:pt x="2626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B7BD04EF-4C42-44EE-B065-118FF9B32A8B}"/>
                </a:ext>
              </a:extLst>
            </p:cNvPr>
            <p:cNvSpPr/>
            <p:nvPr/>
          </p:nvSpPr>
          <p:spPr>
            <a:xfrm>
              <a:off x="12146600" y="7739993"/>
              <a:ext cx="75581" cy="226744"/>
            </a:xfrm>
            <a:custGeom>
              <a:avLst/>
              <a:gdLst>
                <a:gd name="connsiteX0" fmla="*/ 32410 w 34116"/>
                <a:gd name="connsiteY0" fmla="*/ 34458 h 102348"/>
                <a:gd name="connsiteX1" fmla="*/ 32069 w 34116"/>
                <a:gd name="connsiteY1" fmla="*/ 104395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32410 w 34116"/>
                <a:gd name="connsiteY4" fmla="*/ 3445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2410" y="34458"/>
                  </a:moveTo>
                  <a:lnTo>
                    <a:pt x="32069" y="104395"/>
                  </a:lnTo>
                  <a:cubicBezTo>
                    <a:pt x="27976" y="102008"/>
                    <a:pt x="25587" y="98596"/>
                    <a:pt x="25587" y="95526"/>
                  </a:cubicBezTo>
                  <a:lnTo>
                    <a:pt x="25928" y="25587"/>
                  </a:lnTo>
                  <a:cubicBezTo>
                    <a:pt x="25928" y="28657"/>
                    <a:pt x="27976" y="32069"/>
                    <a:pt x="32410" y="344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80941907-42D1-4664-B275-7B5340728C61}"/>
                </a:ext>
              </a:extLst>
            </p:cNvPr>
            <p:cNvSpPr/>
            <p:nvPr/>
          </p:nvSpPr>
          <p:spPr>
            <a:xfrm>
              <a:off x="13026365" y="7783832"/>
              <a:ext cx="151162" cy="226744"/>
            </a:xfrm>
            <a:custGeom>
              <a:avLst/>
              <a:gdLst>
                <a:gd name="connsiteX0" fmla="*/ 74374 w 68232"/>
                <a:gd name="connsiteY0" fmla="*/ 25587 h 102348"/>
                <a:gd name="connsiteX1" fmla="*/ 74033 w 68232"/>
                <a:gd name="connsiteY1" fmla="*/ 95525 h 102348"/>
                <a:gd name="connsiteX2" fmla="*/ 25587 w 68232"/>
                <a:gd name="connsiteY2" fmla="*/ 107124 h 102348"/>
                <a:gd name="connsiteX3" fmla="*/ 25929 w 68232"/>
                <a:gd name="connsiteY3" fmla="*/ 37187 h 102348"/>
                <a:gd name="connsiteX4" fmla="*/ 74374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74374" y="25587"/>
                  </a:moveTo>
                  <a:lnTo>
                    <a:pt x="74033" y="95525"/>
                  </a:lnTo>
                  <a:cubicBezTo>
                    <a:pt x="58339" y="100302"/>
                    <a:pt x="42305" y="104054"/>
                    <a:pt x="25587" y="107124"/>
                  </a:cubicBezTo>
                  <a:lnTo>
                    <a:pt x="25929" y="37187"/>
                  </a:lnTo>
                  <a:cubicBezTo>
                    <a:pt x="42645" y="34116"/>
                    <a:pt x="58680" y="30363"/>
                    <a:pt x="7437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36C3B7F5-CBB7-42AC-8E59-4724A3F24396}"/>
                </a:ext>
              </a:extLst>
            </p:cNvPr>
            <p:cNvSpPr/>
            <p:nvPr/>
          </p:nvSpPr>
          <p:spPr>
            <a:xfrm>
              <a:off x="13025609" y="7809530"/>
              <a:ext cx="75581" cy="226744"/>
            </a:xfrm>
            <a:custGeom>
              <a:avLst/>
              <a:gdLst>
                <a:gd name="connsiteX0" fmla="*/ 26611 w 34116"/>
                <a:gd name="connsiteY0" fmla="*/ 25587 h 102348"/>
                <a:gd name="connsiteX1" fmla="*/ 26269 w 34116"/>
                <a:gd name="connsiteY1" fmla="*/ 95525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661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611" y="25587"/>
                  </a:moveTo>
                  <a:lnTo>
                    <a:pt x="26269" y="95525"/>
                  </a:lnTo>
                  <a:cubicBezTo>
                    <a:pt x="25928" y="95525"/>
                    <a:pt x="25928" y="95525"/>
                    <a:pt x="25587" y="95525"/>
                  </a:cubicBezTo>
                  <a:lnTo>
                    <a:pt x="25928" y="25587"/>
                  </a:lnTo>
                  <a:cubicBezTo>
                    <a:pt x="25928" y="25587"/>
                    <a:pt x="26269" y="25587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662AA686-6D48-488C-B564-E6BE398929BE}"/>
                </a:ext>
              </a:extLst>
            </p:cNvPr>
            <p:cNvSpPr/>
            <p:nvPr/>
          </p:nvSpPr>
          <p:spPr>
            <a:xfrm>
              <a:off x="12640145" y="7804996"/>
              <a:ext cx="75581" cy="226744"/>
            </a:xfrm>
            <a:custGeom>
              <a:avLst/>
              <a:gdLst>
                <a:gd name="connsiteX0" fmla="*/ 37868 w 34116"/>
                <a:gd name="connsiteY0" fmla="*/ 27976 h 102348"/>
                <a:gd name="connsiteX1" fmla="*/ 37528 w 34116"/>
                <a:gd name="connsiteY1" fmla="*/ 97913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37868 w 34116"/>
                <a:gd name="connsiteY4" fmla="*/ 27976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7868" y="27976"/>
                  </a:moveTo>
                  <a:lnTo>
                    <a:pt x="37528" y="97913"/>
                  </a:lnTo>
                  <a:cubicBezTo>
                    <a:pt x="33433" y="97231"/>
                    <a:pt x="29339" y="96548"/>
                    <a:pt x="25587" y="95525"/>
                  </a:cubicBezTo>
                  <a:lnTo>
                    <a:pt x="25928" y="25587"/>
                  </a:lnTo>
                  <a:cubicBezTo>
                    <a:pt x="29681" y="26269"/>
                    <a:pt x="33775" y="26952"/>
                    <a:pt x="37868" y="2797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DD3A60D4-EAA4-4316-931E-EE8EB7E13AD4}"/>
                </a:ext>
              </a:extLst>
            </p:cNvPr>
            <p:cNvSpPr/>
            <p:nvPr/>
          </p:nvSpPr>
          <p:spPr>
            <a:xfrm>
              <a:off x="12575902" y="7789125"/>
              <a:ext cx="151162" cy="226744"/>
            </a:xfrm>
            <a:custGeom>
              <a:avLst/>
              <a:gdLst>
                <a:gd name="connsiteX0" fmla="*/ 54927 w 68232"/>
                <a:gd name="connsiteY0" fmla="*/ 32751 h 102348"/>
                <a:gd name="connsiteX1" fmla="*/ 54586 w 68232"/>
                <a:gd name="connsiteY1" fmla="*/ 102689 h 102348"/>
                <a:gd name="connsiteX2" fmla="*/ 25587 w 68232"/>
                <a:gd name="connsiteY2" fmla="*/ 95525 h 102348"/>
                <a:gd name="connsiteX3" fmla="*/ 25929 w 68232"/>
                <a:gd name="connsiteY3" fmla="*/ 25587 h 102348"/>
                <a:gd name="connsiteX4" fmla="*/ 54927 w 68232"/>
                <a:gd name="connsiteY4" fmla="*/ 3275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54927" y="32751"/>
                  </a:moveTo>
                  <a:lnTo>
                    <a:pt x="54586" y="102689"/>
                  </a:lnTo>
                  <a:cubicBezTo>
                    <a:pt x="44692" y="100642"/>
                    <a:pt x="35140" y="98254"/>
                    <a:pt x="25587" y="95525"/>
                  </a:cubicBezTo>
                  <a:lnTo>
                    <a:pt x="25929" y="25587"/>
                  </a:lnTo>
                  <a:cubicBezTo>
                    <a:pt x="35481" y="28316"/>
                    <a:pt x="45034" y="30704"/>
                    <a:pt x="54927" y="327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777CC7C1-981D-453D-8E5A-64BF1B0C5CD4}"/>
                </a:ext>
              </a:extLst>
            </p:cNvPr>
            <p:cNvSpPr/>
            <p:nvPr/>
          </p:nvSpPr>
          <p:spPr>
            <a:xfrm>
              <a:off x="12557762" y="7783832"/>
              <a:ext cx="75581" cy="226744"/>
            </a:xfrm>
            <a:custGeom>
              <a:avLst/>
              <a:gdLst>
                <a:gd name="connsiteX0" fmla="*/ 34116 w 34116"/>
                <a:gd name="connsiteY0" fmla="*/ 27976 h 102348"/>
                <a:gd name="connsiteX1" fmla="*/ 33775 w 34116"/>
                <a:gd name="connsiteY1" fmla="*/ 97913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34116 w 34116"/>
                <a:gd name="connsiteY4" fmla="*/ 27976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4116" y="27976"/>
                  </a:moveTo>
                  <a:lnTo>
                    <a:pt x="33775" y="97913"/>
                  </a:lnTo>
                  <a:cubicBezTo>
                    <a:pt x="31046" y="97231"/>
                    <a:pt x="28316" y="96208"/>
                    <a:pt x="25587" y="95525"/>
                  </a:cubicBezTo>
                  <a:lnTo>
                    <a:pt x="25928" y="25587"/>
                  </a:lnTo>
                  <a:cubicBezTo>
                    <a:pt x="28657" y="26269"/>
                    <a:pt x="31386" y="27293"/>
                    <a:pt x="34116" y="2797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CF45878C-0FE2-48B5-83DB-2392EF5B15C6}"/>
                </a:ext>
              </a:extLst>
            </p:cNvPr>
            <p:cNvSpPr/>
            <p:nvPr/>
          </p:nvSpPr>
          <p:spPr>
            <a:xfrm>
              <a:off x="13134448" y="7783832"/>
              <a:ext cx="226744" cy="302325"/>
            </a:xfrm>
            <a:custGeom>
              <a:avLst/>
              <a:gdLst>
                <a:gd name="connsiteX0" fmla="*/ 90408 w 102348"/>
                <a:gd name="connsiteY0" fmla="*/ 62774 h 136464"/>
                <a:gd name="connsiteX1" fmla="*/ 90066 w 102348"/>
                <a:gd name="connsiteY1" fmla="*/ 132711 h 136464"/>
                <a:gd name="connsiteX2" fmla="*/ 25587 w 102348"/>
                <a:gd name="connsiteY2" fmla="*/ 95525 h 136464"/>
                <a:gd name="connsiteX3" fmla="*/ 25587 w 102348"/>
                <a:gd name="connsiteY3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90408" y="62774"/>
                  </a:moveTo>
                  <a:lnTo>
                    <a:pt x="90066" y="132711"/>
                  </a:lnTo>
                  <a:lnTo>
                    <a:pt x="25587" y="95525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026E4614-23E1-4770-B040-C978EDEBC105}"/>
                </a:ext>
              </a:extLst>
            </p:cNvPr>
            <p:cNvSpPr/>
            <p:nvPr/>
          </p:nvSpPr>
          <p:spPr>
            <a:xfrm>
              <a:off x="13346072" y="7759647"/>
              <a:ext cx="226744" cy="302325"/>
            </a:xfrm>
            <a:custGeom>
              <a:avLst/>
              <a:gdLst>
                <a:gd name="connsiteX0" fmla="*/ 109172 w 102348"/>
                <a:gd name="connsiteY0" fmla="*/ 25587 h 136464"/>
                <a:gd name="connsiteX1" fmla="*/ 108831 w 102348"/>
                <a:gd name="connsiteY1" fmla="*/ 95525 h 136464"/>
                <a:gd name="connsiteX2" fmla="*/ 25587 w 102348"/>
                <a:gd name="connsiteY2" fmla="*/ 143970 h 136464"/>
                <a:gd name="connsiteX3" fmla="*/ 25929 w 102348"/>
                <a:gd name="connsiteY3" fmla="*/ 74033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109172" y="25587"/>
                  </a:moveTo>
                  <a:lnTo>
                    <a:pt x="108831" y="95525"/>
                  </a:lnTo>
                  <a:lnTo>
                    <a:pt x="25587" y="143970"/>
                  </a:lnTo>
                  <a:lnTo>
                    <a:pt x="25929" y="740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11368279-D1A8-4BF2-9195-AE704EC922BC}"/>
                </a:ext>
              </a:extLst>
            </p:cNvPr>
            <p:cNvSpPr/>
            <p:nvPr/>
          </p:nvSpPr>
          <p:spPr>
            <a:xfrm>
              <a:off x="12415669" y="7783832"/>
              <a:ext cx="226744" cy="302325"/>
            </a:xfrm>
            <a:custGeom>
              <a:avLst/>
              <a:gdLst>
                <a:gd name="connsiteX0" fmla="*/ 90066 w 102348"/>
                <a:gd name="connsiteY0" fmla="*/ 25587 h 136464"/>
                <a:gd name="connsiteX1" fmla="*/ 89726 w 102348"/>
                <a:gd name="connsiteY1" fmla="*/ 95525 h 136464"/>
                <a:gd name="connsiteX2" fmla="*/ 25587 w 102348"/>
                <a:gd name="connsiteY2" fmla="*/ 132711 h 136464"/>
                <a:gd name="connsiteX3" fmla="*/ 25587 w 102348"/>
                <a:gd name="connsiteY3" fmla="*/ 62774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90066" y="25587"/>
                  </a:moveTo>
                  <a:lnTo>
                    <a:pt x="89726" y="95525"/>
                  </a:lnTo>
                  <a:lnTo>
                    <a:pt x="25587" y="132711"/>
                  </a:lnTo>
                  <a:lnTo>
                    <a:pt x="25587" y="627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93D8CDC5-E955-40ED-91E3-DC29590D0AC6}"/>
                </a:ext>
              </a:extLst>
            </p:cNvPr>
            <p:cNvSpPr/>
            <p:nvPr/>
          </p:nvSpPr>
          <p:spPr>
            <a:xfrm>
              <a:off x="12160961" y="7759647"/>
              <a:ext cx="226744" cy="302325"/>
            </a:xfrm>
            <a:custGeom>
              <a:avLst/>
              <a:gdLst>
                <a:gd name="connsiteX0" fmla="*/ 109513 w 102348"/>
                <a:gd name="connsiteY0" fmla="*/ 74033 h 136464"/>
                <a:gd name="connsiteX1" fmla="*/ 109513 w 102348"/>
                <a:gd name="connsiteY1" fmla="*/ 143970 h 136464"/>
                <a:gd name="connsiteX2" fmla="*/ 25587 w 102348"/>
                <a:gd name="connsiteY2" fmla="*/ 95525 h 136464"/>
                <a:gd name="connsiteX3" fmla="*/ 25928 w 102348"/>
                <a:gd name="connsiteY3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36464">
                  <a:moveTo>
                    <a:pt x="109513" y="74033"/>
                  </a:moveTo>
                  <a:lnTo>
                    <a:pt x="109513" y="143970"/>
                  </a:lnTo>
                  <a:lnTo>
                    <a:pt x="25587" y="95525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3F345219-F876-49E8-984C-FF1CECDD8AD7}"/>
                </a:ext>
              </a:extLst>
            </p:cNvPr>
            <p:cNvSpPr/>
            <p:nvPr/>
          </p:nvSpPr>
          <p:spPr>
            <a:xfrm>
              <a:off x="13335491" y="7866971"/>
              <a:ext cx="75581" cy="226744"/>
            </a:xfrm>
            <a:custGeom>
              <a:avLst/>
              <a:gdLst>
                <a:gd name="connsiteX0" fmla="*/ 30705 w 34116"/>
                <a:gd name="connsiteY0" fmla="*/ 25587 h 102348"/>
                <a:gd name="connsiteX1" fmla="*/ 30364 w 34116"/>
                <a:gd name="connsiteY1" fmla="*/ 95525 h 102348"/>
                <a:gd name="connsiteX2" fmla="*/ 25587 w 34116"/>
                <a:gd name="connsiteY2" fmla="*/ 97572 h 102348"/>
                <a:gd name="connsiteX3" fmla="*/ 25929 w 34116"/>
                <a:gd name="connsiteY3" fmla="*/ 27634 h 102348"/>
                <a:gd name="connsiteX4" fmla="*/ 30705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705" y="25587"/>
                  </a:moveTo>
                  <a:lnTo>
                    <a:pt x="30364" y="95525"/>
                  </a:lnTo>
                  <a:cubicBezTo>
                    <a:pt x="28999" y="96207"/>
                    <a:pt x="27294" y="96890"/>
                    <a:pt x="25587" y="97572"/>
                  </a:cubicBezTo>
                  <a:lnTo>
                    <a:pt x="25929" y="27634"/>
                  </a:lnTo>
                  <a:cubicBezTo>
                    <a:pt x="27634" y="26951"/>
                    <a:pt x="29340" y="26269"/>
                    <a:pt x="3070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CE0128E9-FDB1-42E2-B433-AD5E8791C6EF}"/>
                </a:ext>
              </a:extLst>
            </p:cNvPr>
            <p:cNvSpPr/>
            <p:nvPr/>
          </p:nvSpPr>
          <p:spPr>
            <a:xfrm>
              <a:off x="13326422" y="7871506"/>
              <a:ext cx="75581" cy="226744"/>
            </a:xfrm>
            <a:custGeom>
              <a:avLst/>
              <a:gdLst>
                <a:gd name="connsiteX0" fmla="*/ 30022 w 34116"/>
                <a:gd name="connsiteY0" fmla="*/ 25587 h 102348"/>
                <a:gd name="connsiteX1" fmla="*/ 29681 w 34116"/>
                <a:gd name="connsiteY1" fmla="*/ 95525 h 102348"/>
                <a:gd name="connsiteX2" fmla="*/ 25587 w 34116"/>
                <a:gd name="connsiteY2" fmla="*/ 96548 h 102348"/>
                <a:gd name="connsiteX3" fmla="*/ 25929 w 34116"/>
                <a:gd name="connsiteY3" fmla="*/ 26611 h 102348"/>
                <a:gd name="connsiteX4" fmla="*/ 3002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2" y="25587"/>
                  </a:moveTo>
                  <a:lnTo>
                    <a:pt x="29681" y="95525"/>
                  </a:lnTo>
                  <a:cubicBezTo>
                    <a:pt x="28317" y="95866"/>
                    <a:pt x="26952" y="96207"/>
                    <a:pt x="25587" y="96548"/>
                  </a:cubicBezTo>
                  <a:lnTo>
                    <a:pt x="25929" y="26611"/>
                  </a:lnTo>
                  <a:cubicBezTo>
                    <a:pt x="27294" y="26269"/>
                    <a:pt x="28657" y="25928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51C60809-1CD7-46E6-8A51-EF94C34DECFD}"/>
                </a:ext>
              </a:extLst>
            </p:cNvPr>
            <p:cNvSpPr/>
            <p:nvPr/>
          </p:nvSpPr>
          <p:spPr>
            <a:xfrm>
              <a:off x="13320376" y="7873775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6 w 34116"/>
                <a:gd name="connsiteY1" fmla="*/ 95525 h 102348"/>
                <a:gd name="connsiteX2" fmla="*/ 25587 w 34116"/>
                <a:gd name="connsiteY2" fmla="*/ 95866 h 102348"/>
                <a:gd name="connsiteX3" fmla="*/ 25928 w 34116"/>
                <a:gd name="connsiteY3" fmla="*/ 25928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6" y="95525"/>
                  </a:lnTo>
                  <a:cubicBezTo>
                    <a:pt x="27293" y="95525"/>
                    <a:pt x="26611" y="95866"/>
                    <a:pt x="25587" y="95866"/>
                  </a:cubicBezTo>
                  <a:lnTo>
                    <a:pt x="25928" y="25928"/>
                  </a:lnTo>
                  <a:cubicBezTo>
                    <a:pt x="26952" y="25928"/>
                    <a:pt x="27634" y="25587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FD946CA2-FC6E-42F8-9277-7E2EBD3BF569}"/>
                </a:ext>
              </a:extLst>
            </p:cNvPr>
            <p:cNvSpPr/>
            <p:nvPr/>
          </p:nvSpPr>
          <p:spPr>
            <a:xfrm>
              <a:off x="13315085" y="7874528"/>
              <a:ext cx="75581" cy="226744"/>
            </a:xfrm>
            <a:custGeom>
              <a:avLst/>
              <a:gdLst>
                <a:gd name="connsiteX0" fmla="*/ 28316 w 34116"/>
                <a:gd name="connsiteY0" fmla="*/ 25587 h 102348"/>
                <a:gd name="connsiteX1" fmla="*/ 27976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31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5587"/>
                  </a:moveTo>
                  <a:lnTo>
                    <a:pt x="27976" y="95526"/>
                  </a:lnTo>
                  <a:cubicBezTo>
                    <a:pt x="27293" y="95526"/>
                    <a:pt x="26269" y="95526"/>
                    <a:pt x="25587" y="95526"/>
                  </a:cubicBezTo>
                  <a:lnTo>
                    <a:pt x="25929" y="25587"/>
                  </a:lnTo>
                  <a:cubicBezTo>
                    <a:pt x="26611" y="25587"/>
                    <a:pt x="27634" y="25587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299773FF-4E8A-4ABA-84E4-07E7DAC58F1C}"/>
                </a:ext>
              </a:extLst>
            </p:cNvPr>
            <p:cNvSpPr/>
            <p:nvPr/>
          </p:nvSpPr>
          <p:spPr>
            <a:xfrm>
              <a:off x="13309793" y="7874528"/>
              <a:ext cx="75581" cy="226744"/>
            </a:xfrm>
            <a:custGeom>
              <a:avLst/>
              <a:gdLst>
                <a:gd name="connsiteX0" fmla="*/ 28317 w 34116"/>
                <a:gd name="connsiteY0" fmla="*/ 25587 h 102348"/>
                <a:gd name="connsiteX1" fmla="*/ 27976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31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7" y="25587"/>
                  </a:moveTo>
                  <a:lnTo>
                    <a:pt x="27976" y="95526"/>
                  </a:lnTo>
                  <a:cubicBezTo>
                    <a:pt x="27294" y="95526"/>
                    <a:pt x="26611" y="95526"/>
                    <a:pt x="25587" y="95526"/>
                  </a:cubicBezTo>
                  <a:lnTo>
                    <a:pt x="25929" y="25587"/>
                  </a:lnTo>
                  <a:cubicBezTo>
                    <a:pt x="26611" y="25929"/>
                    <a:pt x="27634" y="25929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FA8CA6D9-0F78-4734-B4B5-644055995156}"/>
                </a:ext>
              </a:extLst>
            </p:cNvPr>
            <p:cNvSpPr/>
            <p:nvPr/>
          </p:nvSpPr>
          <p:spPr>
            <a:xfrm>
              <a:off x="13305258" y="7874528"/>
              <a:ext cx="75581" cy="226744"/>
            </a:xfrm>
            <a:custGeom>
              <a:avLst/>
              <a:gdLst>
                <a:gd name="connsiteX0" fmla="*/ 27976 w 34116"/>
                <a:gd name="connsiteY0" fmla="*/ 25587 h 102348"/>
                <a:gd name="connsiteX1" fmla="*/ 27634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797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587"/>
                  </a:moveTo>
                  <a:lnTo>
                    <a:pt x="27634" y="95526"/>
                  </a:lnTo>
                  <a:cubicBezTo>
                    <a:pt x="26952" y="95526"/>
                    <a:pt x="26270" y="95526"/>
                    <a:pt x="25587" y="95526"/>
                  </a:cubicBezTo>
                  <a:lnTo>
                    <a:pt x="25929" y="25587"/>
                  </a:lnTo>
                  <a:cubicBezTo>
                    <a:pt x="26611" y="25587"/>
                    <a:pt x="27294" y="25587"/>
                    <a:pt x="2797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6315AFD-05A9-4B6C-8D42-6BAD43916B4B}"/>
                </a:ext>
              </a:extLst>
            </p:cNvPr>
            <p:cNvSpPr/>
            <p:nvPr/>
          </p:nvSpPr>
          <p:spPr>
            <a:xfrm>
              <a:off x="13300723" y="7873775"/>
              <a:ext cx="75581" cy="226744"/>
            </a:xfrm>
            <a:custGeom>
              <a:avLst/>
              <a:gdLst>
                <a:gd name="connsiteX0" fmla="*/ 27976 w 34116"/>
                <a:gd name="connsiteY0" fmla="*/ 25928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7976 w 34116"/>
                <a:gd name="connsiteY4" fmla="*/ 2592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928"/>
                  </a:moveTo>
                  <a:lnTo>
                    <a:pt x="27634" y="95866"/>
                  </a:lnTo>
                  <a:cubicBezTo>
                    <a:pt x="26952" y="95866"/>
                    <a:pt x="26269" y="95866"/>
                    <a:pt x="25587" y="95525"/>
                  </a:cubicBezTo>
                  <a:lnTo>
                    <a:pt x="25929" y="25587"/>
                  </a:lnTo>
                  <a:cubicBezTo>
                    <a:pt x="26611" y="25928"/>
                    <a:pt x="27294" y="25928"/>
                    <a:pt x="27976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590B9835-C859-4DF4-BAE8-12BEE8A26BE9}"/>
                </a:ext>
              </a:extLst>
            </p:cNvPr>
            <p:cNvSpPr/>
            <p:nvPr/>
          </p:nvSpPr>
          <p:spPr>
            <a:xfrm>
              <a:off x="13296191" y="7873017"/>
              <a:ext cx="75581" cy="226744"/>
            </a:xfrm>
            <a:custGeom>
              <a:avLst/>
              <a:gdLst>
                <a:gd name="connsiteX0" fmla="*/ 27976 w 34116"/>
                <a:gd name="connsiteY0" fmla="*/ 25929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7976 w 34116"/>
                <a:gd name="connsiteY4" fmla="*/ 2592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929"/>
                  </a:moveTo>
                  <a:lnTo>
                    <a:pt x="27634" y="95866"/>
                  </a:lnTo>
                  <a:cubicBezTo>
                    <a:pt x="26952" y="95866"/>
                    <a:pt x="26269" y="95525"/>
                    <a:pt x="25587" y="95525"/>
                  </a:cubicBezTo>
                  <a:lnTo>
                    <a:pt x="25929" y="25587"/>
                  </a:lnTo>
                  <a:cubicBezTo>
                    <a:pt x="26269" y="25929"/>
                    <a:pt x="26952" y="25929"/>
                    <a:pt x="27976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3F69FEA-C1C9-47BA-8683-58EB8072D603}"/>
                </a:ext>
              </a:extLst>
            </p:cNvPr>
            <p:cNvSpPr/>
            <p:nvPr/>
          </p:nvSpPr>
          <p:spPr>
            <a:xfrm>
              <a:off x="13290145" y="7871506"/>
              <a:ext cx="75581" cy="226744"/>
            </a:xfrm>
            <a:custGeom>
              <a:avLst/>
              <a:gdLst>
                <a:gd name="connsiteX0" fmla="*/ 28316 w 34116"/>
                <a:gd name="connsiteY0" fmla="*/ 26269 h 102348"/>
                <a:gd name="connsiteX1" fmla="*/ 27974 w 34116"/>
                <a:gd name="connsiteY1" fmla="*/ 96207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8316 w 34116"/>
                <a:gd name="connsiteY4" fmla="*/ 2626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6269"/>
                  </a:moveTo>
                  <a:lnTo>
                    <a:pt x="27974" y="96207"/>
                  </a:lnTo>
                  <a:cubicBezTo>
                    <a:pt x="27293" y="96207"/>
                    <a:pt x="26269" y="95866"/>
                    <a:pt x="25587" y="95525"/>
                  </a:cubicBezTo>
                  <a:lnTo>
                    <a:pt x="25928" y="25587"/>
                  </a:lnTo>
                  <a:cubicBezTo>
                    <a:pt x="26951" y="25928"/>
                    <a:pt x="27634" y="26269"/>
                    <a:pt x="28316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4ACFFED1-8A9F-4635-AF53-76E28117D718}"/>
                </a:ext>
              </a:extLst>
            </p:cNvPr>
            <p:cNvSpPr/>
            <p:nvPr/>
          </p:nvSpPr>
          <p:spPr>
            <a:xfrm>
              <a:off x="13284095" y="7869994"/>
              <a:ext cx="75581" cy="226744"/>
            </a:xfrm>
            <a:custGeom>
              <a:avLst/>
              <a:gdLst>
                <a:gd name="connsiteX0" fmla="*/ 28657 w 34116"/>
                <a:gd name="connsiteY0" fmla="*/ 26611 h 102348"/>
                <a:gd name="connsiteX1" fmla="*/ 28317 w 34116"/>
                <a:gd name="connsiteY1" fmla="*/ 96549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657 w 34116"/>
                <a:gd name="connsiteY4" fmla="*/ 2661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6611"/>
                  </a:moveTo>
                  <a:lnTo>
                    <a:pt x="28317" y="96549"/>
                  </a:lnTo>
                  <a:cubicBezTo>
                    <a:pt x="27294" y="96208"/>
                    <a:pt x="26611" y="95866"/>
                    <a:pt x="25587" y="95526"/>
                  </a:cubicBezTo>
                  <a:lnTo>
                    <a:pt x="25929" y="25587"/>
                  </a:lnTo>
                  <a:cubicBezTo>
                    <a:pt x="26952" y="25929"/>
                    <a:pt x="27976" y="26270"/>
                    <a:pt x="28657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BF42BE9A-B5BE-45FF-9F93-487642F6EBBD}"/>
                </a:ext>
              </a:extLst>
            </p:cNvPr>
            <p:cNvSpPr/>
            <p:nvPr/>
          </p:nvSpPr>
          <p:spPr>
            <a:xfrm>
              <a:off x="13277295" y="7866217"/>
              <a:ext cx="75581" cy="226744"/>
            </a:xfrm>
            <a:custGeom>
              <a:avLst/>
              <a:gdLst>
                <a:gd name="connsiteX0" fmla="*/ 28999 w 34116"/>
                <a:gd name="connsiteY0" fmla="*/ 27293 h 102348"/>
                <a:gd name="connsiteX1" fmla="*/ 28657 w 34116"/>
                <a:gd name="connsiteY1" fmla="*/ 97231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999 w 34116"/>
                <a:gd name="connsiteY4" fmla="*/ 27293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999" y="27293"/>
                  </a:moveTo>
                  <a:lnTo>
                    <a:pt x="28657" y="97231"/>
                  </a:lnTo>
                  <a:cubicBezTo>
                    <a:pt x="27634" y="96890"/>
                    <a:pt x="26269" y="96208"/>
                    <a:pt x="25587" y="95525"/>
                  </a:cubicBezTo>
                  <a:lnTo>
                    <a:pt x="25929" y="25587"/>
                  </a:lnTo>
                  <a:cubicBezTo>
                    <a:pt x="26952" y="26269"/>
                    <a:pt x="27976" y="26952"/>
                    <a:pt x="28999" y="2729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53A8FECB-E34A-4439-83AB-83B58BAC8554}"/>
                </a:ext>
              </a:extLst>
            </p:cNvPr>
            <p:cNvSpPr/>
            <p:nvPr/>
          </p:nvSpPr>
          <p:spPr>
            <a:xfrm>
              <a:off x="12404332" y="7866217"/>
              <a:ext cx="75581" cy="226744"/>
            </a:xfrm>
            <a:custGeom>
              <a:avLst/>
              <a:gdLst>
                <a:gd name="connsiteX0" fmla="*/ 30704 w 34116"/>
                <a:gd name="connsiteY0" fmla="*/ 25587 h 102348"/>
                <a:gd name="connsiteX1" fmla="*/ 30363 w 34116"/>
                <a:gd name="connsiteY1" fmla="*/ 95525 h 102348"/>
                <a:gd name="connsiteX2" fmla="*/ 25587 w 34116"/>
                <a:gd name="connsiteY2" fmla="*/ 97572 h 102348"/>
                <a:gd name="connsiteX3" fmla="*/ 25928 w 34116"/>
                <a:gd name="connsiteY3" fmla="*/ 27634 h 102348"/>
                <a:gd name="connsiteX4" fmla="*/ 30704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704" y="25587"/>
                  </a:moveTo>
                  <a:lnTo>
                    <a:pt x="30363" y="95525"/>
                  </a:lnTo>
                  <a:cubicBezTo>
                    <a:pt x="28998" y="96548"/>
                    <a:pt x="27293" y="97231"/>
                    <a:pt x="25587" y="97572"/>
                  </a:cubicBezTo>
                  <a:lnTo>
                    <a:pt x="25928" y="27634"/>
                  </a:lnTo>
                  <a:cubicBezTo>
                    <a:pt x="27634" y="27293"/>
                    <a:pt x="29339" y="26611"/>
                    <a:pt x="3070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E51822CE-953B-4ED7-94B5-ED0FDCD2EDED}"/>
                </a:ext>
              </a:extLst>
            </p:cNvPr>
            <p:cNvSpPr/>
            <p:nvPr/>
          </p:nvSpPr>
          <p:spPr>
            <a:xfrm>
              <a:off x="12395260" y="7871506"/>
              <a:ext cx="75581" cy="226744"/>
            </a:xfrm>
            <a:custGeom>
              <a:avLst/>
              <a:gdLst>
                <a:gd name="connsiteX0" fmla="*/ 30022 w 34116"/>
                <a:gd name="connsiteY0" fmla="*/ 25587 h 102348"/>
                <a:gd name="connsiteX1" fmla="*/ 29682 w 34116"/>
                <a:gd name="connsiteY1" fmla="*/ 95525 h 102348"/>
                <a:gd name="connsiteX2" fmla="*/ 25587 w 34116"/>
                <a:gd name="connsiteY2" fmla="*/ 96548 h 102348"/>
                <a:gd name="connsiteX3" fmla="*/ 25929 w 34116"/>
                <a:gd name="connsiteY3" fmla="*/ 26611 h 102348"/>
                <a:gd name="connsiteX4" fmla="*/ 3002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2" y="25587"/>
                  </a:moveTo>
                  <a:lnTo>
                    <a:pt x="29682" y="95525"/>
                  </a:lnTo>
                  <a:cubicBezTo>
                    <a:pt x="28317" y="95866"/>
                    <a:pt x="26952" y="96207"/>
                    <a:pt x="25587" y="96548"/>
                  </a:cubicBezTo>
                  <a:lnTo>
                    <a:pt x="25929" y="26611"/>
                  </a:lnTo>
                  <a:cubicBezTo>
                    <a:pt x="27294" y="26269"/>
                    <a:pt x="28659" y="25928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0A3078F0-EDE0-4CAD-A2F3-9952070C6AFA}"/>
                </a:ext>
              </a:extLst>
            </p:cNvPr>
            <p:cNvSpPr/>
            <p:nvPr/>
          </p:nvSpPr>
          <p:spPr>
            <a:xfrm>
              <a:off x="12389217" y="7873775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6 w 34116"/>
                <a:gd name="connsiteY1" fmla="*/ 95525 h 102348"/>
                <a:gd name="connsiteX2" fmla="*/ 25587 w 34116"/>
                <a:gd name="connsiteY2" fmla="*/ 95866 h 102348"/>
                <a:gd name="connsiteX3" fmla="*/ 25929 w 34116"/>
                <a:gd name="connsiteY3" fmla="*/ 25928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6" y="95525"/>
                  </a:lnTo>
                  <a:cubicBezTo>
                    <a:pt x="27293" y="95525"/>
                    <a:pt x="26269" y="95866"/>
                    <a:pt x="25587" y="95866"/>
                  </a:cubicBezTo>
                  <a:lnTo>
                    <a:pt x="25929" y="25928"/>
                  </a:lnTo>
                  <a:cubicBezTo>
                    <a:pt x="26611" y="25928"/>
                    <a:pt x="27634" y="25587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EE14527-51B0-403C-B356-4084B22EF786}"/>
                </a:ext>
              </a:extLst>
            </p:cNvPr>
            <p:cNvSpPr/>
            <p:nvPr/>
          </p:nvSpPr>
          <p:spPr>
            <a:xfrm>
              <a:off x="12383171" y="7874528"/>
              <a:ext cx="75581" cy="226744"/>
            </a:xfrm>
            <a:custGeom>
              <a:avLst/>
              <a:gdLst>
                <a:gd name="connsiteX0" fmla="*/ 28316 w 34116"/>
                <a:gd name="connsiteY0" fmla="*/ 25587 h 102348"/>
                <a:gd name="connsiteX1" fmla="*/ 27974 w 34116"/>
                <a:gd name="connsiteY1" fmla="*/ 95526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2831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5587"/>
                  </a:moveTo>
                  <a:lnTo>
                    <a:pt x="27974" y="95526"/>
                  </a:lnTo>
                  <a:cubicBezTo>
                    <a:pt x="27293" y="95526"/>
                    <a:pt x="26269" y="95526"/>
                    <a:pt x="25587" y="95526"/>
                  </a:cubicBezTo>
                  <a:lnTo>
                    <a:pt x="25928" y="25587"/>
                  </a:lnTo>
                  <a:cubicBezTo>
                    <a:pt x="26951" y="25587"/>
                    <a:pt x="27634" y="25587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808A9183-DE1F-4B4C-A9BB-36DC70252A6B}"/>
                </a:ext>
              </a:extLst>
            </p:cNvPr>
            <p:cNvSpPr/>
            <p:nvPr/>
          </p:nvSpPr>
          <p:spPr>
            <a:xfrm>
              <a:off x="12377878" y="7874528"/>
              <a:ext cx="75581" cy="226744"/>
            </a:xfrm>
            <a:custGeom>
              <a:avLst/>
              <a:gdLst>
                <a:gd name="connsiteX0" fmla="*/ 28316 w 34116"/>
                <a:gd name="connsiteY0" fmla="*/ 25587 h 102348"/>
                <a:gd name="connsiteX1" fmla="*/ 27976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31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5587"/>
                  </a:moveTo>
                  <a:lnTo>
                    <a:pt x="27976" y="95526"/>
                  </a:lnTo>
                  <a:cubicBezTo>
                    <a:pt x="27293" y="95526"/>
                    <a:pt x="26611" y="95526"/>
                    <a:pt x="25587" y="95526"/>
                  </a:cubicBezTo>
                  <a:lnTo>
                    <a:pt x="25929" y="25587"/>
                  </a:lnTo>
                  <a:cubicBezTo>
                    <a:pt x="26952" y="25929"/>
                    <a:pt x="27634" y="25929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0ED450D4-B6C5-4649-9164-FD9FCE742562}"/>
                </a:ext>
              </a:extLst>
            </p:cNvPr>
            <p:cNvSpPr/>
            <p:nvPr/>
          </p:nvSpPr>
          <p:spPr>
            <a:xfrm>
              <a:off x="12374099" y="7874528"/>
              <a:ext cx="75581" cy="226744"/>
            </a:xfrm>
            <a:custGeom>
              <a:avLst/>
              <a:gdLst>
                <a:gd name="connsiteX0" fmla="*/ 27976 w 34116"/>
                <a:gd name="connsiteY0" fmla="*/ 25587 h 102348"/>
                <a:gd name="connsiteX1" fmla="*/ 27635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797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6" y="25587"/>
                  </a:moveTo>
                  <a:lnTo>
                    <a:pt x="27635" y="95526"/>
                  </a:lnTo>
                  <a:cubicBezTo>
                    <a:pt x="26952" y="95526"/>
                    <a:pt x="26270" y="95526"/>
                    <a:pt x="25587" y="95526"/>
                  </a:cubicBezTo>
                  <a:lnTo>
                    <a:pt x="25929" y="25587"/>
                  </a:lnTo>
                  <a:cubicBezTo>
                    <a:pt x="26270" y="25587"/>
                    <a:pt x="27294" y="25587"/>
                    <a:pt x="2797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4D3FBB5-6D47-47F7-A821-B2C39D8613A9}"/>
                </a:ext>
              </a:extLst>
            </p:cNvPr>
            <p:cNvSpPr/>
            <p:nvPr/>
          </p:nvSpPr>
          <p:spPr>
            <a:xfrm>
              <a:off x="12368811" y="7873775"/>
              <a:ext cx="75581" cy="226744"/>
            </a:xfrm>
            <a:custGeom>
              <a:avLst/>
              <a:gdLst>
                <a:gd name="connsiteX0" fmla="*/ 27974 w 34116"/>
                <a:gd name="connsiteY0" fmla="*/ 25928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7974 w 34116"/>
                <a:gd name="connsiteY4" fmla="*/ 2592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928"/>
                  </a:moveTo>
                  <a:lnTo>
                    <a:pt x="27634" y="95866"/>
                  </a:lnTo>
                  <a:cubicBezTo>
                    <a:pt x="26951" y="95866"/>
                    <a:pt x="26269" y="95866"/>
                    <a:pt x="25587" y="95525"/>
                  </a:cubicBezTo>
                  <a:lnTo>
                    <a:pt x="25928" y="25587"/>
                  </a:lnTo>
                  <a:cubicBezTo>
                    <a:pt x="26611" y="25928"/>
                    <a:pt x="27293" y="25928"/>
                    <a:pt x="27974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2A69D3BE-FBCC-47AA-9E98-77AF1466AC84}"/>
                </a:ext>
              </a:extLst>
            </p:cNvPr>
            <p:cNvSpPr/>
            <p:nvPr/>
          </p:nvSpPr>
          <p:spPr>
            <a:xfrm>
              <a:off x="12364276" y="7873017"/>
              <a:ext cx="75581" cy="226744"/>
            </a:xfrm>
            <a:custGeom>
              <a:avLst/>
              <a:gdLst>
                <a:gd name="connsiteX0" fmla="*/ 27974 w 34116"/>
                <a:gd name="connsiteY0" fmla="*/ 25929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7974 w 34116"/>
                <a:gd name="connsiteY4" fmla="*/ 2592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929"/>
                  </a:moveTo>
                  <a:lnTo>
                    <a:pt x="27634" y="95866"/>
                  </a:lnTo>
                  <a:cubicBezTo>
                    <a:pt x="26951" y="95866"/>
                    <a:pt x="26269" y="95525"/>
                    <a:pt x="25587" y="95525"/>
                  </a:cubicBezTo>
                  <a:lnTo>
                    <a:pt x="25928" y="25587"/>
                  </a:lnTo>
                  <a:cubicBezTo>
                    <a:pt x="26611" y="25929"/>
                    <a:pt x="27293" y="25929"/>
                    <a:pt x="27974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062E5D5-57A7-412A-A9F2-26240164FA0B}"/>
                </a:ext>
              </a:extLst>
            </p:cNvPr>
            <p:cNvSpPr/>
            <p:nvPr/>
          </p:nvSpPr>
          <p:spPr>
            <a:xfrm>
              <a:off x="12358982" y="7871506"/>
              <a:ext cx="75581" cy="226744"/>
            </a:xfrm>
            <a:custGeom>
              <a:avLst/>
              <a:gdLst>
                <a:gd name="connsiteX0" fmla="*/ 28316 w 34116"/>
                <a:gd name="connsiteY0" fmla="*/ 26269 h 102348"/>
                <a:gd name="connsiteX1" fmla="*/ 27976 w 34116"/>
                <a:gd name="connsiteY1" fmla="*/ 96207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316 w 34116"/>
                <a:gd name="connsiteY4" fmla="*/ 2626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6269"/>
                  </a:moveTo>
                  <a:lnTo>
                    <a:pt x="27976" y="96207"/>
                  </a:lnTo>
                  <a:cubicBezTo>
                    <a:pt x="27293" y="96207"/>
                    <a:pt x="26611" y="95866"/>
                    <a:pt x="25587" y="95525"/>
                  </a:cubicBezTo>
                  <a:lnTo>
                    <a:pt x="25929" y="25587"/>
                  </a:lnTo>
                  <a:cubicBezTo>
                    <a:pt x="26611" y="25928"/>
                    <a:pt x="27634" y="26269"/>
                    <a:pt x="28316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D800E0DA-56D2-4B17-9F01-DE35D9BD7086}"/>
                </a:ext>
              </a:extLst>
            </p:cNvPr>
            <p:cNvSpPr/>
            <p:nvPr/>
          </p:nvSpPr>
          <p:spPr>
            <a:xfrm>
              <a:off x="12352935" y="7869994"/>
              <a:ext cx="75581" cy="226744"/>
            </a:xfrm>
            <a:custGeom>
              <a:avLst/>
              <a:gdLst>
                <a:gd name="connsiteX0" fmla="*/ 28659 w 34116"/>
                <a:gd name="connsiteY0" fmla="*/ 26611 h 102348"/>
                <a:gd name="connsiteX1" fmla="*/ 28317 w 34116"/>
                <a:gd name="connsiteY1" fmla="*/ 96549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659 w 34116"/>
                <a:gd name="connsiteY4" fmla="*/ 2661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9" y="26611"/>
                  </a:moveTo>
                  <a:lnTo>
                    <a:pt x="28317" y="96549"/>
                  </a:lnTo>
                  <a:cubicBezTo>
                    <a:pt x="27294" y="96208"/>
                    <a:pt x="26611" y="95866"/>
                    <a:pt x="25587" y="95526"/>
                  </a:cubicBezTo>
                  <a:lnTo>
                    <a:pt x="25929" y="25587"/>
                  </a:lnTo>
                  <a:cubicBezTo>
                    <a:pt x="26952" y="25929"/>
                    <a:pt x="27976" y="26270"/>
                    <a:pt x="28659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2CA0F99-6781-4A86-B4BE-15B8F14C94C8}"/>
                </a:ext>
              </a:extLst>
            </p:cNvPr>
            <p:cNvSpPr/>
            <p:nvPr/>
          </p:nvSpPr>
          <p:spPr>
            <a:xfrm>
              <a:off x="12346891" y="7866971"/>
              <a:ext cx="75581" cy="226744"/>
            </a:xfrm>
            <a:custGeom>
              <a:avLst/>
              <a:gdLst>
                <a:gd name="connsiteX0" fmla="*/ 28999 w 34116"/>
                <a:gd name="connsiteY0" fmla="*/ 26951 h 102348"/>
                <a:gd name="connsiteX1" fmla="*/ 28657 w 34116"/>
                <a:gd name="connsiteY1" fmla="*/ 96890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999 w 34116"/>
                <a:gd name="connsiteY4" fmla="*/ 2695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999" y="26951"/>
                  </a:moveTo>
                  <a:lnTo>
                    <a:pt x="28657" y="96890"/>
                  </a:lnTo>
                  <a:cubicBezTo>
                    <a:pt x="27634" y="96548"/>
                    <a:pt x="26611" y="95866"/>
                    <a:pt x="25587" y="95525"/>
                  </a:cubicBezTo>
                  <a:lnTo>
                    <a:pt x="25929" y="25587"/>
                  </a:lnTo>
                  <a:cubicBezTo>
                    <a:pt x="26611" y="25928"/>
                    <a:pt x="27634" y="26611"/>
                    <a:pt x="28999" y="269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CA883402-6350-4E18-BAF7-177734F99147}"/>
                </a:ext>
              </a:extLst>
            </p:cNvPr>
            <p:cNvSpPr/>
            <p:nvPr/>
          </p:nvSpPr>
          <p:spPr>
            <a:xfrm>
              <a:off x="12666599" y="7810286"/>
              <a:ext cx="75581" cy="377906"/>
            </a:xfrm>
            <a:custGeom>
              <a:avLst/>
              <a:gdLst>
                <a:gd name="connsiteX0" fmla="*/ 26269 w 34116"/>
                <a:gd name="connsiteY0" fmla="*/ 78125 h 170580"/>
                <a:gd name="connsiteX1" fmla="*/ 25928 w 34116"/>
                <a:gd name="connsiteY1" fmla="*/ 148064 h 170580"/>
                <a:gd name="connsiteX2" fmla="*/ 25587 w 34116"/>
                <a:gd name="connsiteY2" fmla="*/ 95525 h 170580"/>
                <a:gd name="connsiteX3" fmla="*/ 25928 w 34116"/>
                <a:gd name="connsiteY3" fmla="*/ 25587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70580">
                  <a:moveTo>
                    <a:pt x="26269" y="78125"/>
                  </a:moveTo>
                  <a:lnTo>
                    <a:pt x="25928" y="148064"/>
                  </a:lnTo>
                  <a:lnTo>
                    <a:pt x="25587" y="95525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A3190225-AD9E-4E6F-BCCE-75586D5CF15D}"/>
                </a:ext>
              </a:extLst>
            </p:cNvPr>
            <p:cNvSpPr/>
            <p:nvPr/>
          </p:nvSpPr>
          <p:spPr>
            <a:xfrm>
              <a:off x="13026365" y="7926679"/>
              <a:ext cx="75581" cy="226744"/>
            </a:xfrm>
            <a:custGeom>
              <a:avLst/>
              <a:gdLst>
                <a:gd name="connsiteX0" fmla="*/ 25587 w 34116"/>
                <a:gd name="connsiteY0" fmla="*/ 25587 h 102348"/>
                <a:gd name="connsiteX1" fmla="*/ 25587 w 34116"/>
                <a:gd name="connsiteY1" fmla="*/ 95526 h 102348"/>
                <a:gd name="connsiteX2" fmla="*/ 25587 w 34116"/>
                <a:gd name="connsiteY2" fmla="*/ 95866 h 102348"/>
                <a:gd name="connsiteX3" fmla="*/ 25587 w 34116"/>
                <a:gd name="connsiteY3" fmla="*/ 25929 h 102348"/>
                <a:gd name="connsiteX4" fmla="*/ 2558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587" y="25587"/>
                  </a:moveTo>
                  <a:lnTo>
                    <a:pt x="25587" y="95526"/>
                  </a:lnTo>
                  <a:lnTo>
                    <a:pt x="25587" y="95866"/>
                  </a:lnTo>
                  <a:lnTo>
                    <a:pt x="25587" y="25929"/>
                  </a:lnTo>
                  <a:lnTo>
                    <a:pt x="25587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D0A7752A-7C6A-4C40-AE9B-A5DE86C2389C}"/>
                </a:ext>
              </a:extLst>
            </p:cNvPr>
            <p:cNvSpPr/>
            <p:nvPr/>
          </p:nvSpPr>
          <p:spPr>
            <a:xfrm>
              <a:off x="13025609" y="7927437"/>
              <a:ext cx="75581" cy="226744"/>
            </a:xfrm>
            <a:custGeom>
              <a:avLst/>
              <a:gdLst>
                <a:gd name="connsiteX0" fmla="*/ 25928 w 34116"/>
                <a:gd name="connsiteY0" fmla="*/ 25587 h 102348"/>
                <a:gd name="connsiteX1" fmla="*/ 25587 w 34116"/>
                <a:gd name="connsiteY1" fmla="*/ 95525 h 102348"/>
                <a:gd name="connsiteX2" fmla="*/ 25587 w 34116"/>
                <a:gd name="connsiteY2" fmla="*/ 96890 h 102348"/>
                <a:gd name="connsiteX3" fmla="*/ 25928 w 34116"/>
                <a:gd name="connsiteY3" fmla="*/ 26952 h 102348"/>
                <a:gd name="connsiteX4" fmla="*/ 259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5928" y="25587"/>
                  </a:moveTo>
                  <a:lnTo>
                    <a:pt x="25587" y="95525"/>
                  </a:lnTo>
                  <a:cubicBezTo>
                    <a:pt x="25587" y="95866"/>
                    <a:pt x="25587" y="96548"/>
                    <a:pt x="25587" y="96890"/>
                  </a:cubicBezTo>
                  <a:lnTo>
                    <a:pt x="25928" y="26952"/>
                  </a:lnTo>
                  <a:cubicBezTo>
                    <a:pt x="25928" y="26611"/>
                    <a:pt x="25928" y="25929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BBC503E-6B11-4178-9271-EB93DDD019E8}"/>
                </a:ext>
              </a:extLst>
            </p:cNvPr>
            <p:cNvSpPr/>
            <p:nvPr/>
          </p:nvSpPr>
          <p:spPr>
            <a:xfrm>
              <a:off x="13024853" y="7930460"/>
              <a:ext cx="75581" cy="226744"/>
            </a:xfrm>
            <a:custGeom>
              <a:avLst/>
              <a:gdLst>
                <a:gd name="connsiteX0" fmla="*/ 26269 w 34116"/>
                <a:gd name="connsiteY0" fmla="*/ 25587 h 102348"/>
                <a:gd name="connsiteX1" fmla="*/ 25929 w 34116"/>
                <a:gd name="connsiteY1" fmla="*/ 95525 h 102348"/>
                <a:gd name="connsiteX2" fmla="*/ 25587 w 34116"/>
                <a:gd name="connsiteY2" fmla="*/ 96890 h 102348"/>
                <a:gd name="connsiteX3" fmla="*/ 25929 w 34116"/>
                <a:gd name="connsiteY3" fmla="*/ 26951 h 102348"/>
                <a:gd name="connsiteX4" fmla="*/ 262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269" y="25587"/>
                  </a:moveTo>
                  <a:lnTo>
                    <a:pt x="25929" y="95525"/>
                  </a:lnTo>
                  <a:cubicBezTo>
                    <a:pt x="25929" y="95866"/>
                    <a:pt x="25587" y="96207"/>
                    <a:pt x="25587" y="96890"/>
                  </a:cubicBezTo>
                  <a:lnTo>
                    <a:pt x="25929" y="26951"/>
                  </a:lnTo>
                  <a:cubicBezTo>
                    <a:pt x="25929" y="26269"/>
                    <a:pt x="26269" y="25928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D6705834-4890-4CCC-A52D-B683FCCB8939}"/>
                </a:ext>
              </a:extLst>
            </p:cNvPr>
            <p:cNvSpPr/>
            <p:nvPr/>
          </p:nvSpPr>
          <p:spPr>
            <a:xfrm>
              <a:off x="13023343" y="7933483"/>
              <a:ext cx="75581" cy="226744"/>
            </a:xfrm>
            <a:custGeom>
              <a:avLst/>
              <a:gdLst>
                <a:gd name="connsiteX0" fmla="*/ 26611 w 34116"/>
                <a:gd name="connsiteY0" fmla="*/ 25587 h 102348"/>
                <a:gd name="connsiteX1" fmla="*/ 26269 w 34116"/>
                <a:gd name="connsiteY1" fmla="*/ 95526 h 102348"/>
                <a:gd name="connsiteX2" fmla="*/ 25587 w 34116"/>
                <a:gd name="connsiteY2" fmla="*/ 96891 h 102348"/>
                <a:gd name="connsiteX3" fmla="*/ 25928 w 34116"/>
                <a:gd name="connsiteY3" fmla="*/ 26952 h 102348"/>
                <a:gd name="connsiteX4" fmla="*/ 2661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611" y="25587"/>
                  </a:moveTo>
                  <a:lnTo>
                    <a:pt x="26269" y="95526"/>
                  </a:lnTo>
                  <a:cubicBezTo>
                    <a:pt x="26269" y="95866"/>
                    <a:pt x="25928" y="96208"/>
                    <a:pt x="25587" y="96891"/>
                  </a:cubicBezTo>
                  <a:lnTo>
                    <a:pt x="25928" y="26952"/>
                  </a:lnTo>
                  <a:cubicBezTo>
                    <a:pt x="26269" y="26270"/>
                    <a:pt x="26611" y="2592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490C2004-BFBA-4CA5-9D7C-0161C7D46EE3}"/>
                </a:ext>
              </a:extLst>
            </p:cNvPr>
            <p:cNvSpPr/>
            <p:nvPr/>
          </p:nvSpPr>
          <p:spPr>
            <a:xfrm>
              <a:off x="13021074" y="7935748"/>
              <a:ext cx="75581" cy="226744"/>
            </a:xfrm>
            <a:custGeom>
              <a:avLst/>
              <a:gdLst>
                <a:gd name="connsiteX0" fmla="*/ 26951 w 34116"/>
                <a:gd name="connsiteY0" fmla="*/ 25587 h 102348"/>
                <a:gd name="connsiteX1" fmla="*/ 26611 w 34116"/>
                <a:gd name="connsiteY1" fmla="*/ 95526 h 102348"/>
                <a:gd name="connsiteX2" fmla="*/ 25587 w 34116"/>
                <a:gd name="connsiteY2" fmla="*/ 96891 h 102348"/>
                <a:gd name="connsiteX3" fmla="*/ 25928 w 34116"/>
                <a:gd name="connsiteY3" fmla="*/ 26952 h 102348"/>
                <a:gd name="connsiteX4" fmla="*/ 2695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1" y="25587"/>
                  </a:moveTo>
                  <a:lnTo>
                    <a:pt x="26611" y="95526"/>
                  </a:lnTo>
                  <a:cubicBezTo>
                    <a:pt x="26269" y="95867"/>
                    <a:pt x="25928" y="96549"/>
                    <a:pt x="25587" y="96891"/>
                  </a:cubicBezTo>
                  <a:lnTo>
                    <a:pt x="25928" y="26952"/>
                  </a:lnTo>
                  <a:cubicBezTo>
                    <a:pt x="26611" y="26611"/>
                    <a:pt x="26951" y="26270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EA0A449E-F2AE-4A4A-A935-EBEBB5CD8586}"/>
                </a:ext>
              </a:extLst>
            </p:cNvPr>
            <p:cNvSpPr/>
            <p:nvPr/>
          </p:nvSpPr>
          <p:spPr>
            <a:xfrm>
              <a:off x="13018805" y="7938773"/>
              <a:ext cx="75581" cy="226744"/>
            </a:xfrm>
            <a:custGeom>
              <a:avLst/>
              <a:gdLst>
                <a:gd name="connsiteX0" fmla="*/ 27294 w 34116"/>
                <a:gd name="connsiteY0" fmla="*/ 25587 h 102348"/>
                <a:gd name="connsiteX1" fmla="*/ 26952 w 34116"/>
                <a:gd name="connsiteY1" fmla="*/ 95526 h 102348"/>
                <a:gd name="connsiteX2" fmla="*/ 25587 w 34116"/>
                <a:gd name="connsiteY2" fmla="*/ 96890 h 102348"/>
                <a:gd name="connsiteX3" fmla="*/ 25929 w 34116"/>
                <a:gd name="connsiteY3" fmla="*/ 26952 h 102348"/>
                <a:gd name="connsiteX4" fmla="*/ 27294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4" y="25587"/>
                  </a:moveTo>
                  <a:lnTo>
                    <a:pt x="26952" y="95526"/>
                  </a:lnTo>
                  <a:cubicBezTo>
                    <a:pt x="26612" y="95866"/>
                    <a:pt x="26270" y="96549"/>
                    <a:pt x="25587" y="96890"/>
                  </a:cubicBezTo>
                  <a:lnTo>
                    <a:pt x="25929" y="26952"/>
                  </a:lnTo>
                  <a:cubicBezTo>
                    <a:pt x="26270" y="26611"/>
                    <a:pt x="26952" y="26270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E91CD262-6018-416A-A09E-A9DA61270165}"/>
                </a:ext>
              </a:extLst>
            </p:cNvPr>
            <p:cNvSpPr/>
            <p:nvPr/>
          </p:nvSpPr>
          <p:spPr>
            <a:xfrm>
              <a:off x="13012760" y="7941798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6 w 34116"/>
                <a:gd name="connsiteY1" fmla="*/ 95525 h 102348"/>
                <a:gd name="connsiteX2" fmla="*/ 25587 w 34116"/>
                <a:gd name="connsiteY2" fmla="*/ 97572 h 102348"/>
                <a:gd name="connsiteX3" fmla="*/ 25929 w 34116"/>
                <a:gd name="connsiteY3" fmla="*/ 27634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6" y="95525"/>
                  </a:lnTo>
                  <a:cubicBezTo>
                    <a:pt x="27634" y="96208"/>
                    <a:pt x="26611" y="96890"/>
                    <a:pt x="25587" y="97572"/>
                  </a:cubicBezTo>
                  <a:lnTo>
                    <a:pt x="25929" y="27634"/>
                  </a:lnTo>
                  <a:cubicBezTo>
                    <a:pt x="26952" y="26952"/>
                    <a:pt x="27634" y="26269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E84A9639-0D77-415F-90ED-E5140E1E0DA1}"/>
                </a:ext>
              </a:extLst>
            </p:cNvPr>
            <p:cNvSpPr/>
            <p:nvPr/>
          </p:nvSpPr>
          <p:spPr>
            <a:xfrm>
              <a:off x="13001424" y="7946331"/>
              <a:ext cx="75581" cy="226744"/>
            </a:xfrm>
            <a:custGeom>
              <a:avLst/>
              <a:gdLst>
                <a:gd name="connsiteX0" fmla="*/ 31046 w 34116"/>
                <a:gd name="connsiteY0" fmla="*/ 25587 h 102348"/>
                <a:gd name="connsiteX1" fmla="*/ 30704 w 34116"/>
                <a:gd name="connsiteY1" fmla="*/ 95525 h 102348"/>
                <a:gd name="connsiteX2" fmla="*/ 25587 w 34116"/>
                <a:gd name="connsiteY2" fmla="*/ 97913 h 102348"/>
                <a:gd name="connsiteX3" fmla="*/ 25929 w 34116"/>
                <a:gd name="connsiteY3" fmla="*/ 27976 h 102348"/>
                <a:gd name="connsiteX4" fmla="*/ 3104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1046" y="25587"/>
                  </a:moveTo>
                  <a:lnTo>
                    <a:pt x="30704" y="95525"/>
                  </a:lnTo>
                  <a:cubicBezTo>
                    <a:pt x="29339" y="96548"/>
                    <a:pt x="27634" y="97231"/>
                    <a:pt x="25587" y="97913"/>
                  </a:cubicBezTo>
                  <a:lnTo>
                    <a:pt x="25929" y="27976"/>
                  </a:lnTo>
                  <a:cubicBezTo>
                    <a:pt x="27634" y="27293"/>
                    <a:pt x="29339" y="26611"/>
                    <a:pt x="3104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F24270C-CD5E-46DB-B24C-C711DB12E96C}"/>
                </a:ext>
              </a:extLst>
            </p:cNvPr>
            <p:cNvSpPr/>
            <p:nvPr/>
          </p:nvSpPr>
          <p:spPr>
            <a:xfrm>
              <a:off x="12992353" y="7951623"/>
              <a:ext cx="75581" cy="226744"/>
            </a:xfrm>
            <a:custGeom>
              <a:avLst/>
              <a:gdLst>
                <a:gd name="connsiteX0" fmla="*/ 30022 w 34116"/>
                <a:gd name="connsiteY0" fmla="*/ 25587 h 102348"/>
                <a:gd name="connsiteX1" fmla="*/ 29681 w 34116"/>
                <a:gd name="connsiteY1" fmla="*/ 95525 h 102348"/>
                <a:gd name="connsiteX2" fmla="*/ 25587 w 34116"/>
                <a:gd name="connsiteY2" fmla="*/ 96548 h 102348"/>
                <a:gd name="connsiteX3" fmla="*/ 25928 w 34116"/>
                <a:gd name="connsiteY3" fmla="*/ 26611 h 102348"/>
                <a:gd name="connsiteX4" fmla="*/ 30022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2" y="25587"/>
                  </a:moveTo>
                  <a:lnTo>
                    <a:pt x="29681" y="95525"/>
                  </a:lnTo>
                  <a:cubicBezTo>
                    <a:pt x="28316" y="95866"/>
                    <a:pt x="26951" y="96207"/>
                    <a:pt x="25587" y="96548"/>
                  </a:cubicBezTo>
                  <a:lnTo>
                    <a:pt x="25928" y="26611"/>
                  </a:lnTo>
                  <a:cubicBezTo>
                    <a:pt x="27293" y="26269"/>
                    <a:pt x="28657" y="25928"/>
                    <a:pt x="3002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BCB87795-953B-46F8-BBA5-96AC97EE8519}"/>
                </a:ext>
              </a:extLst>
            </p:cNvPr>
            <p:cNvSpPr/>
            <p:nvPr/>
          </p:nvSpPr>
          <p:spPr>
            <a:xfrm>
              <a:off x="12986306" y="7953891"/>
              <a:ext cx="75581" cy="226744"/>
            </a:xfrm>
            <a:custGeom>
              <a:avLst/>
              <a:gdLst>
                <a:gd name="connsiteX0" fmla="*/ 28657 w 34116"/>
                <a:gd name="connsiteY0" fmla="*/ 25587 h 102348"/>
                <a:gd name="connsiteX1" fmla="*/ 28317 w 34116"/>
                <a:gd name="connsiteY1" fmla="*/ 95525 h 102348"/>
                <a:gd name="connsiteX2" fmla="*/ 25587 w 34116"/>
                <a:gd name="connsiteY2" fmla="*/ 95866 h 102348"/>
                <a:gd name="connsiteX3" fmla="*/ 25929 w 34116"/>
                <a:gd name="connsiteY3" fmla="*/ 25928 h 102348"/>
                <a:gd name="connsiteX4" fmla="*/ 28657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5587"/>
                  </a:moveTo>
                  <a:lnTo>
                    <a:pt x="28317" y="95525"/>
                  </a:lnTo>
                  <a:cubicBezTo>
                    <a:pt x="27294" y="95525"/>
                    <a:pt x="26611" y="95866"/>
                    <a:pt x="25587" y="95866"/>
                  </a:cubicBezTo>
                  <a:lnTo>
                    <a:pt x="25929" y="25928"/>
                  </a:lnTo>
                  <a:cubicBezTo>
                    <a:pt x="26611" y="25928"/>
                    <a:pt x="27634" y="25587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BAD211E-4E4F-442C-B657-80A28C6C3707}"/>
                </a:ext>
              </a:extLst>
            </p:cNvPr>
            <p:cNvSpPr/>
            <p:nvPr/>
          </p:nvSpPr>
          <p:spPr>
            <a:xfrm>
              <a:off x="12980260" y="7954644"/>
              <a:ext cx="75581" cy="226744"/>
            </a:xfrm>
            <a:custGeom>
              <a:avLst/>
              <a:gdLst>
                <a:gd name="connsiteX0" fmla="*/ 28316 w 34116"/>
                <a:gd name="connsiteY0" fmla="*/ 25587 h 102348"/>
                <a:gd name="connsiteX1" fmla="*/ 27976 w 34116"/>
                <a:gd name="connsiteY1" fmla="*/ 95526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28316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6" y="25587"/>
                  </a:moveTo>
                  <a:lnTo>
                    <a:pt x="27976" y="95526"/>
                  </a:lnTo>
                  <a:cubicBezTo>
                    <a:pt x="27293" y="95526"/>
                    <a:pt x="26269" y="95526"/>
                    <a:pt x="25587" y="95526"/>
                  </a:cubicBezTo>
                  <a:lnTo>
                    <a:pt x="25928" y="25587"/>
                  </a:lnTo>
                  <a:cubicBezTo>
                    <a:pt x="26952" y="25587"/>
                    <a:pt x="27634" y="25587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012A0D7-B2C5-4D46-8EEE-C3022D832A87}"/>
                </a:ext>
              </a:extLst>
            </p:cNvPr>
            <p:cNvSpPr/>
            <p:nvPr/>
          </p:nvSpPr>
          <p:spPr>
            <a:xfrm>
              <a:off x="12977237" y="7955402"/>
              <a:ext cx="75581" cy="226744"/>
            </a:xfrm>
            <a:custGeom>
              <a:avLst/>
              <a:gdLst>
                <a:gd name="connsiteX0" fmla="*/ 27293 w 34116"/>
                <a:gd name="connsiteY0" fmla="*/ 25587 h 102348"/>
                <a:gd name="connsiteX1" fmla="*/ 26952 w 34116"/>
                <a:gd name="connsiteY1" fmla="*/ 95526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729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293" y="25587"/>
                  </a:moveTo>
                  <a:lnTo>
                    <a:pt x="26952" y="95526"/>
                  </a:lnTo>
                  <a:cubicBezTo>
                    <a:pt x="26611" y="95526"/>
                    <a:pt x="25929" y="95526"/>
                    <a:pt x="25587" y="95526"/>
                  </a:cubicBezTo>
                  <a:lnTo>
                    <a:pt x="25929" y="25587"/>
                  </a:lnTo>
                  <a:cubicBezTo>
                    <a:pt x="26611" y="25587"/>
                    <a:pt x="26952" y="25587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DE7E5126-35AF-428A-8A25-2389D1E38368}"/>
                </a:ext>
              </a:extLst>
            </p:cNvPr>
            <p:cNvSpPr/>
            <p:nvPr/>
          </p:nvSpPr>
          <p:spPr>
            <a:xfrm>
              <a:off x="12716480" y="7955402"/>
              <a:ext cx="302325" cy="226744"/>
            </a:xfrm>
            <a:custGeom>
              <a:avLst/>
              <a:gdLst>
                <a:gd name="connsiteX0" fmla="*/ 143630 w 136464"/>
                <a:gd name="connsiteY0" fmla="*/ 25587 h 102348"/>
                <a:gd name="connsiteX1" fmla="*/ 143630 w 136464"/>
                <a:gd name="connsiteY1" fmla="*/ 95526 h 102348"/>
                <a:gd name="connsiteX2" fmla="*/ 25587 w 136464"/>
                <a:gd name="connsiteY2" fmla="*/ 95526 h 102348"/>
                <a:gd name="connsiteX3" fmla="*/ 25587 w 136464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64" h="102348">
                  <a:moveTo>
                    <a:pt x="143630" y="25587"/>
                  </a:moveTo>
                  <a:lnTo>
                    <a:pt x="143630" y="95526"/>
                  </a:lnTo>
                  <a:lnTo>
                    <a:pt x="25587" y="95526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9FF218E3-545D-4DCB-B6A3-FFB13A69D50C}"/>
                </a:ext>
              </a:extLst>
            </p:cNvPr>
            <p:cNvSpPr/>
            <p:nvPr/>
          </p:nvSpPr>
          <p:spPr>
            <a:xfrm>
              <a:off x="12713459" y="7955402"/>
              <a:ext cx="75581" cy="226744"/>
            </a:xfrm>
            <a:custGeom>
              <a:avLst/>
              <a:gdLst>
                <a:gd name="connsiteX0" fmla="*/ 26951 w 34116"/>
                <a:gd name="connsiteY0" fmla="*/ 25587 h 102348"/>
                <a:gd name="connsiteX1" fmla="*/ 26611 w 34116"/>
                <a:gd name="connsiteY1" fmla="*/ 95526 h 102348"/>
                <a:gd name="connsiteX2" fmla="*/ 25587 w 34116"/>
                <a:gd name="connsiteY2" fmla="*/ 95526 h 102348"/>
                <a:gd name="connsiteX3" fmla="*/ 25928 w 34116"/>
                <a:gd name="connsiteY3" fmla="*/ 25587 h 102348"/>
                <a:gd name="connsiteX4" fmla="*/ 2695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6951" y="25587"/>
                  </a:moveTo>
                  <a:lnTo>
                    <a:pt x="26611" y="95526"/>
                  </a:lnTo>
                  <a:cubicBezTo>
                    <a:pt x="26269" y="95526"/>
                    <a:pt x="25928" y="95526"/>
                    <a:pt x="25587" y="95526"/>
                  </a:cubicBezTo>
                  <a:lnTo>
                    <a:pt x="25928" y="25587"/>
                  </a:lnTo>
                  <a:cubicBezTo>
                    <a:pt x="26269" y="25587"/>
                    <a:pt x="26611" y="25587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92FB4951-703A-47E0-A113-CED3018E72E4}"/>
                </a:ext>
              </a:extLst>
            </p:cNvPr>
            <p:cNvSpPr/>
            <p:nvPr/>
          </p:nvSpPr>
          <p:spPr>
            <a:xfrm>
              <a:off x="12708924" y="7955066"/>
              <a:ext cx="75581" cy="226744"/>
            </a:xfrm>
            <a:custGeom>
              <a:avLst/>
              <a:gdLst>
                <a:gd name="connsiteX0" fmla="*/ 27974 w 34116"/>
                <a:gd name="connsiteY0" fmla="*/ 25739 h 102348"/>
                <a:gd name="connsiteX1" fmla="*/ 27634 w 34116"/>
                <a:gd name="connsiteY1" fmla="*/ 95678 h 102348"/>
                <a:gd name="connsiteX2" fmla="*/ 25587 w 34116"/>
                <a:gd name="connsiteY2" fmla="*/ 95678 h 102348"/>
                <a:gd name="connsiteX3" fmla="*/ 25928 w 34116"/>
                <a:gd name="connsiteY3" fmla="*/ 25739 h 102348"/>
                <a:gd name="connsiteX4" fmla="*/ 27974 w 34116"/>
                <a:gd name="connsiteY4" fmla="*/ 2573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739"/>
                  </a:moveTo>
                  <a:lnTo>
                    <a:pt x="27634" y="95678"/>
                  </a:lnTo>
                  <a:cubicBezTo>
                    <a:pt x="26951" y="95678"/>
                    <a:pt x="26269" y="95678"/>
                    <a:pt x="25587" y="95678"/>
                  </a:cubicBezTo>
                  <a:lnTo>
                    <a:pt x="25928" y="25739"/>
                  </a:lnTo>
                  <a:cubicBezTo>
                    <a:pt x="26611" y="25397"/>
                    <a:pt x="27293" y="25739"/>
                    <a:pt x="27974" y="257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2DD9FAEE-1196-4B19-BAA0-D0137E81478D}"/>
                </a:ext>
              </a:extLst>
            </p:cNvPr>
            <p:cNvSpPr/>
            <p:nvPr/>
          </p:nvSpPr>
          <p:spPr>
            <a:xfrm>
              <a:off x="12704389" y="7953891"/>
              <a:ext cx="75581" cy="226744"/>
            </a:xfrm>
            <a:custGeom>
              <a:avLst/>
              <a:gdLst>
                <a:gd name="connsiteX0" fmla="*/ 27974 w 34116"/>
                <a:gd name="connsiteY0" fmla="*/ 25928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7974 w 34116"/>
                <a:gd name="connsiteY4" fmla="*/ 2592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928"/>
                  </a:moveTo>
                  <a:lnTo>
                    <a:pt x="27634" y="95866"/>
                  </a:lnTo>
                  <a:cubicBezTo>
                    <a:pt x="26951" y="95866"/>
                    <a:pt x="26269" y="95866"/>
                    <a:pt x="25587" y="95525"/>
                  </a:cubicBezTo>
                  <a:lnTo>
                    <a:pt x="25928" y="25587"/>
                  </a:lnTo>
                  <a:cubicBezTo>
                    <a:pt x="26611" y="25928"/>
                    <a:pt x="27293" y="25928"/>
                    <a:pt x="27974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6CF9D2C6-C013-4F99-96D5-ACB92118815C}"/>
                </a:ext>
              </a:extLst>
            </p:cNvPr>
            <p:cNvSpPr/>
            <p:nvPr/>
          </p:nvSpPr>
          <p:spPr>
            <a:xfrm>
              <a:off x="12699857" y="7953891"/>
              <a:ext cx="75581" cy="226744"/>
            </a:xfrm>
            <a:custGeom>
              <a:avLst/>
              <a:gdLst>
                <a:gd name="connsiteX0" fmla="*/ 27974 w 34116"/>
                <a:gd name="connsiteY0" fmla="*/ 25928 h 102348"/>
                <a:gd name="connsiteX1" fmla="*/ 27634 w 34116"/>
                <a:gd name="connsiteY1" fmla="*/ 95866 h 102348"/>
                <a:gd name="connsiteX2" fmla="*/ 25587 w 34116"/>
                <a:gd name="connsiteY2" fmla="*/ 95525 h 102348"/>
                <a:gd name="connsiteX3" fmla="*/ 25928 w 34116"/>
                <a:gd name="connsiteY3" fmla="*/ 25587 h 102348"/>
                <a:gd name="connsiteX4" fmla="*/ 27974 w 34116"/>
                <a:gd name="connsiteY4" fmla="*/ 25928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7974" y="25928"/>
                  </a:moveTo>
                  <a:lnTo>
                    <a:pt x="27634" y="95866"/>
                  </a:lnTo>
                  <a:cubicBezTo>
                    <a:pt x="26951" y="95866"/>
                    <a:pt x="26269" y="95525"/>
                    <a:pt x="25587" y="95525"/>
                  </a:cubicBezTo>
                  <a:lnTo>
                    <a:pt x="25928" y="25587"/>
                  </a:lnTo>
                  <a:cubicBezTo>
                    <a:pt x="26269" y="25587"/>
                    <a:pt x="27293" y="25587"/>
                    <a:pt x="27974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0CF86007-63ED-44A5-B4AB-71521179960D}"/>
                </a:ext>
              </a:extLst>
            </p:cNvPr>
            <p:cNvSpPr/>
            <p:nvPr/>
          </p:nvSpPr>
          <p:spPr>
            <a:xfrm>
              <a:off x="12693807" y="7951623"/>
              <a:ext cx="75581" cy="226744"/>
            </a:xfrm>
            <a:custGeom>
              <a:avLst/>
              <a:gdLst>
                <a:gd name="connsiteX0" fmla="*/ 28317 w 34116"/>
                <a:gd name="connsiteY0" fmla="*/ 26269 h 102348"/>
                <a:gd name="connsiteX1" fmla="*/ 27976 w 34116"/>
                <a:gd name="connsiteY1" fmla="*/ 96207 h 102348"/>
                <a:gd name="connsiteX2" fmla="*/ 25587 w 34116"/>
                <a:gd name="connsiteY2" fmla="*/ 95525 h 102348"/>
                <a:gd name="connsiteX3" fmla="*/ 25929 w 34116"/>
                <a:gd name="connsiteY3" fmla="*/ 25587 h 102348"/>
                <a:gd name="connsiteX4" fmla="*/ 28317 w 34116"/>
                <a:gd name="connsiteY4" fmla="*/ 2626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317" y="26269"/>
                  </a:moveTo>
                  <a:lnTo>
                    <a:pt x="27976" y="96207"/>
                  </a:lnTo>
                  <a:cubicBezTo>
                    <a:pt x="27293" y="96207"/>
                    <a:pt x="26269" y="95866"/>
                    <a:pt x="25587" y="95525"/>
                  </a:cubicBezTo>
                  <a:lnTo>
                    <a:pt x="25929" y="25587"/>
                  </a:lnTo>
                  <a:cubicBezTo>
                    <a:pt x="26952" y="25928"/>
                    <a:pt x="27634" y="26269"/>
                    <a:pt x="28317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F2761C1D-A66A-47A4-B0C4-11A5FEF7D4D2}"/>
                </a:ext>
              </a:extLst>
            </p:cNvPr>
            <p:cNvSpPr/>
            <p:nvPr/>
          </p:nvSpPr>
          <p:spPr>
            <a:xfrm>
              <a:off x="12688516" y="7950109"/>
              <a:ext cx="75581" cy="226744"/>
            </a:xfrm>
            <a:custGeom>
              <a:avLst/>
              <a:gdLst>
                <a:gd name="connsiteX0" fmla="*/ 28657 w 34116"/>
                <a:gd name="connsiteY0" fmla="*/ 26611 h 102348"/>
                <a:gd name="connsiteX1" fmla="*/ 28317 w 34116"/>
                <a:gd name="connsiteY1" fmla="*/ 96549 h 102348"/>
                <a:gd name="connsiteX2" fmla="*/ 25587 w 34116"/>
                <a:gd name="connsiteY2" fmla="*/ 95526 h 102348"/>
                <a:gd name="connsiteX3" fmla="*/ 25929 w 34116"/>
                <a:gd name="connsiteY3" fmla="*/ 25587 h 102348"/>
                <a:gd name="connsiteX4" fmla="*/ 28657 w 34116"/>
                <a:gd name="connsiteY4" fmla="*/ 2661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8657" y="26611"/>
                  </a:moveTo>
                  <a:lnTo>
                    <a:pt x="28317" y="96549"/>
                  </a:lnTo>
                  <a:cubicBezTo>
                    <a:pt x="27294" y="96208"/>
                    <a:pt x="26611" y="95866"/>
                    <a:pt x="25587" y="95526"/>
                  </a:cubicBezTo>
                  <a:lnTo>
                    <a:pt x="25929" y="25587"/>
                  </a:lnTo>
                  <a:cubicBezTo>
                    <a:pt x="26611" y="25929"/>
                    <a:pt x="27634" y="26270"/>
                    <a:pt x="28657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7AE84D35-DAEB-4986-9BB5-F0D72FE79F3A}"/>
                </a:ext>
              </a:extLst>
            </p:cNvPr>
            <p:cNvSpPr/>
            <p:nvPr/>
          </p:nvSpPr>
          <p:spPr>
            <a:xfrm>
              <a:off x="12667353" y="7927437"/>
              <a:ext cx="75581" cy="226744"/>
            </a:xfrm>
            <a:custGeom>
              <a:avLst/>
              <a:gdLst>
                <a:gd name="connsiteX0" fmla="*/ 35481 w 34116"/>
                <a:gd name="connsiteY0" fmla="*/ 35822 h 102348"/>
                <a:gd name="connsiteX1" fmla="*/ 35140 w 34116"/>
                <a:gd name="connsiteY1" fmla="*/ 105760 h 102348"/>
                <a:gd name="connsiteX2" fmla="*/ 32069 w 34116"/>
                <a:gd name="connsiteY2" fmla="*/ 104395 h 102348"/>
                <a:gd name="connsiteX3" fmla="*/ 25587 w 34116"/>
                <a:gd name="connsiteY3" fmla="*/ 95525 h 102348"/>
                <a:gd name="connsiteX4" fmla="*/ 25929 w 34116"/>
                <a:gd name="connsiteY4" fmla="*/ 25587 h 102348"/>
                <a:gd name="connsiteX5" fmla="*/ 32411 w 34116"/>
                <a:gd name="connsiteY5" fmla="*/ 34458 h 102348"/>
                <a:gd name="connsiteX6" fmla="*/ 35481 w 34116"/>
                <a:gd name="connsiteY6" fmla="*/ 35822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116" h="102348">
                  <a:moveTo>
                    <a:pt x="35481" y="35822"/>
                  </a:moveTo>
                  <a:lnTo>
                    <a:pt x="35140" y="105760"/>
                  </a:lnTo>
                  <a:cubicBezTo>
                    <a:pt x="34116" y="105419"/>
                    <a:pt x="33093" y="104737"/>
                    <a:pt x="32069" y="104395"/>
                  </a:cubicBezTo>
                  <a:cubicBezTo>
                    <a:pt x="27976" y="102007"/>
                    <a:pt x="25587" y="98937"/>
                    <a:pt x="25587" y="95525"/>
                  </a:cubicBezTo>
                  <a:lnTo>
                    <a:pt x="25929" y="25587"/>
                  </a:lnTo>
                  <a:cubicBezTo>
                    <a:pt x="25929" y="28999"/>
                    <a:pt x="28317" y="32411"/>
                    <a:pt x="32411" y="34458"/>
                  </a:cubicBezTo>
                  <a:cubicBezTo>
                    <a:pt x="33093" y="34798"/>
                    <a:pt x="34458" y="35481"/>
                    <a:pt x="35481" y="358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7292A082-D1B4-4B39-9768-494A43DE9A7C}"/>
                </a:ext>
              </a:extLst>
            </p:cNvPr>
            <p:cNvSpPr/>
            <p:nvPr/>
          </p:nvSpPr>
          <p:spPr>
            <a:xfrm>
              <a:off x="12786182" y="5905135"/>
              <a:ext cx="85750" cy="257253"/>
            </a:xfrm>
            <a:custGeom>
              <a:avLst/>
              <a:gdLst>
                <a:gd name="connsiteX0" fmla="*/ 26269 w 34116"/>
                <a:gd name="connsiteY0" fmla="*/ 59703 h 102348"/>
                <a:gd name="connsiteX1" fmla="*/ 26269 w 34116"/>
                <a:gd name="connsiteY1" fmla="*/ 105419 h 102348"/>
                <a:gd name="connsiteX2" fmla="*/ 25587 w 34116"/>
                <a:gd name="connsiteY2" fmla="*/ 70962 h 102348"/>
                <a:gd name="connsiteX3" fmla="*/ 25929 w 34116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02348">
                  <a:moveTo>
                    <a:pt x="26269" y="59703"/>
                  </a:moveTo>
                  <a:lnTo>
                    <a:pt x="26269" y="105419"/>
                  </a:lnTo>
                  <a:lnTo>
                    <a:pt x="25587" y="70962"/>
                  </a:lnTo>
                  <a:lnTo>
                    <a:pt x="25929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4CBF13B1-B322-4A95-859B-21F62D971395}"/>
                </a:ext>
              </a:extLst>
            </p:cNvPr>
            <p:cNvSpPr/>
            <p:nvPr/>
          </p:nvSpPr>
          <p:spPr>
            <a:xfrm>
              <a:off x="13436171" y="6043195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1303 h 68232"/>
                <a:gd name="connsiteX2" fmla="*/ 25587 w 34116"/>
                <a:gd name="connsiteY2" fmla="*/ 71303 h 68232"/>
                <a:gd name="connsiteX3" fmla="*/ 25587 w 34116"/>
                <a:gd name="connsiteY3" fmla="*/ 25928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1303"/>
                  </a:lnTo>
                  <a:lnTo>
                    <a:pt x="25587" y="71303"/>
                  </a:lnTo>
                  <a:lnTo>
                    <a:pt x="25587" y="25928"/>
                  </a:lnTo>
                  <a:lnTo>
                    <a:pt x="25587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3F4F346-565A-4083-A728-3E4FFE848A06}"/>
                </a:ext>
              </a:extLst>
            </p:cNvPr>
            <p:cNvSpPr/>
            <p:nvPr/>
          </p:nvSpPr>
          <p:spPr>
            <a:xfrm>
              <a:off x="13436171" y="6044051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2"/>
                  </a:lnTo>
                  <a:cubicBezTo>
                    <a:pt x="25587" y="71303"/>
                    <a:pt x="25587" y="71644"/>
                    <a:pt x="25587" y="71644"/>
                  </a:cubicBezTo>
                  <a:lnTo>
                    <a:pt x="25587" y="26270"/>
                  </a:lnTo>
                  <a:cubicBezTo>
                    <a:pt x="25587" y="25929"/>
                    <a:pt x="25587" y="25929"/>
                    <a:pt x="2558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7A06EEE6-EF52-4CE4-9FC7-25E066959B31}"/>
                </a:ext>
              </a:extLst>
            </p:cNvPr>
            <p:cNvSpPr/>
            <p:nvPr/>
          </p:nvSpPr>
          <p:spPr>
            <a:xfrm>
              <a:off x="13435317" y="6045767"/>
              <a:ext cx="85750" cy="171501"/>
            </a:xfrm>
            <a:custGeom>
              <a:avLst/>
              <a:gdLst>
                <a:gd name="connsiteX0" fmla="*/ 25928 w 34116"/>
                <a:gd name="connsiteY0" fmla="*/ 25587 h 68232"/>
                <a:gd name="connsiteX1" fmla="*/ 25928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5928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8" y="25587"/>
                  </a:moveTo>
                  <a:lnTo>
                    <a:pt x="25928" y="70961"/>
                  </a:lnTo>
                  <a:cubicBezTo>
                    <a:pt x="25928" y="71303"/>
                    <a:pt x="25928" y="71643"/>
                    <a:pt x="25587" y="71643"/>
                  </a:cubicBezTo>
                  <a:lnTo>
                    <a:pt x="25587" y="26269"/>
                  </a:lnTo>
                  <a:cubicBezTo>
                    <a:pt x="25928" y="26269"/>
                    <a:pt x="25928" y="25928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41E044FB-0EA1-4DC6-BD7C-9A561B29693C}"/>
                </a:ext>
              </a:extLst>
            </p:cNvPr>
            <p:cNvSpPr/>
            <p:nvPr/>
          </p:nvSpPr>
          <p:spPr>
            <a:xfrm>
              <a:off x="13434457" y="6048340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1"/>
                  </a:lnTo>
                  <a:cubicBezTo>
                    <a:pt x="25929" y="71303"/>
                    <a:pt x="25587" y="71644"/>
                    <a:pt x="25587" y="71644"/>
                  </a:cubicBezTo>
                  <a:lnTo>
                    <a:pt x="25587" y="26269"/>
                  </a:lnTo>
                  <a:cubicBezTo>
                    <a:pt x="25929" y="25928"/>
                    <a:pt x="25929" y="25587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3F1D0A6-D7AD-4FCA-B144-DFE7708331D3}"/>
                </a:ext>
              </a:extLst>
            </p:cNvPr>
            <p:cNvSpPr/>
            <p:nvPr/>
          </p:nvSpPr>
          <p:spPr>
            <a:xfrm>
              <a:off x="13432743" y="6050054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2"/>
                  </a:lnTo>
                  <a:cubicBezTo>
                    <a:pt x="26269" y="71303"/>
                    <a:pt x="25928" y="71644"/>
                    <a:pt x="25587" y="71644"/>
                  </a:cubicBezTo>
                  <a:lnTo>
                    <a:pt x="25587" y="26269"/>
                  </a:lnTo>
                  <a:cubicBezTo>
                    <a:pt x="25928" y="26269"/>
                    <a:pt x="26269" y="25929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1A267A0-42DF-427F-B4A9-AF512ACCF6F1}"/>
                </a:ext>
              </a:extLst>
            </p:cNvPr>
            <p:cNvSpPr/>
            <p:nvPr/>
          </p:nvSpPr>
          <p:spPr>
            <a:xfrm>
              <a:off x="13430171" y="6051770"/>
              <a:ext cx="85750" cy="171501"/>
            </a:xfrm>
            <a:custGeom>
              <a:avLst/>
              <a:gdLst>
                <a:gd name="connsiteX0" fmla="*/ 26611 w 34116"/>
                <a:gd name="connsiteY0" fmla="*/ 25587 h 68232"/>
                <a:gd name="connsiteX1" fmla="*/ 26611 w 34116"/>
                <a:gd name="connsiteY1" fmla="*/ 70962 h 68232"/>
                <a:gd name="connsiteX2" fmla="*/ 25587 w 34116"/>
                <a:gd name="connsiteY2" fmla="*/ 71986 h 68232"/>
                <a:gd name="connsiteX3" fmla="*/ 25587 w 34116"/>
                <a:gd name="connsiteY3" fmla="*/ 26611 h 68232"/>
                <a:gd name="connsiteX4" fmla="*/ 2661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611" y="25587"/>
                  </a:moveTo>
                  <a:lnTo>
                    <a:pt x="26611" y="70962"/>
                  </a:lnTo>
                  <a:cubicBezTo>
                    <a:pt x="26269" y="71304"/>
                    <a:pt x="25928" y="71644"/>
                    <a:pt x="25587" y="71986"/>
                  </a:cubicBezTo>
                  <a:lnTo>
                    <a:pt x="25587" y="26611"/>
                  </a:lnTo>
                  <a:cubicBezTo>
                    <a:pt x="26269" y="26270"/>
                    <a:pt x="26611" y="2592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81C6FBFD-4B0A-4AEE-84EB-3C132A2C8E27}"/>
                </a:ext>
              </a:extLst>
            </p:cNvPr>
            <p:cNvSpPr/>
            <p:nvPr/>
          </p:nvSpPr>
          <p:spPr>
            <a:xfrm>
              <a:off x="13426740" y="6054340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2 h 68232"/>
                <a:gd name="connsiteX2" fmla="*/ 25587 w 34116"/>
                <a:gd name="connsiteY2" fmla="*/ 72327 h 68232"/>
                <a:gd name="connsiteX3" fmla="*/ 25587 w 34116"/>
                <a:gd name="connsiteY3" fmla="*/ 26952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2"/>
                  </a:lnTo>
                  <a:cubicBezTo>
                    <a:pt x="26952" y="71304"/>
                    <a:pt x="26269" y="71986"/>
                    <a:pt x="25587" y="72327"/>
                  </a:cubicBezTo>
                  <a:lnTo>
                    <a:pt x="25587" y="26952"/>
                  </a:lnTo>
                  <a:cubicBezTo>
                    <a:pt x="26269" y="26612"/>
                    <a:pt x="26952" y="26270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BF73A4EB-B513-48F7-BE87-7806DBE5CED0}"/>
                </a:ext>
              </a:extLst>
            </p:cNvPr>
            <p:cNvSpPr/>
            <p:nvPr/>
          </p:nvSpPr>
          <p:spPr>
            <a:xfrm>
              <a:off x="13425884" y="6057772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2 h 68232"/>
                <a:gd name="connsiteX2" fmla="*/ 25587 w 34116"/>
                <a:gd name="connsiteY2" fmla="*/ 71303 h 68232"/>
                <a:gd name="connsiteX3" fmla="*/ 25587 w 34116"/>
                <a:gd name="connsiteY3" fmla="*/ 25587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2"/>
                  </a:lnTo>
                  <a:lnTo>
                    <a:pt x="25587" y="71303"/>
                  </a:lnTo>
                  <a:lnTo>
                    <a:pt x="25587" y="25587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E66A81F8-5041-4EB6-B9FB-C8AF6D4E6406}"/>
                </a:ext>
              </a:extLst>
            </p:cNvPr>
            <p:cNvSpPr/>
            <p:nvPr/>
          </p:nvSpPr>
          <p:spPr>
            <a:xfrm>
              <a:off x="12403734" y="6044051"/>
              <a:ext cx="85750" cy="257253"/>
            </a:xfrm>
            <a:custGeom>
              <a:avLst/>
              <a:gdLst>
                <a:gd name="connsiteX0" fmla="*/ 30021 w 34116"/>
                <a:gd name="connsiteY0" fmla="*/ 31387 h 102348"/>
                <a:gd name="connsiteX1" fmla="*/ 30021 w 34116"/>
                <a:gd name="connsiteY1" fmla="*/ 76761 h 102348"/>
                <a:gd name="connsiteX2" fmla="*/ 25587 w 34116"/>
                <a:gd name="connsiteY2" fmla="*/ 70962 h 102348"/>
                <a:gd name="connsiteX3" fmla="*/ 25587 w 34116"/>
                <a:gd name="connsiteY3" fmla="*/ 25587 h 102348"/>
                <a:gd name="connsiteX4" fmla="*/ 30021 w 34116"/>
                <a:gd name="connsiteY4" fmla="*/ 313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021" y="31387"/>
                  </a:moveTo>
                  <a:lnTo>
                    <a:pt x="30021" y="76761"/>
                  </a:lnTo>
                  <a:cubicBezTo>
                    <a:pt x="27293" y="75056"/>
                    <a:pt x="25587" y="73009"/>
                    <a:pt x="25587" y="70962"/>
                  </a:cubicBezTo>
                  <a:lnTo>
                    <a:pt x="25587" y="25587"/>
                  </a:lnTo>
                  <a:cubicBezTo>
                    <a:pt x="25928" y="27294"/>
                    <a:pt x="27293" y="29681"/>
                    <a:pt x="30021" y="313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9FC2496D-84FC-482A-BD0B-00287E56ED2D}"/>
                </a:ext>
              </a:extLst>
            </p:cNvPr>
            <p:cNvSpPr/>
            <p:nvPr/>
          </p:nvSpPr>
          <p:spPr>
            <a:xfrm>
              <a:off x="13321267" y="6057772"/>
              <a:ext cx="171501" cy="257253"/>
            </a:xfrm>
            <a:custGeom>
              <a:avLst/>
              <a:gdLst>
                <a:gd name="connsiteX0" fmla="*/ 67209 w 68232"/>
                <a:gd name="connsiteY0" fmla="*/ 25587 h 102348"/>
                <a:gd name="connsiteX1" fmla="*/ 67209 w 68232"/>
                <a:gd name="connsiteY1" fmla="*/ 71303 h 102348"/>
                <a:gd name="connsiteX2" fmla="*/ 25587 w 68232"/>
                <a:gd name="connsiteY2" fmla="*/ 95526 h 102348"/>
                <a:gd name="connsiteX3" fmla="*/ 25587 w 68232"/>
                <a:gd name="connsiteY3" fmla="*/ 4980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32" h="102348">
                  <a:moveTo>
                    <a:pt x="67209" y="25587"/>
                  </a:moveTo>
                  <a:lnTo>
                    <a:pt x="67209" y="71303"/>
                  </a:lnTo>
                  <a:lnTo>
                    <a:pt x="25587" y="95526"/>
                  </a:lnTo>
                  <a:lnTo>
                    <a:pt x="25587" y="498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FC58BEF6-E77D-4E9D-86FC-976DBA473809}"/>
                </a:ext>
              </a:extLst>
            </p:cNvPr>
            <p:cNvSpPr/>
            <p:nvPr/>
          </p:nvSpPr>
          <p:spPr>
            <a:xfrm>
              <a:off x="12414881" y="6058632"/>
              <a:ext cx="171501" cy="257253"/>
            </a:xfrm>
            <a:custGeom>
              <a:avLst/>
              <a:gdLst>
                <a:gd name="connsiteX0" fmla="*/ 67550 w 68232"/>
                <a:gd name="connsiteY0" fmla="*/ 49809 h 102348"/>
                <a:gd name="connsiteX1" fmla="*/ 67550 w 68232"/>
                <a:gd name="connsiteY1" fmla="*/ 95184 h 102348"/>
                <a:gd name="connsiteX2" fmla="*/ 25587 w 68232"/>
                <a:gd name="connsiteY2" fmla="*/ 70961 h 102348"/>
                <a:gd name="connsiteX3" fmla="*/ 25587 w 68232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32" h="102348">
                  <a:moveTo>
                    <a:pt x="67550" y="49809"/>
                  </a:moveTo>
                  <a:lnTo>
                    <a:pt x="67550" y="95184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D4C82BEA-1137-4B4F-A85A-7F48999741DE}"/>
                </a:ext>
              </a:extLst>
            </p:cNvPr>
            <p:cNvSpPr/>
            <p:nvPr/>
          </p:nvSpPr>
          <p:spPr>
            <a:xfrm>
              <a:off x="13058868" y="6123802"/>
              <a:ext cx="171501" cy="343004"/>
            </a:xfrm>
            <a:custGeom>
              <a:avLst/>
              <a:gdLst>
                <a:gd name="connsiteX0" fmla="*/ 68574 w 68232"/>
                <a:gd name="connsiteY0" fmla="*/ 73008 h 136464"/>
                <a:gd name="connsiteX1" fmla="*/ 68574 w 68232"/>
                <a:gd name="connsiteY1" fmla="*/ 118383 h 136464"/>
                <a:gd name="connsiteX2" fmla="*/ 39575 w 68232"/>
                <a:gd name="connsiteY2" fmla="*/ 77785 h 136464"/>
                <a:gd name="connsiteX3" fmla="*/ 25587 w 68232"/>
                <a:gd name="connsiteY3" fmla="*/ 70961 h 136464"/>
                <a:gd name="connsiteX4" fmla="*/ 25587 w 68232"/>
                <a:gd name="connsiteY4" fmla="*/ 25587 h 136464"/>
                <a:gd name="connsiteX5" fmla="*/ 39575 w 68232"/>
                <a:gd name="connsiteY5" fmla="*/ 32410 h 136464"/>
                <a:gd name="connsiteX6" fmla="*/ 68574 w 68232"/>
                <a:gd name="connsiteY6" fmla="*/ 73008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232" h="136464">
                  <a:moveTo>
                    <a:pt x="68574" y="73008"/>
                  </a:moveTo>
                  <a:lnTo>
                    <a:pt x="68574" y="118383"/>
                  </a:lnTo>
                  <a:cubicBezTo>
                    <a:pt x="68574" y="103712"/>
                    <a:pt x="59021" y="89043"/>
                    <a:pt x="39575" y="77785"/>
                  </a:cubicBezTo>
                  <a:cubicBezTo>
                    <a:pt x="35140" y="75396"/>
                    <a:pt x="30364" y="73008"/>
                    <a:pt x="25587" y="70961"/>
                  </a:cubicBezTo>
                  <a:lnTo>
                    <a:pt x="25587" y="25587"/>
                  </a:lnTo>
                  <a:cubicBezTo>
                    <a:pt x="30704" y="27634"/>
                    <a:pt x="35140" y="29681"/>
                    <a:pt x="39575" y="32410"/>
                  </a:cubicBezTo>
                  <a:cubicBezTo>
                    <a:pt x="59021" y="44009"/>
                    <a:pt x="68914" y="58680"/>
                    <a:pt x="68574" y="730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5ED94A0A-5A8A-4ABC-A19A-6CBDCFFD8692}"/>
                </a:ext>
              </a:extLst>
            </p:cNvPr>
            <p:cNvSpPr/>
            <p:nvPr/>
          </p:nvSpPr>
          <p:spPr>
            <a:xfrm>
              <a:off x="13028855" y="6114369"/>
              <a:ext cx="85750" cy="171501"/>
            </a:xfrm>
            <a:custGeom>
              <a:avLst/>
              <a:gdLst>
                <a:gd name="connsiteX0" fmla="*/ 37528 w 34116"/>
                <a:gd name="connsiteY0" fmla="*/ 29681 h 68232"/>
                <a:gd name="connsiteX1" fmla="*/ 37528 w 34116"/>
                <a:gd name="connsiteY1" fmla="*/ 75056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37528 w 34116"/>
                <a:gd name="connsiteY4" fmla="*/ 29681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7528" y="29681"/>
                  </a:moveTo>
                  <a:lnTo>
                    <a:pt x="37528" y="75056"/>
                  </a:lnTo>
                  <a:cubicBezTo>
                    <a:pt x="33776" y="73691"/>
                    <a:pt x="29681" y="72326"/>
                    <a:pt x="25587" y="70962"/>
                  </a:cubicBezTo>
                  <a:lnTo>
                    <a:pt x="25587" y="25587"/>
                  </a:lnTo>
                  <a:cubicBezTo>
                    <a:pt x="29681" y="26952"/>
                    <a:pt x="33776" y="28317"/>
                    <a:pt x="37528" y="29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0ED47834-EDC8-4093-A08A-E2EAB626820B}"/>
                </a:ext>
              </a:extLst>
            </p:cNvPr>
            <p:cNvSpPr/>
            <p:nvPr/>
          </p:nvSpPr>
          <p:spPr>
            <a:xfrm>
              <a:off x="13003131" y="6108363"/>
              <a:ext cx="85750" cy="171501"/>
            </a:xfrm>
            <a:custGeom>
              <a:avLst/>
              <a:gdLst>
                <a:gd name="connsiteX0" fmla="*/ 35822 w 34116"/>
                <a:gd name="connsiteY0" fmla="*/ 27976 h 68232"/>
                <a:gd name="connsiteX1" fmla="*/ 35822 w 34116"/>
                <a:gd name="connsiteY1" fmla="*/ 73351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35822 w 34116"/>
                <a:gd name="connsiteY4" fmla="*/ 27976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822" y="27976"/>
                  </a:moveTo>
                  <a:lnTo>
                    <a:pt x="35822" y="73351"/>
                  </a:lnTo>
                  <a:cubicBezTo>
                    <a:pt x="32410" y="72326"/>
                    <a:pt x="28999" y="71644"/>
                    <a:pt x="25587" y="70962"/>
                  </a:cubicBezTo>
                  <a:lnTo>
                    <a:pt x="25587" y="25587"/>
                  </a:lnTo>
                  <a:cubicBezTo>
                    <a:pt x="29339" y="26270"/>
                    <a:pt x="32751" y="27294"/>
                    <a:pt x="35822" y="2797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3A72F56D-04E1-4012-84CD-06C3D6314597}"/>
                </a:ext>
              </a:extLst>
            </p:cNvPr>
            <p:cNvSpPr/>
            <p:nvPr/>
          </p:nvSpPr>
          <p:spPr>
            <a:xfrm>
              <a:off x="12979979" y="6104078"/>
              <a:ext cx="85750" cy="171501"/>
            </a:xfrm>
            <a:custGeom>
              <a:avLst/>
              <a:gdLst>
                <a:gd name="connsiteX0" fmla="*/ 35140 w 34116"/>
                <a:gd name="connsiteY0" fmla="*/ 27293 h 68232"/>
                <a:gd name="connsiteX1" fmla="*/ 35140 w 34116"/>
                <a:gd name="connsiteY1" fmla="*/ 72668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35140 w 34116"/>
                <a:gd name="connsiteY4" fmla="*/ 27293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140" y="27293"/>
                  </a:moveTo>
                  <a:lnTo>
                    <a:pt x="35140" y="72668"/>
                  </a:lnTo>
                  <a:cubicBezTo>
                    <a:pt x="32068" y="71985"/>
                    <a:pt x="28657" y="71303"/>
                    <a:pt x="25587" y="70961"/>
                  </a:cubicBezTo>
                  <a:lnTo>
                    <a:pt x="25587" y="25587"/>
                  </a:lnTo>
                  <a:cubicBezTo>
                    <a:pt x="28657" y="26269"/>
                    <a:pt x="31728" y="26611"/>
                    <a:pt x="35140" y="2729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E28B5608-61C0-4E50-A082-71044B1A43AE}"/>
                </a:ext>
              </a:extLst>
            </p:cNvPr>
            <p:cNvSpPr/>
            <p:nvPr/>
          </p:nvSpPr>
          <p:spPr>
            <a:xfrm>
              <a:off x="12955111" y="6101506"/>
              <a:ext cx="85750" cy="171501"/>
            </a:xfrm>
            <a:custGeom>
              <a:avLst/>
              <a:gdLst>
                <a:gd name="connsiteX0" fmla="*/ 35140 w 34116"/>
                <a:gd name="connsiteY0" fmla="*/ 26611 h 68232"/>
                <a:gd name="connsiteX1" fmla="*/ 35140 w 34116"/>
                <a:gd name="connsiteY1" fmla="*/ 71985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35140 w 34116"/>
                <a:gd name="connsiteY4" fmla="*/ 26611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140" y="26611"/>
                  </a:moveTo>
                  <a:lnTo>
                    <a:pt x="35140" y="71985"/>
                  </a:lnTo>
                  <a:cubicBezTo>
                    <a:pt x="32069" y="71644"/>
                    <a:pt x="28657" y="71303"/>
                    <a:pt x="25587" y="70961"/>
                  </a:cubicBezTo>
                  <a:lnTo>
                    <a:pt x="25587" y="25587"/>
                  </a:lnTo>
                  <a:cubicBezTo>
                    <a:pt x="28999" y="25929"/>
                    <a:pt x="32069" y="26269"/>
                    <a:pt x="35140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BC87FB72-6966-4676-8018-30D271E494F4}"/>
                </a:ext>
              </a:extLst>
            </p:cNvPr>
            <p:cNvSpPr/>
            <p:nvPr/>
          </p:nvSpPr>
          <p:spPr>
            <a:xfrm>
              <a:off x="12931101" y="6099792"/>
              <a:ext cx="85750" cy="171501"/>
            </a:xfrm>
            <a:custGeom>
              <a:avLst/>
              <a:gdLst>
                <a:gd name="connsiteX0" fmla="*/ 35140 w 34116"/>
                <a:gd name="connsiteY0" fmla="*/ 26269 h 68232"/>
                <a:gd name="connsiteX1" fmla="*/ 35140 w 34116"/>
                <a:gd name="connsiteY1" fmla="*/ 71643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35140 w 34116"/>
                <a:gd name="connsiteY4" fmla="*/ 2626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140" y="26269"/>
                  </a:moveTo>
                  <a:lnTo>
                    <a:pt x="35140" y="71643"/>
                  </a:lnTo>
                  <a:cubicBezTo>
                    <a:pt x="32069" y="71303"/>
                    <a:pt x="28657" y="71303"/>
                    <a:pt x="25587" y="70961"/>
                  </a:cubicBezTo>
                  <a:lnTo>
                    <a:pt x="25587" y="25587"/>
                  </a:lnTo>
                  <a:cubicBezTo>
                    <a:pt x="28999" y="25928"/>
                    <a:pt x="32069" y="25928"/>
                    <a:pt x="35140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C48E6A28-A144-494A-B95E-C560B29A8D20}"/>
                </a:ext>
              </a:extLst>
            </p:cNvPr>
            <p:cNvSpPr/>
            <p:nvPr/>
          </p:nvSpPr>
          <p:spPr>
            <a:xfrm>
              <a:off x="12906234" y="6100006"/>
              <a:ext cx="85750" cy="171501"/>
            </a:xfrm>
            <a:custGeom>
              <a:avLst/>
              <a:gdLst>
                <a:gd name="connsiteX0" fmla="*/ 35481 w 34116"/>
                <a:gd name="connsiteY0" fmla="*/ 25842 h 68232"/>
                <a:gd name="connsiteX1" fmla="*/ 35481 w 34116"/>
                <a:gd name="connsiteY1" fmla="*/ 71218 h 68232"/>
                <a:gd name="connsiteX2" fmla="*/ 25587 w 34116"/>
                <a:gd name="connsiteY2" fmla="*/ 71218 h 68232"/>
                <a:gd name="connsiteX3" fmla="*/ 25587 w 34116"/>
                <a:gd name="connsiteY3" fmla="*/ 25842 h 68232"/>
                <a:gd name="connsiteX4" fmla="*/ 35481 w 34116"/>
                <a:gd name="connsiteY4" fmla="*/ 25842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481" y="25842"/>
                  </a:moveTo>
                  <a:lnTo>
                    <a:pt x="35481" y="71218"/>
                  </a:lnTo>
                  <a:cubicBezTo>
                    <a:pt x="32069" y="71218"/>
                    <a:pt x="28657" y="71218"/>
                    <a:pt x="25587" y="71218"/>
                  </a:cubicBezTo>
                  <a:lnTo>
                    <a:pt x="25587" y="25842"/>
                  </a:lnTo>
                  <a:cubicBezTo>
                    <a:pt x="28657" y="25502"/>
                    <a:pt x="32069" y="25502"/>
                    <a:pt x="35481" y="2584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359E6CAC-AEC8-480A-A253-6E0EA457AA40}"/>
                </a:ext>
              </a:extLst>
            </p:cNvPr>
            <p:cNvSpPr/>
            <p:nvPr/>
          </p:nvSpPr>
          <p:spPr>
            <a:xfrm>
              <a:off x="12878790" y="6100646"/>
              <a:ext cx="85750" cy="171501"/>
            </a:xfrm>
            <a:custGeom>
              <a:avLst/>
              <a:gdLst>
                <a:gd name="connsiteX0" fmla="*/ 36505 w 34116"/>
                <a:gd name="connsiteY0" fmla="*/ 25587 h 68232"/>
                <a:gd name="connsiteX1" fmla="*/ 36505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36505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6505" y="25587"/>
                  </a:moveTo>
                  <a:lnTo>
                    <a:pt x="36505" y="70962"/>
                  </a:lnTo>
                  <a:cubicBezTo>
                    <a:pt x="32752" y="70962"/>
                    <a:pt x="29340" y="71303"/>
                    <a:pt x="25587" y="71644"/>
                  </a:cubicBezTo>
                  <a:lnTo>
                    <a:pt x="25587" y="26270"/>
                  </a:lnTo>
                  <a:cubicBezTo>
                    <a:pt x="28999" y="25929"/>
                    <a:pt x="32752" y="25587"/>
                    <a:pt x="36505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5A5C50B9-ACCA-4473-8628-8EC563B4E324}"/>
                </a:ext>
              </a:extLst>
            </p:cNvPr>
            <p:cNvSpPr/>
            <p:nvPr/>
          </p:nvSpPr>
          <p:spPr>
            <a:xfrm>
              <a:off x="12847923" y="6102364"/>
              <a:ext cx="85750" cy="171501"/>
            </a:xfrm>
            <a:custGeom>
              <a:avLst/>
              <a:gdLst>
                <a:gd name="connsiteX0" fmla="*/ 37868 w 34116"/>
                <a:gd name="connsiteY0" fmla="*/ 25587 h 68232"/>
                <a:gd name="connsiteX1" fmla="*/ 37868 w 34116"/>
                <a:gd name="connsiteY1" fmla="*/ 70961 h 68232"/>
                <a:gd name="connsiteX2" fmla="*/ 25587 w 34116"/>
                <a:gd name="connsiteY2" fmla="*/ 72667 h 68232"/>
                <a:gd name="connsiteX3" fmla="*/ 25587 w 34116"/>
                <a:gd name="connsiteY3" fmla="*/ 27293 h 68232"/>
                <a:gd name="connsiteX4" fmla="*/ 37868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7868" y="25587"/>
                  </a:moveTo>
                  <a:lnTo>
                    <a:pt x="37868" y="70961"/>
                  </a:lnTo>
                  <a:cubicBezTo>
                    <a:pt x="33775" y="71303"/>
                    <a:pt x="29681" y="71985"/>
                    <a:pt x="25587" y="72667"/>
                  </a:cubicBezTo>
                  <a:lnTo>
                    <a:pt x="25587" y="27293"/>
                  </a:lnTo>
                  <a:cubicBezTo>
                    <a:pt x="29339" y="26611"/>
                    <a:pt x="33775" y="25928"/>
                    <a:pt x="3786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FABB368E-CD7D-4EAE-8D14-403F0D3E9931}"/>
                </a:ext>
              </a:extLst>
            </p:cNvPr>
            <p:cNvSpPr/>
            <p:nvPr/>
          </p:nvSpPr>
          <p:spPr>
            <a:xfrm>
              <a:off x="12800757" y="6106651"/>
              <a:ext cx="171501" cy="171501"/>
            </a:xfrm>
            <a:custGeom>
              <a:avLst/>
              <a:gdLst>
                <a:gd name="connsiteX0" fmla="*/ 44010 w 68232"/>
                <a:gd name="connsiteY0" fmla="*/ 25587 h 68232"/>
                <a:gd name="connsiteX1" fmla="*/ 44010 w 68232"/>
                <a:gd name="connsiteY1" fmla="*/ 70961 h 68232"/>
                <a:gd name="connsiteX2" fmla="*/ 25587 w 68232"/>
                <a:gd name="connsiteY2" fmla="*/ 75396 h 68232"/>
                <a:gd name="connsiteX3" fmla="*/ 25587 w 68232"/>
                <a:gd name="connsiteY3" fmla="*/ 30022 h 68232"/>
                <a:gd name="connsiteX4" fmla="*/ 44010 w 68232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68232">
                  <a:moveTo>
                    <a:pt x="44010" y="25587"/>
                  </a:moveTo>
                  <a:lnTo>
                    <a:pt x="44010" y="70961"/>
                  </a:lnTo>
                  <a:cubicBezTo>
                    <a:pt x="37528" y="71985"/>
                    <a:pt x="31387" y="73691"/>
                    <a:pt x="25587" y="75396"/>
                  </a:cubicBezTo>
                  <a:lnTo>
                    <a:pt x="25587" y="30022"/>
                  </a:lnTo>
                  <a:cubicBezTo>
                    <a:pt x="31729" y="28316"/>
                    <a:pt x="37869" y="26611"/>
                    <a:pt x="4401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8CC6919E-D6CE-4A3F-9DF1-464F05D63CAB}"/>
                </a:ext>
              </a:extLst>
            </p:cNvPr>
            <p:cNvSpPr/>
            <p:nvPr/>
          </p:nvSpPr>
          <p:spPr>
            <a:xfrm>
              <a:off x="12744166" y="6117798"/>
              <a:ext cx="171501" cy="257253"/>
            </a:xfrm>
            <a:custGeom>
              <a:avLst/>
              <a:gdLst>
                <a:gd name="connsiteX0" fmla="*/ 48103 w 68232"/>
                <a:gd name="connsiteY0" fmla="*/ 25587 h 102348"/>
                <a:gd name="connsiteX1" fmla="*/ 48103 w 68232"/>
                <a:gd name="connsiteY1" fmla="*/ 70961 h 102348"/>
                <a:gd name="connsiteX2" fmla="*/ 26611 w 68232"/>
                <a:gd name="connsiteY2" fmla="*/ 80514 h 102348"/>
                <a:gd name="connsiteX3" fmla="*/ 25587 w 68232"/>
                <a:gd name="connsiteY3" fmla="*/ 81197 h 102348"/>
                <a:gd name="connsiteX4" fmla="*/ 25587 w 68232"/>
                <a:gd name="connsiteY4" fmla="*/ 35822 h 102348"/>
                <a:gd name="connsiteX5" fmla="*/ 26611 w 68232"/>
                <a:gd name="connsiteY5" fmla="*/ 35140 h 102348"/>
                <a:gd name="connsiteX6" fmla="*/ 48103 w 68232"/>
                <a:gd name="connsiteY6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232" h="102348">
                  <a:moveTo>
                    <a:pt x="48103" y="25587"/>
                  </a:moveTo>
                  <a:lnTo>
                    <a:pt x="48103" y="70961"/>
                  </a:lnTo>
                  <a:cubicBezTo>
                    <a:pt x="40597" y="73350"/>
                    <a:pt x="33092" y="76420"/>
                    <a:pt x="26611" y="80514"/>
                  </a:cubicBezTo>
                  <a:cubicBezTo>
                    <a:pt x="26269" y="80855"/>
                    <a:pt x="25928" y="80855"/>
                    <a:pt x="25587" y="81197"/>
                  </a:cubicBezTo>
                  <a:lnTo>
                    <a:pt x="25587" y="35822"/>
                  </a:lnTo>
                  <a:cubicBezTo>
                    <a:pt x="25928" y="35481"/>
                    <a:pt x="26269" y="35481"/>
                    <a:pt x="26611" y="35140"/>
                  </a:cubicBezTo>
                  <a:cubicBezTo>
                    <a:pt x="33433" y="31386"/>
                    <a:pt x="40597" y="28316"/>
                    <a:pt x="4810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FB6DCEA-ACE9-46B3-989A-F5F8B9C1F67C}"/>
                </a:ext>
              </a:extLst>
            </p:cNvPr>
            <p:cNvSpPr/>
            <p:nvPr/>
          </p:nvSpPr>
          <p:spPr>
            <a:xfrm>
              <a:off x="12713293" y="6143522"/>
              <a:ext cx="85750" cy="257253"/>
            </a:xfrm>
            <a:custGeom>
              <a:avLst/>
              <a:gdLst>
                <a:gd name="connsiteX0" fmla="*/ 37869 w 34116"/>
                <a:gd name="connsiteY0" fmla="*/ 25587 h 102348"/>
                <a:gd name="connsiteX1" fmla="*/ 37869 w 34116"/>
                <a:gd name="connsiteY1" fmla="*/ 70962 h 102348"/>
                <a:gd name="connsiteX2" fmla="*/ 25587 w 34116"/>
                <a:gd name="connsiteY2" fmla="*/ 80173 h 102348"/>
                <a:gd name="connsiteX3" fmla="*/ 25587 w 34116"/>
                <a:gd name="connsiteY3" fmla="*/ 34799 h 102348"/>
                <a:gd name="connsiteX4" fmla="*/ 37869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7869" y="25587"/>
                  </a:moveTo>
                  <a:lnTo>
                    <a:pt x="37869" y="70962"/>
                  </a:lnTo>
                  <a:cubicBezTo>
                    <a:pt x="33093" y="73691"/>
                    <a:pt x="28999" y="76761"/>
                    <a:pt x="25587" y="80173"/>
                  </a:cubicBezTo>
                  <a:lnTo>
                    <a:pt x="25587" y="34799"/>
                  </a:lnTo>
                  <a:cubicBezTo>
                    <a:pt x="28999" y="31387"/>
                    <a:pt x="33093" y="28317"/>
                    <a:pt x="378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5A513068-77B4-43FB-BB4B-3AF20B361428}"/>
                </a:ext>
              </a:extLst>
            </p:cNvPr>
            <p:cNvSpPr/>
            <p:nvPr/>
          </p:nvSpPr>
          <p:spPr>
            <a:xfrm>
              <a:off x="12697860" y="6166676"/>
              <a:ext cx="85750" cy="257253"/>
            </a:xfrm>
            <a:custGeom>
              <a:avLst/>
              <a:gdLst>
                <a:gd name="connsiteX0" fmla="*/ 31728 w 34116"/>
                <a:gd name="connsiteY0" fmla="*/ 25587 h 102348"/>
                <a:gd name="connsiteX1" fmla="*/ 31728 w 34116"/>
                <a:gd name="connsiteY1" fmla="*/ 70961 h 102348"/>
                <a:gd name="connsiteX2" fmla="*/ 25587 w 34116"/>
                <a:gd name="connsiteY2" fmla="*/ 77443 h 102348"/>
                <a:gd name="connsiteX3" fmla="*/ 25587 w 34116"/>
                <a:gd name="connsiteY3" fmla="*/ 32068 h 102348"/>
                <a:gd name="connsiteX4" fmla="*/ 31728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1728" y="25587"/>
                  </a:moveTo>
                  <a:lnTo>
                    <a:pt x="31728" y="70961"/>
                  </a:lnTo>
                  <a:cubicBezTo>
                    <a:pt x="29339" y="73008"/>
                    <a:pt x="27293" y="75396"/>
                    <a:pt x="25587" y="77443"/>
                  </a:cubicBezTo>
                  <a:lnTo>
                    <a:pt x="25587" y="32068"/>
                  </a:lnTo>
                  <a:cubicBezTo>
                    <a:pt x="27293" y="29681"/>
                    <a:pt x="29339" y="27634"/>
                    <a:pt x="317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30CDFBB7-BF88-42FC-A9FC-A8FCD95B3822}"/>
                </a:ext>
              </a:extLst>
            </p:cNvPr>
            <p:cNvSpPr/>
            <p:nvPr/>
          </p:nvSpPr>
          <p:spPr>
            <a:xfrm>
              <a:off x="12687569" y="6182967"/>
              <a:ext cx="85750" cy="257253"/>
            </a:xfrm>
            <a:custGeom>
              <a:avLst/>
              <a:gdLst>
                <a:gd name="connsiteX0" fmla="*/ 29681 w 34116"/>
                <a:gd name="connsiteY0" fmla="*/ 25587 h 102348"/>
                <a:gd name="connsiteX1" fmla="*/ 29681 w 34116"/>
                <a:gd name="connsiteY1" fmla="*/ 70962 h 102348"/>
                <a:gd name="connsiteX2" fmla="*/ 25587 w 34116"/>
                <a:gd name="connsiteY2" fmla="*/ 76761 h 102348"/>
                <a:gd name="connsiteX3" fmla="*/ 25587 w 34116"/>
                <a:gd name="connsiteY3" fmla="*/ 31387 h 102348"/>
                <a:gd name="connsiteX4" fmla="*/ 29681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9681" y="25587"/>
                  </a:moveTo>
                  <a:lnTo>
                    <a:pt x="29681" y="70962"/>
                  </a:lnTo>
                  <a:cubicBezTo>
                    <a:pt x="28316" y="73009"/>
                    <a:pt x="26951" y="74715"/>
                    <a:pt x="25587" y="76761"/>
                  </a:cubicBezTo>
                  <a:lnTo>
                    <a:pt x="25587" y="31387"/>
                  </a:lnTo>
                  <a:cubicBezTo>
                    <a:pt x="26951" y="29340"/>
                    <a:pt x="28316" y="27294"/>
                    <a:pt x="2968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E8A0492-989B-4BEA-8CBA-AEAAE35A32F8}"/>
                </a:ext>
              </a:extLst>
            </p:cNvPr>
            <p:cNvSpPr/>
            <p:nvPr/>
          </p:nvSpPr>
          <p:spPr>
            <a:xfrm>
              <a:off x="12681565" y="6197547"/>
              <a:ext cx="85750" cy="171501"/>
            </a:xfrm>
            <a:custGeom>
              <a:avLst/>
              <a:gdLst>
                <a:gd name="connsiteX0" fmla="*/ 28316 w 34116"/>
                <a:gd name="connsiteY0" fmla="*/ 25587 h 68232"/>
                <a:gd name="connsiteX1" fmla="*/ 28316 w 34116"/>
                <a:gd name="connsiteY1" fmla="*/ 70961 h 68232"/>
                <a:gd name="connsiteX2" fmla="*/ 25587 w 34116"/>
                <a:gd name="connsiteY2" fmla="*/ 76420 h 68232"/>
                <a:gd name="connsiteX3" fmla="*/ 25587 w 34116"/>
                <a:gd name="connsiteY3" fmla="*/ 31046 h 68232"/>
                <a:gd name="connsiteX4" fmla="*/ 28316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316" y="25587"/>
                  </a:moveTo>
                  <a:lnTo>
                    <a:pt x="28316" y="70961"/>
                  </a:lnTo>
                  <a:cubicBezTo>
                    <a:pt x="27293" y="72668"/>
                    <a:pt x="26269" y="74715"/>
                    <a:pt x="25587" y="76420"/>
                  </a:cubicBezTo>
                  <a:lnTo>
                    <a:pt x="25587" y="31046"/>
                  </a:lnTo>
                  <a:cubicBezTo>
                    <a:pt x="26269" y="29340"/>
                    <a:pt x="27293" y="27293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FBFD90B0-0D64-41E8-AAF8-1F99C4235A64}"/>
                </a:ext>
              </a:extLst>
            </p:cNvPr>
            <p:cNvSpPr/>
            <p:nvPr/>
          </p:nvSpPr>
          <p:spPr>
            <a:xfrm>
              <a:off x="12677276" y="6211266"/>
              <a:ext cx="85750" cy="171501"/>
            </a:xfrm>
            <a:custGeom>
              <a:avLst/>
              <a:gdLst>
                <a:gd name="connsiteX0" fmla="*/ 27294 w 34116"/>
                <a:gd name="connsiteY0" fmla="*/ 25587 h 68232"/>
                <a:gd name="connsiteX1" fmla="*/ 27294 w 34116"/>
                <a:gd name="connsiteY1" fmla="*/ 70961 h 68232"/>
                <a:gd name="connsiteX2" fmla="*/ 25587 w 34116"/>
                <a:gd name="connsiteY2" fmla="*/ 76420 h 68232"/>
                <a:gd name="connsiteX3" fmla="*/ 25587 w 34116"/>
                <a:gd name="connsiteY3" fmla="*/ 31046 h 68232"/>
                <a:gd name="connsiteX4" fmla="*/ 27294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4" y="25587"/>
                  </a:moveTo>
                  <a:lnTo>
                    <a:pt x="27294" y="70961"/>
                  </a:lnTo>
                  <a:cubicBezTo>
                    <a:pt x="26612" y="72668"/>
                    <a:pt x="25929" y="74715"/>
                    <a:pt x="25587" y="76420"/>
                  </a:cubicBezTo>
                  <a:lnTo>
                    <a:pt x="25587" y="31046"/>
                  </a:lnTo>
                  <a:cubicBezTo>
                    <a:pt x="26270" y="29339"/>
                    <a:pt x="26612" y="27634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F19F8B15-6156-44D5-92E4-F203224D1D47}"/>
                </a:ext>
              </a:extLst>
            </p:cNvPr>
            <p:cNvSpPr/>
            <p:nvPr/>
          </p:nvSpPr>
          <p:spPr>
            <a:xfrm>
              <a:off x="12675562" y="6224987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1 h 68232"/>
                <a:gd name="connsiteX2" fmla="*/ 25587 w 34116"/>
                <a:gd name="connsiteY2" fmla="*/ 76420 h 68232"/>
                <a:gd name="connsiteX3" fmla="*/ 25587 w 34116"/>
                <a:gd name="connsiteY3" fmla="*/ 31046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1"/>
                  </a:lnTo>
                  <a:cubicBezTo>
                    <a:pt x="25929" y="72668"/>
                    <a:pt x="25587" y="74715"/>
                    <a:pt x="25587" y="76420"/>
                  </a:cubicBezTo>
                  <a:lnTo>
                    <a:pt x="25587" y="31046"/>
                  </a:lnTo>
                  <a:cubicBezTo>
                    <a:pt x="25929" y="29339"/>
                    <a:pt x="25929" y="27634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4C9275C-A9AA-404F-9003-FCFC918D5D66}"/>
                </a:ext>
              </a:extLst>
            </p:cNvPr>
            <p:cNvSpPr/>
            <p:nvPr/>
          </p:nvSpPr>
          <p:spPr>
            <a:xfrm>
              <a:off x="12676420" y="6239562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2 h 68232"/>
                <a:gd name="connsiteX2" fmla="*/ 25587 w 34116"/>
                <a:gd name="connsiteY2" fmla="*/ 71986 h 68232"/>
                <a:gd name="connsiteX3" fmla="*/ 25587 w 34116"/>
                <a:gd name="connsiteY3" fmla="*/ 26611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2"/>
                  </a:lnTo>
                  <a:cubicBezTo>
                    <a:pt x="25587" y="71303"/>
                    <a:pt x="25587" y="71644"/>
                    <a:pt x="25587" y="71986"/>
                  </a:cubicBezTo>
                  <a:lnTo>
                    <a:pt x="25587" y="26611"/>
                  </a:lnTo>
                  <a:cubicBezTo>
                    <a:pt x="25587" y="25929"/>
                    <a:pt x="25587" y="25929"/>
                    <a:pt x="2558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DCCAD53B-9D94-44B9-BD37-5E0B21D09270}"/>
                </a:ext>
              </a:extLst>
            </p:cNvPr>
            <p:cNvSpPr/>
            <p:nvPr/>
          </p:nvSpPr>
          <p:spPr>
            <a:xfrm>
              <a:off x="12302545" y="6186396"/>
              <a:ext cx="85750" cy="343004"/>
            </a:xfrm>
            <a:custGeom>
              <a:avLst/>
              <a:gdLst>
                <a:gd name="connsiteX0" fmla="*/ 25929 w 34116"/>
                <a:gd name="connsiteY0" fmla="*/ 69939 h 136464"/>
                <a:gd name="connsiteX1" fmla="*/ 25929 w 34116"/>
                <a:gd name="connsiteY1" fmla="*/ 115654 h 136464"/>
                <a:gd name="connsiteX2" fmla="*/ 25587 w 34116"/>
                <a:gd name="connsiteY2" fmla="*/ 70962 h 136464"/>
                <a:gd name="connsiteX3" fmla="*/ 25587 w 34116"/>
                <a:gd name="connsiteY3" fmla="*/ 2558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36464">
                  <a:moveTo>
                    <a:pt x="25929" y="69939"/>
                  </a:moveTo>
                  <a:lnTo>
                    <a:pt x="25929" y="115654"/>
                  </a:lnTo>
                  <a:lnTo>
                    <a:pt x="25587" y="70962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57702325-8F08-423C-AD5D-386EC1B57A81}"/>
                </a:ext>
              </a:extLst>
            </p:cNvPr>
            <p:cNvSpPr/>
            <p:nvPr/>
          </p:nvSpPr>
          <p:spPr>
            <a:xfrm>
              <a:off x="13539932" y="6298731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1303 h 68232"/>
                <a:gd name="connsiteX2" fmla="*/ 25587 w 34116"/>
                <a:gd name="connsiteY2" fmla="*/ 71303 h 68232"/>
                <a:gd name="connsiteX3" fmla="*/ 25587 w 34116"/>
                <a:gd name="connsiteY3" fmla="*/ 25929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1303"/>
                  </a:lnTo>
                  <a:lnTo>
                    <a:pt x="25587" y="71303"/>
                  </a:lnTo>
                  <a:lnTo>
                    <a:pt x="25587" y="25929"/>
                  </a:lnTo>
                  <a:lnTo>
                    <a:pt x="25587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D8454C3E-2B7A-49D8-B225-F3989FEF0477}"/>
                </a:ext>
              </a:extLst>
            </p:cNvPr>
            <p:cNvSpPr/>
            <p:nvPr/>
          </p:nvSpPr>
          <p:spPr>
            <a:xfrm>
              <a:off x="13539932" y="6299590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1"/>
                  </a:lnTo>
                  <a:cubicBezTo>
                    <a:pt x="25587" y="71303"/>
                    <a:pt x="25587" y="71644"/>
                    <a:pt x="25587" y="71644"/>
                  </a:cubicBezTo>
                  <a:lnTo>
                    <a:pt x="25587" y="26269"/>
                  </a:lnTo>
                  <a:cubicBezTo>
                    <a:pt x="25587" y="25929"/>
                    <a:pt x="25587" y="25587"/>
                    <a:pt x="2558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32BDBCF1-A018-4461-A1C3-5B84E10F9835}"/>
                </a:ext>
              </a:extLst>
            </p:cNvPr>
            <p:cNvSpPr/>
            <p:nvPr/>
          </p:nvSpPr>
          <p:spPr>
            <a:xfrm>
              <a:off x="13539074" y="6301304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2"/>
                  </a:lnTo>
                  <a:cubicBezTo>
                    <a:pt x="25929" y="71303"/>
                    <a:pt x="25929" y="71644"/>
                    <a:pt x="25587" y="71644"/>
                  </a:cubicBezTo>
                  <a:lnTo>
                    <a:pt x="25587" y="26270"/>
                  </a:lnTo>
                  <a:cubicBezTo>
                    <a:pt x="25587" y="25929"/>
                    <a:pt x="25929" y="25929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D5E81C-F4CE-45E5-81BD-E2E6EE9FF971}"/>
                </a:ext>
              </a:extLst>
            </p:cNvPr>
            <p:cNvSpPr/>
            <p:nvPr/>
          </p:nvSpPr>
          <p:spPr>
            <a:xfrm>
              <a:off x="13538216" y="6303020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1"/>
                  </a:lnTo>
                  <a:cubicBezTo>
                    <a:pt x="25929" y="71303"/>
                    <a:pt x="25587" y="71643"/>
                    <a:pt x="25587" y="71643"/>
                  </a:cubicBezTo>
                  <a:lnTo>
                    <a:pt x="25587" y="26269"/>
                  </a:lnTo>
                  <a:cubicBezTo>
                    <a:pt x="25929" y="26269"/>
                    <a:pt x="25929" y="25928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60025318-3CE9-490B-9812-01A8A6129F49}"/>
                </a:ext>
              </a:extLst>
            </p:cNvPr>
            <p:cNvSpPr/>
            <p:nvPr/>
          </p:nvSpPr>
          <p:spPr>
            <a:xfrm>
              <a:off x="13536502" y="6305592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1"/>
                  </a:lnTo>
                  <a:cubicBezTo>
                    <a:pt x="26269" y="71303"/>
                    <a:pt x="25929" y="71644"/>
                    <a:pt x="25587" y="71644"/>
                  </a:cubicBezTo>
                  <a:lnTo>
                    <a:pt x="25587" y="26269"/>
                  </a:lnTo>
                  <a:cubicBezTo>
                    <a:pt x="25929" y="25928"/>
                    <a:pt x="26269" y="25587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78382059-29BD-4D06-98F7-F2161DBF9144}"/>
                </a:ext>
              </a:extLst>
            </p:cNvPr>
            <p:cNvSpPr/>
            <p:nvPr/>
          </p:nvSpPr>
          <p:spPr>
            <a:xfrm>
              <a:off x="13533928" y="6307306"/>
              <a:ext cx="85750" cy="171501"/>
            </a:xfrm>
            <a:custGeom>
              <a:avLst/>
              <a:gdLst>
                <a:gd name="connsiteX0" fmla="*/ 26611 w 34116"/>
                <a:gd name="connsiteY0" fmla="*/ 25587 h 68232"/>
                <a:gd name="connsiteX1" fmla="*/ 26611 w 34116"/>
                <a:gd name="connsiteY1" fmla="*/ 70962 h 68232"/>
                <a:gd name="connsiteX2" fmla="*/ 25587 w 34116"/>
                <a:gd name="connsiteY2" fmla="*/ 71986 h 68232"/>
                <a:gd name="connsiteX3" fmla="*/ 25587 w 34116"/>
                <a:gd name="connsiteY3" fmla="*/ 26611 h 68232"/>
                <a:gd name="connsiteX4" fmla="*/ 2661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611" y="25587"/>
                  </a:moveTo>
                  <a:lnTo>
                    <a:pt x="26611" y="70962"/>
                  </a:lnTo>
                  <a:cubicBezTo>
                    <a:pt x="26269" y="71303"/>
                    <a:pt x="25928" y="71644"/>
                    <a:pt x="25587" y="71986"/>
                  </a:cubicBezTo>
                  <a:lnTo>
                    <a:pt x="25587" y="26611"/>
                  </a:lnTo>
                  <a:cubicBezTo>
                    <a:pt x="26269" y="26269"/>
                    <a:pt x="26611" y="25929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1F3FF914-6524-4D9A-81C9-0C03FA62DEBB}"/>
                </a:ext>
              </a:extLst>
            </p:cNvPr>
            <p:cNvSpPr/>
            <p:nvPr/>
          </p:nvSpPr>
          <p:spPr>
            <a:xfrm>
              <a:off x="13530496" y="6309880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2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2"/>
                  </a:lnTo>
                  <a:cubicBezTo>
                    <a:pt x="26952" y="71303"/>
                    <a:pt x="26269" y="71986"/>
                    <a:pt x="25587" y="72326"/>
                  </a:cubicBezTo>
                  <a:lnTo>
                    <a:pt x="25587" y="26952"/>
                  </a:lnTo>
                  <a:cubicBezTo>
                    <a:pt x="26269" y="26269"/>
                    <a:pt x="26611" y="2592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FAE95B9-3DC8-425C-AE68-5EB77E788379}"/>
                </a:ext>
              </a:extLst>
            </p:cNvPr>
            <p:cNvSpPr/>
            <p:nvPr/>
          </p:nvSpPr>
          <p:spPr>
            <a:xfrm>
              <a:off x="13522781" y="6312451"/>
              <a:ext cx="85750" cy="171501"/>
            </a:xfrm>
            <a:custGeom>
              <a:avLst/>
              <a:gdLst>
                <a:gd name="connsiteX0" fmla="*/ 28657 w 34116"/>
                <a:gd name="connsiteY0" fmla="*/ 25587 h 68232"/>
                <a:gd name="connsiteX1" fmla="*/ 28657 w 34116"/>
                <a:gd name="connsiteY1" fmla="*/ 70962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865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657" y="25587"/>
                  </a:moveTo>
                  <a:lnTo>
                    <a:pt x="28657" y="70962"/>
                  </a:lnTo>
                  <a:cubicBezTo>
                    <a:pt x="27634" y="71644"/>
                    <a:pt x="26611" y="71986"/>
                    <a:pt x="25587" y="72326"/>
                  </a:cubicBezTo>
                  <a:lnTo>
                    <a:pt x="25587" y="26952"/>
                  </a:lnTo>
                  <a:cubicBezTo>
                    <a:pt x="26611" y="26952"/>
                    <a:pt x="27634" y="26270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9877E2C9-12C8-49A2-B83A-F648CF061332}"/>
                </a:ext>
              </a:extLst>
            </p:cNvPr>
            <p:cNvSpPr/>
            <p:nvPr/>
          </p:nvSpPr>
          <p:spPr>
            <a:xfrm>
              <a:off x="13515064" y="6316743"/>
              <a:ext cx="85750" cy="171501"/>
            </a:xfrm>
            <a:custGeom>
              <a:avLst/>
              <a:gdLst>
                <a:gd name="connsiteX0" fmla="*/ 28316 w 34116"/>
                <a:gd name="connsiteY0" fmla="*/ 25587 h 68232"/>
                <a:gd name="connsiteX1" fmla="*/ 28316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8316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316" y="25587"/>
                  </a:moveTo>
                  <a:lnTo>
                    <a:pt x="28316" y="70961"/>
                  </a:lnTo>
                  <a:cubicBezTo>
                    <a:pt x="27634" y="71303"/>
                    <a:pt x="26611" y="71303"/>
                    <a:pt x="25587" y="71643"/>
                  </a:cubicBezTo>
                  <a:lnTo>
                    <a:pt x="25587" y="26269"/>
                  </a:lnTo>
                  <a:cubicBezTo>
                    <a:pt x="26611" y="25928"/>
                    <a:pt x="27634" y="25587"/>
                    <a:pt x="28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6A34687B-B4F0-4D13-8FB9-4E100DB329AA}"/>
                </a:ext>
              </a:extLst>
            </p:cNvPr>
            <p:cNvSpPr/>
            <p:nvPr/>
          </p:nvSpPr>
          <p:spPr>
            <a:xfrm>
              <a:off x="13511634" y="6318457"/>
              <a:ext cx="85750" cy="171501"/>
            </a:xfrm>
            <a:custGeom>
              <a:avLst/>
              <a:gdLst>
                <a:gd name="connsiteX0" fmla="*/ 27294 w 34116"/>
                <a:gd name="connsiteY0" fmla="*/ 25587 h 68232"/>
                <a:gd name="connsiteX1" fmla="*/ 27294 w 34116"/>
                <a:gd name="connsiteY1" fmla="*/ 70961 h 68232"/>
                <a:gd name="connsiteX2" fmla="*/ 25587 w 34116"/>
                <a:gd name="connsiteY2" fmla="*/ 71303 h 68232"/>
                <a:gd name="connsiteX3" fmla="*/ 25587 w 34116"/>
                <a:gd name="connsiteY3" fmla="*/ 25929 h 68232"/>
                <a:gd name="connsiteX4" fmla="*/ 27294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4" y="25587"/>
                  </a:moveTo>
                  <a:lnTo>
                    <a:pt x="27294" y="70961"/>
                  </a:lnTo>
                  <a:cubicBezTo>
                    <a:pt x="26611" y="70961"/>
                    <a:pt x="26269" y="71303"/>
                    <a:pt x="25587" y="71303"/>
                  </a:cubicBezTo>
                  <a:lnTo>
                    <a:pt x="25587" y="25929"/>
                  </a:lnTo>
                  <a:cubicBezTo>
                    <a:pt x="25929" y="25587"/>
                    <a:pt x="26611" y="25587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F37C04B8-076E-4D4C-9EEC-F46719B3B3F4}"/>
                </a:ext>
              </a:extLst>
            </p:cNvPr>
            <p:cNvSpPr/>
            <p:nvPr/>
          </p:nvSpPr>
          <p:spPr>
            <a:xfrm>
              <a:off x="13506489" y="6318457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611" y="70961"/>
                    <a:pt x="26269" y="70961"/>
                    <a:pt x="25587" y="70961"/>
                  </a:cubicBezTo>
                  <a:lnTo>
                    <a:pt x="25587" y="25587"/>
                  </a:lnTo>
                  <a:cubicBezTo>
                    <a:pt x="26269" y="25929"/>
                    <a:pt x="26952" y="2592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50D00B6E-EFE4-4290-8035-B987E287CF37}"/>
                </a:ext>
              </a:extLst>
            </p:cNvPr>
            <p:cNvSpPr/>
            <p:nvPr/>
          </p:nvSpPr>
          <p:spPr>
            <a:xfrm>
              <a:off x="13503915" y="6319313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1" y="70961"/>
                    <a:pt x="26269" y="70961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611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E05B4A17-E088-45E8-B0A7-7C1076472736}"/>
                </a:ext>
              </a:extLst>
            </p:cNvPr>
            <p:cNvSpPr/>
            <p:nvPr/>
          </p:nvSpPr>
          <p:spPr>
            <a:xfrm>
              <a:off x="13355566" y="6319313"/>
              <a:ext cx="257253" cy="171501"/>
            </a:xfrm>
            <a:custGeom>
              <a:avLst/>
              <a:gdLst>
                <a:gd name="connsiteX0" fmla="*/ 84608 w 102348"/>
                <a:gd name="connsiteY0" fmla="*/ 25587 h 68232"/>
                <a:gd name="connsiteX1" fmla="*/ 84608 w 102348"/>
                <a:gd name="connsiteY1" fmla="*/ 70961 h 68232"/>
                <a:gd name="connsiteX2" fmla="*/ 25587 w 102348"/>
                <a:gd name="connsiteY2" fmla="*/ 70961 h 68232"/>
                <a:gd name="connsiteX3" fmla="*/ 25587 w 102348"/>
                <a:gd name="connsiteY3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68232">
                  <a:moveTo>
                    <a:pt x="84608" y="25587"/>
                  </a:moveTo>
                  <a:lnTo>
                    <a:pt x="84608" y="70961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EEF45288-A340-445B-8349-273C89529370}"/>
                </a:ext>
              </a:extLst>
            </p:cNvPr>
            <p:cNvSpPr/>
            <p:nvPr/>
          </p:nvSpPr>
          <p:spPr>
            <a:xfrm>
              <a:off x="12339420" y="6319313"/>
              <a:ext cx="257253" cy="171501"/>
            </a:xfrm>
            <a:custGeom>
              <a:avLst/>
              <a:gdLst>
                <a:gd name="connsiteX0" fmla="*/ 85290 w 102348"/>
                <a:gd name="connsiteY0" fmla="*/ 25587 h 68232"/>
                <a:gd name="connsiteX1" fmla="*/ 84949 w 102348"/>
                <a:gd name="connsiteY1" fmla="*/ 70961 h 68232"/>
                <a:gd name="connsiteX2" fmla="*/ 25587 w 102348"/>
                <a:gd name="connsiteY2" fmla="*/ 70961 h 68232"/>
                <a:gd name="connsiteX3" fmla="*/ 25587 w 102348"/>
                <a:gd name="connsiteY3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68232">
                  <a:moveTo>
                    <a:pt x="85290" y="25587"/>
                  </a:moveTo>
                  <a:lnTo>
                    <a:pt x="84949" y="70961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FB66C721-B619-4FB5-B82C-EC49E61EAE4A}"/>
                </a:ext>
              </a:extLst>
            </p:cNvPr>
            <p:cNvSpPr/>
            <p:nvPr/>
          </p:nvSpPr>
          <p:spPr>
            <a:xfrm>
              <a:off x="12337704" y="6319313"/>
              <a:ext cx="85750" cy="171501"/>
            </a:xfrm>
            <a:custGeom>
              <a:avLst/>
              <a:gdLst>
                <a:gd name="connsiteX0" fmla="*/ 26270 w 34116"/>
                <a:gd name="connsiteY0" fmla="*/ 25587 h 68232"/>
                <a:gd name="connsiteX1" fmla="*/ 26270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270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70" y="25587"/>
                  </a:moveTo>
                  <a:lnTo>
                    <a:pt x="26270" y="70961"/>
                  </a:lnTo>
                  <a:cubicBezTo>
                    <a:pt x="25929" y="70961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270" y="25587"/>
                    <a:pt x="2627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A601F004-6D66-4480-8CC2-E1040A8CAD28}"/>
                </a:ext>
              </a:extLst>
            </p:cNvPr>
            <p:cNvSpPr/>
            <p:nvPr/>
          </p:nvSpPr>
          <p:spPr>
            <a:xfrm>
              <a:off x="12334272" y="6319313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2" y="70961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6270" y="25587"/>
                    <a:pt x="26612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8786FE69-9825-4AF3-8E6A-CEE475111BB6}"/>
                </a:ext>
              </a:extLst>
            </p:cNvPr>
            <p:cNvSpPr/>
            <p:nvPr/>
          </p:nvSpPr>
          <p:spPr>
            <a:xfrm>
              <a:off x="12330845" y="6318457"/>
              <a:ext cx="85750" cy="171501"/>
            </a:xfrm>
            <a:custGeom>
              <a:avLst/>
              <a:gdLst>
                <a:gd name="connsiteX0" fmla="*/ 26951 w 34116"/>
                <a:gd name="connsiteY0" fmla="*/ 25587 h 68232"/>
                <a:gd name="connsiteX1" fmla="*/ 26951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1" y="25587"/>
                  </a:moveTo>
                  <a:lnTo>
                    <a:pt x="26951" y="70961"/>
                  </a:lnTo>
                  <a:cubicBezTo>
                    <a:pt x="26611" y="70961"/>
                    <a:pt x="25928" y="70961"/>
                    <a:pt x="25587" y="70961"/>
                  </a:cubicBezTo>
                  <a:lnTo>
                    <a:pt x="25587" y="25587"/>
                  </a:lnTo>
                  <a:cubicBezTo>
                    <a:pt x="26269" y="25587"/>
                    <a:pt x="26611" y="25587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D3F8607E-9269-41E6-AE3D-3D948418EA52}"/>
                </a:ext>
              </a:extLst>
            </p:cNvPr>
            <p:cNvSpPr/>
            <p:nvPr/>
          </p:nvSpPr>
          <p:spPr>
            <a:xfrm>
              <a:off x="12327413" y="6317597"/>
              <a:ext cx="85750" cy="171501"/>
            </a:xfrm>
            <a:custGeom>
              <a:avLst/>
              <a:gdLst>
                <a:gd name="connsiteX0" fmla="*/ 26952 w 34116"/>
                <a:gd name="connsiteY0" fmla="*/ 25929 h 68232"/>
                <a:gd name="connsiteX1" fmla="*/ 26952 w 34116"/>
                <a:gd name="connsiteY1" fmla="*/ 71303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6952 w 34116"/>
                <a:gd name="connsiteY4" fmla="*/ 2592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929"/>
                  </a:moveTo>
                  <a:lnTo>
                    <a:pt x="26952" y="71303"/>
                  </a:lnTo>
                  <a:cubicBezTo>
                    <a:pt x="26611" y="71303"/>
                    <a:pt x="25929" y="71303"/>
                    <a:pt x="25587" y="70962"/>
                  </a:cubicBezTo>
                  <a:lnTo>
                    <a:pt x="25587" y="25587"/>
                  </a:lnTo>
                  <a:cubicBezTo>
                    <a:pt x="26269" y="25929"/>
                    <a:pt x="26611" y="25929"/>
                    <a:pt x="26952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6297E89B-8C43-4227-94E9-A748AAC88CAF}"/>
                </a:ext>
              </a:extLst>
            </p:cNvPr>
            <p:cNvSpPr/>
            <p:nvPr/>
          </p:nvSpPr>
          <p:spPr>
            <a:xfrm>
              <a:off x="12323983" y="6316743"/>
              <a:ext cx="85750" cy="171501"/>
            </a:xfrm>
            <a:custGeom>
              <a:avLst/>
              <a:gdLst>
                <a:gd name="connsiteX0" fmla="*/ 26952 w 34116"/>
                <a:gd name="connsiteY0" fmla="*/ 25928 h 68232"/>
                <a:gd name="connsiteX1" fmla="*/ 26952 w 34116"/>
                <a:gd name="connsiteY1" fmla="*/ 71303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928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928"/>
                  </a:moveTo>
                  <a:lnTo>
                    <a:pt x="26952" y="71303"/>
                  </a:lnTo>
                  <a:cubicBezTo>
                    <a:pt x="26270" y="71303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5929" y="25928"/>
                    <a:pt x="26611" y="25928"/>
                    <a:pt x="26952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E186B132-A9D8-4A5E-9493-643663B8D440}"/>
                </a:ext>
              </a:extLst>
            </p:cNvPr>
            <p:cNvSpPr/>
            <p:nvPr/>
          </p:nvSpPr>
          <p:spPr>
            <a:xfrm>
              <a:off x="12319698" y="6315025"/>
              <a:ext cx="85750" cy="171501"/>
            </a:xfrm>
            <a:custGeom>
              <a:avLst/>
              <a:gdLst>
                <a:gd name="connsiteX0" fmla="*/ 27293 w 34116"/>
                <a:gd name="connsiteY0" fmla="*/ 26270 h 68232"/>
                <a:gd name="connsiteX1" fmla="*/ 27293 w 34116"/>
                <a:gd name="connsiteY1" fmla="*/ 71644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7293 w 34116"/>
                <a:gd name="connsiteY4" fmla="*/ 26270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6270"/>
                  </a:moveTo>
                  <a:lnTo>
                    <a:pt x="27293" y="71644"/>
                  </a:lnTo>
                  <a:cubicBezTo>
                    <a:pt x="26611" y="71303"/>
                    <a:pt x="25929" y="71303"/>
                    <a:pt x="25587" y="70962"/>
                  </a:cubicBezTo>
                  <a:lnTo>
                    <a:pt x="25587" y="25587"/>
                  </a:lnTo>
                  <a:cubicBezTo>
                    <a:pt x="25929" y="25929"/>
                    <a:pt x="26611" y="26270"/>
                    <a:pt x="27293" y="2627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ADB24D52-44A6-4797-B97D-6EB53C5F6EB4}"/>
                </a:ext>
              </a:extLst>
            </p:cNvPr>
            <p:cNvSpPr/>
            <p:nvPr/>
          </p:nvSpPr>
          <p:spPr>
            <a:xfrm>
              <a:off x="12303405" y="6297877"/>
              <a:ext cx="85750" cy="257253"/>
            </a:xfrm>
            <a:custGeom>
              <a:avLst/>
              <a:gdLst>
                <a:gd name="connsiteX0" fmla="*/ 32069 w 34116"/>
                <a:gd name="connsiteY0" fmla="*/ 32410 h 102348"/>
                <a:gd name="connsiteX1" fmla="*/ 32069 w 34116"/>
                <a:gd name="connsiteY1" fmla="*/ 77785 h 102348"/>
                <a:gd name="connsiteX2" fmla="*/ 30022 w 34116"/>
                <a:gd name="connsiteY2" fmla="*/ 76761 h 102348"/>
                <a:gd name="connsiteX3" fmla="*/ 25587 w 34116"/>
                <a:gd name="connsiteY3" fmla="*/ 70961 h 102348"/>
                <a:gd name="connsiteX4" fmla="*/ 25587 w 34116"/>
                <a:gd name="connsiteY4" fmla="*/ 25587 h 102348"/>
                <a:gd name="connsiteX5" fmla="*/ 30022 w 34116"/>
                <a:gd name="connsiteY5" fmla="*/ 31386 h 102348"/>
                <a:gd name="connsiteX6" fmla="*/ 32069 w 34116"/>
                <a:gd name="connsiteY6" fmla="*/ 32410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116" h="102348">
                  <a:moveTo>
                    <a:pt x="32069" y="32410"/>
                  </a:moveTo>
                  <a:lnTo>
                    <a:pt x="32069" y="77785"/>
                  </a:lnTo>
                  <a:cubicBezTo>
                    <a:pt x="31387" y="77443"/>
                    <a:pt x="30704" y="77102"/>
                    <a:pt x="30022" y="76761"/>
                  </a:cubicBezTo>
                  <a:cubicBezTo>
                    <a:pt x="27293" y="75396"/>
                    <a:pt x="25929" y="73008"/>
                    <a:pt x="25587" y="70961"/>
                  </a:cubicBezTo>
                  <a:lnTo>
                    <a:pt x="25587" y="25587"/>
                  </a:lnTo>
                  <a:cubicBezTo>
                    <a:pt x="25587" y="27974"/>
                    <a:pt x="27293" y="30021"/>
                    <a:pt x="30022" y="31386"/>
                  </a:cubicBezTo>
                  <a:cubicBezTo>
                    <a:pt x="30364" y="32069"/>
                    <a:pt x="31387" y="32410"/>
                    <a:pt x="32069" y="3241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27424E8B-A25E-4852-9A75-52976F1AC14F}"/>
                </a:ext>
              </a:extLst>
            </p:cNvPr>
            <p:cNvSpPr/>
            <p:nvPr/>
          </p:nvSpPr>
          <p:spPr>
            <a:xfrm>
              <a:off x="13353852" y="6319313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1 h 68232"/>
                <a:gd name="connsiteX2" fmla="*/ 25587 w 34116"/>
                <a:gd name="connsiteY2" fmla="*/ 71985 h 68232"/>
                <a:gd name="connsiteX3" fmla="*/ 25587 w 34116"/>
                <a:gd name="connsiteY3" fmla="*/ 26611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1"/>
                  </a:lnTo>
                  <a:cubicBezTo>
                    <a:pt x="25929" y="71303"/>
                    <a:pt x="25929" y="71643"/>
                    <a:pt x="25587" y="71985"/>
                  </a:cubicBezTo>
                  <a:lnTo>
                    <a:pt x="25587" y="26611"/>
                  </a:lnTo>
                  <a:cubicBezTo>
                    <a:pt x="25929" y="26269"/>
                    <a:pt x="26269" y="25928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EF809CC2-1A90-422B-B398-6674FD0F072A}"/>
                </a:ext>
              </a:extLst>
            </p:cNvPr>
            <p:cNvSpPr/>
            <p:nvPr/>
          </p:nvSpPr>
          <p:spPr>
            <a:xfrm>
              <a:off x="13334128" y="6321884"/>
              <a:ext cx="85750" cy="257253"/>
            </a:xfrm>
            <a:custGeom>
              <a:avLst/>
              <a:gdLst>
                <a:gd name="connsiteX0" fmla="*/ 33434 w 34116"/>
                <a:gd name="connsiteY0" fmla="*/ 25587 h 102348"/>
                <a:gd name="connsiteX1" fmla="*/ 33434 w 34116"/>
                <a:gd name="connsiteY1" fmla="*/ 70961 h 102348"/>
                <a:gd name="connsiteX2" fmla="*/ 25587 w 34116"/>
                <a:gd name="connsiteY2" fmla="*/ 82902 h 102348"/>
                <a:gd name="connsiteX3" fmla="*/ 25587 w 34116"/>
                <a:gd name="connsiteY3" fmla="*/ 37527 h 102348"/>
                <a:gd name="connsiteX4" fmla="*/ 33434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3434" y="25587"/>
                  </a:moveTo>
                  <a:lnTo>
                    <a:pt x="33434" y="70961"/>
                  </a:lnTo>
                  <a:cubicBezTo>
                    <a:pt x="31046" y="75055"/>
                    <a:pt x="28657" y="78808"/>
                    <a:pt x="25587" y="82902"/>
                  </a:cubicBezTo>
                  <a:lnTo>
                    <a:pt x="25587" y="37527"/>
                  </a:lnTo>
                  <a:cubicBezTo>
                    <a:pt x="28657" y="33433"/>
                    <a:pt x="31387" y="29681"/>
                    <a:pt x="3343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0FEEAD30-B192-4532-BE65-4222BA1C8710}"/>
                </a:ext>
              </a:extLst>
            </p:cNvPr>
            <p:cNvSpPr/>
            <p:nvPr/>
          </p:nvSpPr>
          <p:spPr>
            <a:xfrm>
              <a:off x="13322123" y="6351896"/>
              <a:ext cx="85750" cy="257253"/>
            </a:xfrm>
            <a:custGeom>
              <a:avLst/>
              <a:gdLst>
                <a:gd name="connsiteX0" fmla="*/ 30363 w 34116"/>
                <a:gd name="connsiteY0" fmla="*/ 25587 h 102348"/>
                <a:gd name="connsiteX1" fmla="*/ 30363 w 34116"/>
                <a:gd name="connsiteY1" fmla="*/ 70962 h 102348"/>
                <a:gd name="connsiteX2" fmla="*/ 25587 w 34116"/>
                <a:gd name="connsiteY2" fmla="*/ 76761 h 102348"/>
                <a:gd name="connsiteX3" fmla="*/ 25587 w 34116"/>
                <a:gd name="connsiteY3" fmla="*/ 31387 h 102348"/>
                <a:gd name="connsiteX4" fmla="*/ 30363 w 34116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0363" y="25587"/>
                  </a:moveTo>
                  <a:lnTo>
                    <a:pt x="30363" y="70962"/>
                  </a:lnTo>
                  <a:cubicBezTo>
                    <a:pt x="28999" y="73009"/>
                    <a:pt x="27293" y="74715"/>
                    <a:pt x="25587" y="76761"/>
                  </a:cubicBezTo>
                  <a:lnTo>
                    <a:pt x="25587" y="31387"/>
                  </a:lnTo>
                  <a:cubicBezTo>
                    <a:pt x="27293" y="29340"/>
                    <a:pt x="28999" y="27294"/>
                    <a:pt x="3036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A1554636-B825-43AD-9DB8-2B9619B76E7E}"/>
                </a:ext>
              </a:extLst>
            </p:cNvPr>
            <p:cNvSpPr/>
            <p:nvPr/>
          </p:nvSpPr>
          <p:spPr>
            <a:xfrm>
              <a:off x="12489484" y="6318457"/>
              <a:ext cx="85750" cy="257253"/>
            </a:xfrm>
            <a:custGeom>
              <a:avLst/>
              <a:gdLst>
                <a:gd name="connsiteX0" fmla="*/ 38550 w 34116"/>
                <a:gd name="connsiteY0" fmla="*/ 44351 h 102348"/>
                <a:gd name="connsiteX1" fmla="*/ 38550 w 34116"/>
                <a:gd name="connsiteY1" fmla="*/ 89726 h 102348"/>
                <a:gd name="connsiteX2" fmla="*/ 25587 w 34116"/>
                <a:gd name="connsiteY2" fmla="*/ 70961 h 102348"/>
                <a:gd name="connsiteX3" fmla="*/ 25587 w 34116"/>
                <a:gd name="connsiteY3" fmla="*/ 25587 h 102348"/>
                <a:gd name="connsiteX4" fmla="*/ 38550 w 34116"/>
                <a:gd name="connsiteY4" fmla="*/ 44351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38550" y="44351"/>
                  </a:moveTo>
                  <a:lnTo>
                    <a:pt x="38550" y="89726"/>
                  </a:lnTo>
                  <a:cubicBezTo>
                    <a:pt x="33093" y="83925"/>
                    <a:pt x="28657" y="77443"/>
                    <a:pt x="25587" y="70961"/>
                  </a:cubicBezTo>
                  <a:lnTo>
                    <a:pt x="25587" y="25587"/>
                  </a:lnTo>
                  <a:cubicBezTo>
                    <a:pt x="28657" y="32411"/>
                    <a:pt x="33093" y="38551"/>
                    <a:pt x="38550" y="443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51D8A1C9-7823-4DEE-8986-4112D4F4D22A}"/>
                </a:ext>
              </a:extLst>
            </p:cNvPr>
            <p:cNvSpPr/>
            <p:nvPr/>
          </p:nvSpPr>
          <p:spPr>
            <a:xfrm>
              <a:off x="13438745" y="6441936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1 h 68232"/>
                <a:gd name="connsiteX2" fmla="*/ 25587 w 34116"/>
                <a:gd name="connsiteY2" fmla="*/ 71303 h 68232"/>
                <a:gd name="connsiteX3" fmla="*/ 25587 w 34116"/>
                <a:gd name="connsiteY3" fmla="*/ 25587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1"/>
                  </a:lnTo>
                  <a:lnTo>
                    <a:pt x="25587" y="71303"/>
                  </a:lnTo>
                  <a:lnTo>
                    <a:pt x="25587" y="25587"/>
                  </a:lnTo>
                  <a:lnTo>
                    <a:pt x="25587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4CF01A3D-F647-4DFD-86D1-2467B898A8A0}"/>
                </a:ext>
              </a:extLst>
            </p:cNvPr>
            <p:cNvSpPr/>
            <p:nvPr/>
          </p:nvSpPr>
          <p:spPr>
            <a:xfrm>
              <a:off x="13438745" y="6441936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1"/>
                  </a:lnTo>
                  <a:cubicBezTo>
                    <a:pt x="25587" y="71303"/>
                    <a:pt x="25587" y="71644"/>
                    <a:pt x="25587" y="71644"/>
                  </a:cubicBezTo>
                  <a:lnTo>
                    <a:pt x="25587" y="26269"/>
                  </a:lnTo>
                  <a:cubicBezTo>
                    <a:pt x="25587" y="26269"/>
                    <a:pt x="25587" y="25929"/>
                    <a:pt x="2558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22170430-854F-4DB2-A37B-D1428FC4EA43}"/>
                </a:ext>
              </a:extLst>
            </p:cNvPr>
            <p:cNvSpPr/>
            <p:nvPr/>
          </p:nvSpPr>
          <p:spPr>
            <a:xfrm>
              <a:off x="13437887" y="6444508"/>
              <a:ext cx="85750" cy="171501"/>
            </a:xfrm>
            <a:custGeom>
              <a:avLst/>
              <a:gdLst>
                <a:gd name="connsiteX0" fmla="*/ 25928 w 34116"/>
                <a:gd name="connsiteY0" fmla="*/ 25587 h 68232"/>
                <a:gd name="connsiteX1" fmla="*/ 25928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5928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8" y="25587"/>
                  </a:moveTo>
                  <a:lnTo>
                    <a:pt x="25928" y="70961"/>
                  </a:lnTo>
                  <a:cubicBezTo>
                    <a:pt x="25928" y="71303"/>
                    <a:pt x="25928" y="71644"/>
                    <a:pt x="25587" y="71644"/>
                  </a:cubicBezTo>
                  <a:lnTo>
                    <a:pt x="25587" y="26269"/>
                  </a:lnTo>
                  <a:cubicBezTo>
                    <a:pt x="25587" y="25929"/>
                    <a:pt x="25928" y="25587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0E2170ED-E9D5-4FDD-9334-D32B50073F50}"/>
                </a:ext>
              </a:extLst>
            </p:cNvPr>
            <p:cNvSpPr/>
            <p:nvPr/>
          </p:nvSpPr>
          <p:spPr>
            <a:xfrm>
              <a:off x="13437031" y="6446222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2"/>
                  </a:lnTo>
                  <a:cubicBezTo>
                    <a:pt x="25929" y="71303"/>
                    <a:pt x="25587" y="71644"/>
                    <a:pt x="25587" y="71644"/>
                  </a:cubicBezTo>
                  <a:lnTo>
                    <a:pt x="25587" y="26270"/>
                  </a:lnTo>
                  <a:cubicBezTo>
                    <a:pt x="25587" y="26270"/>
                    <a:pt x="25929" y="25929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5DE3E8C4-D004-4789-816D-BFCDE640E441}"/>
                </a:ext>
              </a:extLst>
            </p:cNvPr>
            <p:cNvSpPr/>
            <p:nvPr/>
          </p:nvSpPr>
          <p:spPr>
            <a:xfrm>
              <a:off x="13435317" y="6447939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1"/>
                  </a:lnTo>
                  <a:cubicBezTo>
                    <a:pt x="26269" y="71303"/>
                    <a:pt x="25928" y="71643"/>
                    <a:pt x="25587" y="71643"/>
                  </a:cubicBezTo>
                  <a:lnTo>
                    <a:pt x="25587" y="26269"/>
                  </a:lnTo>
                  <a:cubicBezTo>
                    <a:pt x="25928" y="26269"/>
                    <a:pt x="26269" y="25928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CF06C280-487D-4047-8F5B-51C7AD0B63EC}"/>
                </a:ext>
              </a:extLst>
            </p:cNvPr>
            <p:cNvSpPr/>
            <p:nvPr/>
          </p:nvSpPr>
          <p:spPr>
            <a:xfrm>
              <a:off x="13432743" y="6450513"/>
              <a:ext cx="85750" cy="171501"/>
            </a:xfrm>
            <a:custGeom>
              <a:avLst/>
              <a:gdLst>
                <a:gd name="connsiteX0" fmla="*/ 26611 w 34116"/>
                <a:gd name="connsiteY0" fmla="*/ 25587 h 68232"/>
                <a:gd name="connsiteX1" fmla="*/ 26611 w 34116"/>
                <a:gd name="connsiteY1" fmla="*/ 70961 h 68232"/>
                <a:gd name="connsiteX2" fmla="*/ 25587 w 34116"/>
                <a:gd name="connsiteY2" fmla="*/ 71985 h 68232"/>
                <a:gd name="connsiteX3" fmla="*/ 25587 w 34116"/>
                <a:gd name="connsiteY3" fmla="*/ 26611 h 68232"/>
                <a:gd name="connsiteX4" fmla="*/ 2661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611" y="25587"/>
                  </a:moveTo>
                  <a:lnTo>
                    <a:pt x="26611" y="70961"/>
                  </a:lnTo>
                  <a:cubicBezTo>
                    <a:pt x="26269" y="71303"/>
                    <a:pt x="25928" y="71643"/>
                    <a:pt x="25587" y="71985"/>
                  </a:cubicBezTo>
                  <a:lnTo>
                    <a:pt x="25587" y="26611"/>
                  </a:lnTo>
                  <a:cubicBezTo>
                    <a:pt x="26269" y="26269"/>
                    <a:pt x="26611" y="25928"/>
                    <a:pt x="2661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B40562F4-3B85-4A98-BF4A-E8C8080F4F6B}"/>
                </a:ext>
              </a:extLst>
            </p:cNvPr>
            <p:cNvSpPr/>
            <p:nvPr/>
          </p:nvSpPr>
          <p:spPr>
            <a:xfrm>
              <a:off x="13429311" y="6452227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952" y="71303"/>
                    <a:pt x="26269" y="71985"/>
                    <a:pt x="25587" y="72326"/>
                  </a:cubicBezTo>
                  <a:lnTo>
                    <a:pt x="25587" y="26952"/>
                  </a:lnTo>
                  <a:cubicBezTo>
                    <a:pt x="26269" y="26611"/>
                    <a:pt x="26611" y="2626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EB0BF50B-9360-4DE7-8525-7E822AD8927E}"/>
                </a:ext>
              </a:extLst>
            </p:cNvPr>
            <p:cNvSpPr/>
            <p:nvPr/>
          </p:nvSpPr>
          <p:spPr>
            <a:xfrm>
              <a:off x="13428453" y="6455659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587 w 34116"/>
                <a:gd name="connsiteY1" fmla="*/ 71303 h 68232"/>
                <a:gd name="connsiteX2" fmla="*/ 25587 w 34116"/>
                <a:gd name="connsiteY2" fmla="*/ 71303 h 68232"/>
                <a:gd name="connsiteX3" fmla="*/ 25587 w 34116"/>
                <a:gd name="connsiteY3" fmla="*/ 25928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587" y="71303"/>
                  </a:lnTo>
                  <a:lnTo>
                    <a:pt x="25587" y="71303"/>
                  </a:lnTo>
                  <a:lnTo>
                    <a:pt x="25587" y="25928"/>
                  </a:lnTo>
                  <a:lnTo>
                    <a:pt x="25929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9B145D0D-F9B0-43E3-B9A8-3E706F2712BD}"/>
                </a:ext>
              </a:extLst>
            </p:cNvPr>
            <p:cNvSpPr/>
            <p:nvPr/>
          </p:nvSpPr>
          <p:spPr>
            <a:xfrm>
              <a:off x="12407162" y="6441078"/>
              <a:ext cx="85750" cy="257253"/>
            </a:xfrm>
            <a:custGeom>
              <a:avLst/>
              <a:gdLst>
                <a:gd name="connsiteX0" fmla="*/ 29681 w 34116"/>
                <a:gd name="connsiteY0" fmla="*/ 31387 h 102348"/>
                <a:gd name="connsiteX1" fmla="*/ 29681 w 34116"/>
                <a:gd name="connsiteY1" fmla="*/ 76761 h 102348"/>
                <a:gd name="connsiteX2" fmla="*/ 25587 w 34116"/>
                <a:gd name="connsiteY2" fmla="*/ 70962 h 102348"/>
                <a:gd name="connsiteX3" fmla="*/ 25587 w 34116"/>
                <a:gd name="connsiteY3" fmla="*/ 25587 h 102348"/>
                <a:gd name="connsiteX4" fmla="*/ 29681 w 34116"/>
                <a:gd name="connsiteY4" fmla="*/ 313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102348">
                  <a:moveTo>
                    <a:pt x="29681" y="31387"/>
                  </a:moveTo>
                  <a:lnTo>
                    <a:pt x="29681" y="76761"/>
                  </a:lnTo>
                  <a:cubicBezTo>
                    <a:pt x="26952" y="75056"/>
                    <a:pt x="25587" y="73009"/>
                    <a:pt x="25587" y="70962"/>
                  </a:cubicBezTo>
                  <a:lnTo>
                    <a:pt x="25587" y="25587"/>
                  </a:lnTo>
                  <a:cubicBezTo>
                    <a:pt x="25587" y="27634"/>
                    <a:pt x="26952" y="30022"/>
                    <a:pt x="29681" y="313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3EB0A1F-AD61-4250-94E1-F81FCD4E4825}"/>
                </a:ext>
              </a:extLst>
            </p:cNvPr>
            <p:cNvSpPr/>
            <p:nvPr/>
          </p:nvSpPr>
          <p:spPr>
            <a:xfrm>
              <a:off x="13055436" y="6474521"/>
              <a:ext cx="171501" cy="257253"/>
            </a:xfrm>
            <a:custGeom>
              <a:avLst/>
              <a:gdLst>
                <a:gd name="connsiteX0" fmla="*/ 57316 w 68232"/>
                <a:gd name="connsiteY0" fmla="*/ 25587 h 102348"/>
                <a:gd name="connsiteX1" fmla="*/ 57316 w 68232"/>
                <a:gd name="connsiteY1" fmla="*/ 70961 h 102348"/>
                <a:gd name="connsiteX2" fmla="*/ 25587 w 68232"/>
                <a:gd name="connsiteY2" fmla="*/ 78467 h 102348"/>
                <a:gd name="connsiteX3" fmla="*/ 25587 w 68232"/>
                <a:gd name="connsiteY3" fmla="*/ 33093 h 102348"/>
                <a:gd name="connsiteX4" fmla="*/ 57316 w 68232"/>
                <a:gd name="connsiteY4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102348">
                  <a:moveTo>
                    <a:pt x="57316" y="25587"/>
                  </a:moveTo>
                  <a:lnTo>
                    <a:pt x="57316" y="70961"/>
                  </a:lnTo>
                  <a:cubicBezTo>
                    <a:pt x="47080" y="74032"/>
                    <a:pt x="36163" y="76761"/>
                    <a:pt x="25587" y="78467"/>
                  </a:cubicBezTo>
                  <a:lnTo>
                    <a:pt x="25587" y="33093"/>
                  </a:lnTo>
                  <a:cubicBezTo>
                    <a:pt x="36505" y="31046"/>
                    <a:pt x="47422" y="28657"/>
                    <a:pt x="5731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7ADA638D-8DA5-4C6C-AB73-DD7EEC0DA7AF}"/>
                </a:ext>
              </a:extLst>
            </p:cNvPr>
            <p:cNvSpPr/>
            <p:nvPr/>
          </p:nvSpPr>
          <p:spPr>
            <a:xfrm>
              <a:off x="12765604" y="6489098"/>
              <a:ext cx="85750" cy="171501"/>
            </a:xfrm>
            <a:custGeom>
              <a:avLst/>
              <a:gdLst>
                <a:gd name="connsiteX0" fmla="*/ 35480 w 34116"/>
                <a:gd name="connsiteY0" fmla="*/ 27294 h 68232"/>
                <a:gd name="connsiteX1" fmla="*/ 35480 w 34116"/>
                <a:gd name="connsiteY1" fmla="*/ 72668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35480 w 34116"/>
                <a:gd name="connsiteY4" fmla="*/ 27294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5480" y="27294"/>
                  </a:moveTo>
                  <a:lnTo>
                    <a:pt x="35480" y="72668"/>
                  </a:lnTo>
                  <a:cubicBezTo>
                    <a:pt x="32068" y="71986"/>
                    <a:pt x="28998" y="71644"/>
                    <a:pt x="25587" y="70962"/>
                  </a:cubicBezTo>
                  <a:lnTo>
                    <a:pt x="25587" y="25587"/>
                  </a:lnTo>
                  <a:cubicBezTo>
                    <a:pt x="28998" y="25929"/>
                    <a:pt x="32410" y="26611"/>
                    <a:pt x="35480" y="2729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BE35DA7C-1472-41E2-B809-B0C592DAE96D}"/>
                </a:ext>
              </a:extLst>
            </p:cNvPr>
            <p:cNvSpPr/>
            <p:nvPr/>
          </p:nvSpPr>
          <p:spPr>
            <a:xfrm>
              <a:off x="12721012" y="6477095"/>
              <a:ext cx="171501" cy="171501"/>
            </a:xfrm>
            <a:custGeom>
              <a:avLst/>
              <a:gdLst>
                <a:gd name="connsiteX0" fmla="*/ 43669 w 68232"/>
                <a:gd name="connsiteY0" fmla="*/ 30022 h 68232"/>
                <a:gd name="connsiteX1" fmla="*/ 43669 w 68232"/>
                <a:gd name="connsiteY1" fmla="*/ 75396 h 68232"/>
                <a:gd name="connsiteX2" fmla="*/ 25587 w 68232"/>
                <a:gd name="connsiteY2" fmla="*/ 70961 h 68232"/>
                <a:gd name="connsiteX3" fmla="*/ 25587 w 68232"/>
                <a:gd name="connsiteY3" fmla="*/ 25587 h 68232"/>
                <a:gd name="connsiteX4" fmla="*/ 43669 w 68232"/>
                <a:gd name="connsiteY4" fmla="*/ 30022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68232">
                  <a:moveTo>
                    <a:pt x="43669" y="30022"/>
                  </a:moveTo>
                  <a:lnTo>
                    <a:pt x="43669" y="75396"/>
                  </a:lnTo>
                  <a:cubicBezTo>
                    <a:pt x="37528" y="74032"/>
                    <a:pt x="31728" y="72668"/>
                    <a:pt x="25587" y="70961"/>
                  </a:cubicBezTo>
                  <a:lnTo>
                    <a:pt x="25587" y="25587"/>
                  </a:lnTo>
                  <a:cubicBezTo>
                    <a:pt x="31387" y="27293"/>
                    <a:pt x="37528" y="28999"/>
                    <a:pt x="43669" y="3002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C9D2F22-A4E9-48E4-9FA2-35392A85AD71}"/>
                </a:ext>
              </a:extLst>
            </p:cNvPr>
            <p:cNvSpPr/>
            <p:nvPr/>
          </p:nvSpPr>
          <p:spPr>
            <a:xfrm>
              <a:off x="12709861" y="6474521"/>
              <a:ext cx="85750" cy="171501"/>
            </a:xfrm>
            <a:custGeom>
              <a:avLst/>
              <a:gdLst>
                <a:gd name="connsiteX0" fmla="*/ 30022 w 34116"/>
                <a:gd name="connsiteY0" fmla="*/ 26951 h 68232"/>
                <a:gd name="connsiteX1" fmla="*/ 30022 w 34116"/>
                <a:gd name="connsiteY1" fmla="*/ 72326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30022 w 34116"/>
                <a:gd name="connsiteY4" fmla="*/ 26951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30022" y="26951"/>
                  </a:moveTo>
                  <a:lnTo>
                    <a:pt x="30022" y="72326"/>
                  </a:lnTo>
                  <a:cubicBezTo>
                    <a:pt x="28657" y="71985"/>
                    <a:pt x="26952" y="71303"/>
                    <a:pt x="25587" y="70961"/>
                  </a:cubicBezTo>
                  <a:lnTo>
                    <a:pt x="25587" y="25587"/>
                  </a:lnTo>
                  <a:cubicBezTo>
                    <a:pt x="26952" y="25928"/>
                    <a:pt x="28657" y="26269"/>
                    <a:pt x="30022" y="2695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86A51D7B-8CBA-4835-9A6F-6767EB01382D}"/>
                </a:ext>
              </a:extLst>
            </p:cNvPr>
            <p:cNvSpPr/>
            <p:nvPr/>
          </p:nvSpPr>
          <p:spPr>
            <a:xfrm>
              <a:off x="13292109" y="6456513"/>
              <a:ext cx="257253" cy="257253"/>
            </a:xfrm>
            <a:custGeom>
              <a:avLst/>
              <a:gdLst>
                <a:gd name="connsiteX0" fmla="*/ 79832 w 102348"/>
                <a:gd name="connsiteY0" fmla="*/ 25587 h 102348"/>
                <a:gd name="connsiteX1" fmla="*/ 79832 w 102348"/>
                <a:gd name="connsiteY1" fmla="*/ 70962 h 102348"/>
                <a:gd name="connsiteX2" fmla="*/ 25587 w 102348"/>
                <a:gd name="connsiteY2" fmla="*/ 102349 h 102348"/>
                <a:gd name="connsiteX3" fmla="*/ 25587 w 102348"/>
                <a:gd name="connsiteY3" fmla="*/ 56974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02348">
                  <a:moveTo>
                    <a:pt x="79832" y="25587"/>
                  </a:moveTo>
                  <a:lnTo>
                    <a:pt x="79832" y="70962"/>
                  </a:lnTo>
                  <a:lnTo>
                    <a:pt x="25587" y="102349"/>
                  </a:lnTo>
                  <a:lnTo>
                    <a:pt x="25587" y="569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21908222-FCBD-4FBB-A2A0-677A8FAC5C99}"/>
                </a:ext>
              </a:extLst>
            </p:cNvPr>
            <p:cNvSpPr/>
            <p:nvPr/>
          </p:nvSpPr>
          <p:spPr>
            <a:xfrm>
              <a:off x="13135187" y="6474521"/>
              <a:ext cx="171501" cy="257253"/>
            </a:xfrm>
            <a:custGeom>
              <a:avLst/>
              <a:gdLst>
                <a:gd name="connsiteX0" fmla="*/ 67891 w 68232"/>
                <a:gd name="connsiteY0" fmla="*/ 49809 h 102348"/>
                <a:gd name="connsiteX1" fmla="*/ 67549 w 68232"/>
                <a:gd name="connsiteY1" fmla="*/ 95183 h 102348"/>
                <a:gd name="connsiteX2" fmla="*/ 25587 w 68232"/>
                <a:gd name="connsiteY2" fmla="*/ 70961 h 102348"/>
                <a:gd name="connsiteX3" fmla="*/ 25587 w 68232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32" h="102348">
                  <a:moveTo>
                    <a:pt x="67891" y="49809"/>
                  </a:moveTo>
                  <a:lnTo>
                    <a:pt x="67549" y="95183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24A33FE0-32D3-4DC4-86C5-F8E111A32C23}"/>
                </a:ext>
              </a:extLst>
            </p:cNvPr>
            <p:cNvSpPr/>
            <p:nvPr/>
          </p:nvSpPr>
          <p:spPr>
            <a:xfrm>
              <a:off x="12604390" y="6474521"/>
              <a:ext cx="171501" cy="257253"/>
            </a:xfrm>
            <a:custGeom>
              <a:avLst/>
              <a:gdLst>
                <a:gd name="connsiteX0" fmla="*/ 67549 w 68232"/>
                <a:gd name="connsiteY0" fmla="*/ 25587 h 102348"/>
                <a:gd name="connsiteX1" fmla="*/ 67549 w 68232"/>
                <a:gd name="connsiteY1" fmla="*/ 70961 h 102348"/>
                <a:gd name="connsiteX2" fmla="*/ 25587 w 68232"/>
                <a:gd name="connsiteY2" fmla="*/ 95183 h 102348"/>
                <a:gd name="connsiteX3" fmla="*/ 25928 w 68232"/>
                <a:gd name="connsiteY3" fmla="*/ 49809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32" h="102348">
                  <a:moveTo>
                    <a:pt x="67549" y="25587"/>
                  </a:moveTo>
                  <a:lnTo>
                    <a:pt x="67549" y="70961"/>
                  </a:lnTo>
                  <a:lnTo>
                    <a:pt x="25587" y="95183"/>
                  </a:lnTo>
                  <a:lnTo>
                    <a:pt x="25928" y="498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C5A727F6-B430-4300-B377-699DEDA8D8AC}"/>
                </a:ext>
              </a:extLst>
            </p:cNvPr>
            <p:cNvSpPr/>
            <p:nvPr/>
          </p:nvSpPr>
          <p:spPr>
            <a:xfrm>
              <a:off x="12416597" y="6455659"/>
              <a:ext cx="257253" cy="257253"/>
            </a:xfrm>
            <a:custGeom>
              <a:avLst/>
              <a:gdLst>
                <a:gd name="connsiteX0" fmla="*/ 80514 w 102348"/>
                <a:gd name="connsiteY0" fmla="*/ 57315 h 102348"/>
                <a:gd name="connsiteX1" fmla="*/ 80514 w 102348"/>
                <a:gd name="connsiteY1" fmla="*/ 102689 h 102348"/>
                <a:gd name="connsiteX2" fmla="*/ 25587 w 102348"/>
                <a:gd name="connsiteY2" fmla="*/ 71303 h 102348"/>
                <a:gd name="connsiteX3" fmla="*/ 25928 w 102348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102348">
                  <a:moveTo>
                    <a:pt x="80514" y="57315"/>
                  </a:moveTo>
                  <a:lnTo>
                    <a:pt x="80514" y="102689"/>
                  </a:lnTo>
                  <a:lnTo>
                    <a:pt x="25587" y="71303"/>
                  </a:lnTo>
                  <a:lnTo>
                    <a:pt x="25928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F25BEC6-7CEF-40CA-9894-08918E88F00E}"/>
                </a:ext>
              </a:extLst>
            </p:cNvPr>
            <p:cNvSpPr/>
            <p:nvPr/>
          </p:nvSpPr>
          <p:spPr>
            <a:xfrm>
              <a:off x="13284394" y="6535404"/>
              <a:ext cx="85750" cy="171501"/>
            </a:xfrm>
            <a:custGeom>
              <a:avLst/>
              <a:gdLst>
                <a:gd name="connsiteX0" fmla="*/ 28657 w 34116"/>
                <a:gd name="connsiteY0" fmla="*/ 25587 h 68232"/>
                <a:gd name="connsiteX1" fmla="*/ 28657 w 34116"/>
                <a:gd name="connsiteY1" fmla="*/ 70961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865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657" y="25587"/>
                  </a:moveTo>
                  <a:lnTo>
                    <a:pt x="28657" y="70961"/>
                  </a:lnTo>
                  <a:cubicBezTo>
                    <a:pt x="27634" y="71644"/>
                    <a:pt x="26611" y="71985"/>
                    <a:pt x="25587" y="72326"/>
                  </a:cubicBezTo>
                  <a:lnTo>
                    <a:pt x="25587" y="26952"/>
                  </a:lnTo>
                  <a:cubicBezTo>
                    <a:pt x="26611" y="26611"/>
                    <a:pt x="27976" y="25929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DAE2C793-4A9E-4037-9C75-3662C16B210A}"/>
                </a:ext>
              </a:extLst>
            </p:cNvPr>
            <p:cNvSpPr/>
            <p:nvPr/>
          </p:nvSpPr>
          <p:spPr>
            <a:xfrm>
              <a:off x="13277531" y="6538833"/>
              <a:ext cx="85750" cy="171501"/>
            </a:xfrm>
            <a:custGeom>
              <a:avLst/>
              <a:gdLst>
                <a:gd name="connsiteX0" fmla="*/ 28317 w 34116"/>
                <a:gd name="connsiteY0" fmla="*/ 25587 h 68232"/>
                <a:gd name="connsiteX1" fmla="*/ 28317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831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317" y="25587"/>
                  </a:moveTo>
                  <a:lnTo>
                    <a:pt x="28317" y="70961"/>
                  </a:lnTo>
                  <a:cubicBezTo>
                    <a:pt x="27294" y="71303"/>
                    <a:pt x="26612" y="71303"/>
                    <a:pt x="25587" y="71643"/>
                  </a:cubicBezTo>
                  <a:lnTo>
                    <a:pt x="25587" y="26269"/>
                  </a:lnTo>
                  <a:cubicBezTo>
                    <a:pt x="26612" y="25928"/>
                    <a:pt x="27635" y="25928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F4C46F18-3711-4003-8A71-AA9AEEC20D9D}"/>
                </a:ext>
              </a:extLst>
            </p:cNvPr>
            <p:cNvSpPr/>
            <p:nvPr/>
          </p:nvSpPr>
          <p:spPr>
            <a:xfrm>
              <a:off x="13273245" y="6540549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1303 h 68232"/>
                <a:gd name="connsiteX3" fmla="*/ 25587 w 34116"/>
                <a:gd name="connsiteY3" fmla="*/ 25929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611" y="70961"/>
                    <a:pt x="25929" y="71303"/>
                    <a:pt x="25587" y="71303"/>
                  </a:cubicBezTo>
                  <a:lnTo>
                    <a:pt x="25587" y="25929"/>
                  </a:lnTo>
                  <a:cubicBezTo>
                    <a:pt x="26269" y="25587"/>
                    <a:pt x="26611" y="25587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C689D858-7E5F-401E-9D27-5A81586C5B5E}"/>
                </a:ext>
              </a:extLst>
            </p:cNvPr>
            <p:cNvSpPr/>
            <p:nvPr/>
          </p:nvSpPr>
          <p:spPr>
            <a:xfrm>
              <a:off x="13268958" y="6541409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611" y="70961"/>
                    <a:pt x="26269" y="70961"/>
                    <a:pt x="25587" y="70961"/>
                  </a:cubicBezTo>
                  <a:lnTo>
                    <a:pt x="25587" y="25587"/>
                  </a:lnTo>
                  <a:cubicBezTo>
                    <a:pt x="26269" y="25587"/>
                    <a:pt x="26611" y="25587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D6034529-12F0-4B28-A661-2752E2B23E64}"/>
                </a:ext>
              </a:extLst>
            </p:cNvPr>
            <p:cNvSpPr/>
            <p:nvPr/>
          </p:nvSpPr>
          <p:spPr>
            <a:xfrm>
              <a:off x="13265528" y="6541409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1" y="70961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611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447FF995-8674-4644-A119-E75D2E9F59BF}"/>
                </a:ext>
              </a:extLst>
            </p:cNvPr>
            <p:cNvSpPr/>
            <p:nvPr/>
          </p:nvSpPr>
          <p:spPr>
            <a:xfrm>
              <a:off x="13262096" y="6541409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1" y="70961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270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FDDB502E-041A-4360-8C45-F6915506976C}"/>
                </a:ext>
              </a:extLst>
            </p:cNvPr>
            <p:cNvSpPr/>
            <p:nvPr/>
          </p:nvSpPr>
          <p:spPr>
            <a:xfrm>
              <a:off x="13258670" y="6541409"/>
              <a:ext cx="85750" cy="171501"/>
            </a:xfrm>
            <a:custGeom>
              <a:avLst/>
              <a:gdLst>
                <a:gd name="connsiteX0" fmla="*/ 26951 w 34116"/>
                <a:gd name="connsiteY0" fmla="*/ 25587 h 68232"/>
                <a:gd name="connsiteX1" fmla="*/ 26951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1" y="25587"/>
                  </a:moveTo>
                  <a:lnTo>
                    <a:pt x="26951" y="70961"/>
                  </a:lnTo>
                  <a:cubicBezTo>
                    <a:pt x="26611" y="70961"/>
                    <a:pt x="25928" y="70961"/>
                    <a:pt x="25587" y="70961"/>
                  </a:cubicBezTo>
                  <a:lnTo>
                    <a:pt x="25587" y="25587"/>
                  </a:lnTo>
                  <a:cubicBezTo>
                    <a:pt x="25928" y="25587"/>
                    <a:pt x="26269" y="25587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0246CFAF-5B31-4B89-9E55-DF30BE05F265}"/>
                </a:ext>
              </a:extLst>
            </p:cNvPr>
            <p:cNvSpPr/>
            <p:nvPr/>
          </p:nvSpPr>
          <p:spPr>
            <a:xfrm>
              <a:off x="13255239" y="6539691"/>
              <a:ext cx="85750" cy="171501"/>
            </a:xfrm>
            <a:custGeom>
              <a:avLst/>
              <a:gdLst>
                <a:gd name="connsiteX0" fmla="*/ 26952 w 34116"/>
                <a:gd name="connsiteY0" fmla="*/ 25929 h 68232"/>
                <a:gd name="connsiteX1" fmla="*/ 26952 w 34116"/>
                <a:gd name="connsiteY1" fmla="*/ 71303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6952 w 34116"/>
                <a:gd name="connsiteY4" fmla="*/ 2592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929"/>
                  </a:moveTo>
                  <a:lnTo>
                    <a:pt x="26952" y="71303"/>
                  </a:lnTo>
                  <a:cubicBezTo>
                    <a:pt x="26611" y="71303"/>
                    <a:pt x="25928" y="71303"/>
                    <a:pt x="25587" y="70962"/>
                  </a:cubicBezTo>
                  <a:lnTo>
                    <a:pt x="25587" y="25587"/>
                  </a:lnTo>
                  <a:cubicBezTo>
                    <a:pt x="25928" y="25929"/>
                    <a:pt x="26269" y="25929"/>
                    <a:pt x="26952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532B18D-5189-4A32-A9BB-8639B6E0BBA4}"/>
                </a:ext>
              </a:extLst>
            </p:cNvPr>
            <p:cNvSpPr/>
            <p:nvPr/>
          </p:nvSpPr>
          <p:spPr>
            <a:xfrm>
              <a:off x="13250949" y="6539691"/>
              <a:ext cx="85750" cy="171501"/>
            </a:xfrm>
            <a:custGeom>
              <a:avLst/>
              <a:gdLst>
                <a:gd name="connsiteX0" fmla="*/ 26952 w 34116"/>
                <a:gd name="connsiteY0" fmla="*/ 25929 h 68232"/>
                <a:gd name="connsiteX1" fmla="*/ 26952 w 34116"/>
                <a:gd name="connsiteY1" fmla="*/ 71303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6952 w 34116"/>
                <a:gd name="connsiteY4" fmla="*/ 2592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929"/>
                  </a:moveTo>
                  <a:lnTo>
                    <a:pt x="26952" y="71303"/>
                  </a:lnTo>
                  <a:cubicBezTo>
                    <a:pt x="26611" y="71303"/>
                    <a:pt x="25929" y="70962"/>
                    <a:pt x="25587" y="70962"/>
                  </a:cubicBezTo>
                  <a:lnTo>
                    <a:pt x="25587" y="25587"/>
                  </a:lnTo>
                  <a:cubicBezTo>
                    <a:pt x="25929" y="25587"/>
                    <a:pt x="26611" y="25587"/>
                    <a:pt x="26952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257D7031-1142-4983-B255-D285FFEA41FA}"/>
                </a:ext>
              </a:extLst>
            </p:cNvPr>
            <p:cNvSpPr/>
            <p:nvPr/>
          </p:nvSpPr>
          <p:spPr>
            <a:xfrm>
              <a:off x="13246664" y="6537978"/>
              <a:ext cx="85750" cy="171501"/>
            </a:xfrm>
            <a:custGeom>
              <a:avLst/>
              <a:gdLst>
                <a:gd name="connsiteX0" fmla="*/ 27293 w 34116"/>
                <a:gd name="connsiteY0" fmla="*/ 26269 h 68232"/>
                <a:gd name="connsiteX1" fmla="*/ 27293 w 34116"/>
                <a:gd name="connsiteY1" fmla="*/ 71644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293 w 34116"/>
                <a:gd name="connsiteY4" fmla="*/ 2626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6269"/>
                  </a:moveTo>
                  <a:lnTo>
                    <a:pt x="27293" y="71644"/>
                  </a:lnTo>
                  <a:cubicBezTo>
                    <a:pt x="26611" y="71303"/>
                    <a:pt x="26269" y="71303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611" y="25929"/>
                    <a:pt x="27293" y="262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ED18AAC1-9117-4CC7-BE2B-0637BD30F8B9}"/>
                </a:ext>
              </a:extLst>
            </p:cNvPr>
            <p:cNvSpPr/>
            <p:nvPr/>
          </p:nvSpPr>
          <p:spPr>
            <a:xfrm>
              <a:off x="13241518" y="6535404"/>
              <a:ext cx="85750" cy="171501"/>
            </a:xfrm>
            <a:custGeom>
              <a:avLst/>
              <a:gdLst>
                <a:gd name="connsiteX0" fmla="*/ 27634 w 34116"/>
                <a:gd name="connsiteY0" fmla="*/ 26611 h 68232"/>
                <a:gd name="connsiteX1" fmla="*/ 27634 w 34116"/>
                <a:gd name="connsiteY1" fmla="*/ 71985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634 w 34116"/>
                <a:gd name="connsiteY4" fmla="*/ 26611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634" y="26611"/>
                  </a:moveTo>
                  <a:lnTo>
                    <a:pt x="27634" y="71985"/>
                  </a:lnTo>
                  <a:cubicBezTo>
                    <a:pt x="26952" y="71644"/>
                    <a:pt x="26269" y="71303"/>
                    <a:pt x="25587" y="70961"/>
                  </a:cubicBezTo>
                  <a:lnTo>
                    <a:pt x="25587" y="25587"/>
                  </a:lnTo>
                  <a:cubicBezTo>
                    <a:pt x="26269" y="25929"/>
                    <a:pt x="26952" y="26269"/>
                    <a:pt x="27634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B97A2456-B5A5-4782-BD16-D6C2692FB0BF}"/>
                </a:ext>
              </a:extLst>
            </p:cNvPr>
            <p:cNvSpPr/>
            <p:nvPr/>
          </p:nvSpPr>
          <p:spPr>
            <a:xfrm>
              <a:off x="12597529" y="6535404"/>
              <a:ext cx="85750" cy="171501"/>
            </a:xfrm>
            <a:custGeom>
              <a:avLst/>
              <a:gdLst>
                <a:gd name="connsiteX0" fmla="*/ 28657 w 34116"/>
                <a:gd name="connsiteY0" fmla="*/ 25587 h 68232"/>
                <a:gd name="connsiteX1" fmla="*/ 28657 w 34116"/>
                <a:gd name="connsiteY1" fmla="*/ 70961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865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657" y="25587"/>
                  </a:moveTo>
                  <a:lnTo>
                    <a:pt x="28657" y="70961"/>
                  </a:lnTo>
                  <a:cubicBezTo>
                    <a:pt x="27634" y="71644"/>
                    <a:pt x="26611" y="71985"/>
                    <a:pt x="25587" y="72326"/>
                  </a:cubicBezTo>
                  <a:lnTo>
                    <a:pt x="25587" y="26952"/>
                  </a:lnTo>
                  <a:cubicBezTo>
                    <a:pt x="26611" y="26611"/>
                    <a:pt x="27634" y="25929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2DB1C80F-BC4D-43BC-BD1B-66211EA85CF2}"/>
                </a:ext>
              </a:extLst>
            </p:cNvPr>
            <p:cNvSpPr/>
            <p:nvPr/>
          </p:nvSpPr>
          <p:spPr>
            <a:xfrm>
              <a:off x="12589812" y="6538833"/>
              <a:ext cx="85750" cy="171501"/>
            </a:xfrm>
            <a:custGeom>
              <a:avLst/>
              <a:gdLst>
                <a:gd name="connsiteX0" fmla="*/ 28317 w 34116"/>
                <a:gd name="connsiteY0" fmla="*/ 25587 h 68232"/>
                <a:gd name="connsiteX1" fmla="*/ 28317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831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317" y="25587"/>
                  </a:moveTo>
                  <a:lnTo>
                    <a:pt x="28317" y="70961"/>
                  </a:lnTo>
                  <a:cubicBezTo>
                    <a:pt x="27294" y="71303"/>
                    <a:pt x="26611" y="71303"/>
                    <a:pt x="25587" y="71643"/>
                  </a:cubicBezTo>
                  <a:lnTo>
                    <a:pt x="25587" y="26269"/>
                  </a:lnTo>
                  <a:cubicBezTo>
                    <a:pt x="26611" y="25928"/>
                    <a:pt x="27634" y="25928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2D2EE5BF-9694-42FD-A534-9D407172A7DA}"/>
                </a:ext>
              </a:extLst>
            </p:cNvPr>
            <p:cNvSpPr/>
            <p:nvPr/>
          </p:nvSpPr>
          <p:spPr>
            <a:xfrm>
              <a:off x="12586382" y="6540549"/>
              <a:ext cx="85750" cy="171501"/>
            </a:xfrm>
            <a:custGeom>
              <a:avLst/>
              <a:gdLst>
                <a:gd name="connsiteX0" fmla="*/ 27294 w 34116"/>
                <a:gd name="connsiteY0" fmla="*/ 25587 h 68232"/>
                <a:gd name="connsiteX1" fmla="*/ 27294 w 34116"/>
                <a:gd name="connsiteY1" fmla="*/ 70961 h 68232"/>
                <a:gd name="connsiteX2" fmla="*/ 25587 w 34116"/>
                <a:gd name="connsiteY2" fmla="*/ 71303 h 68232"/>
                <a:gd name="connsiteX3" fmla="*/ 25587 w 34116"/>
                <a:gd name="connsiteY3" fmla="*/ 25929 h 68232"/>
                <a:gd name="connsiteX4" fmla="*/ 27294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4" y="25587"/>
                  </a:moveTo>
                  <a:lnTo>
                    <a:pt x="27294" y="70961"/>
                  </a:lnTo>
                  <a:cubicBezTo>
                    <a:pt x="26611" y="70961"/>
                    <a:pt x="26270" y="71303"/>
                    <a:pt x="25587" y="71303"/>
                  </a:cubicBezTo>
                  <a:lnTo>
                    <a:pt x="25587" y="25929"/>
                  </a:lnTo>
                  <a:cubicBezTo>
                    <a:pt x="25929" y="25587"/>
                    <a:pt x="26611" y="25587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E254D6F8-70A4-4E94-88CC-F31FA1F939EB}"/>
                </a:ext>
              </a:extLst>
            </p:cNvPr>
            <p:cNvSpPr/>
            <p:nvPr/>
          </p:nvSpPr>
          <p:spPr>
            <a:xfrm>
              <a:off x="12581236" y="6541409"/>
              <a:ext cx="85750" cy="171501"/>
            </a:xfrm>
            <a:custGeom>
              <a:avLst/>
              <a:gdLst>
                <a:gd name="connsiteX0" fmla="*/ 27294 w 34116"/>
                <a:gd name="connsiteY0" fmla="*/ 25587 h 68232"/>
                <a:gd name="connsiteX1" fmla="*/ 27294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294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4" y="25587"/>
                  </a:moveTo>
                  <a:lnTo>
                    <a:pt x="27294" y="70961"/>
                  </a:lnTo>
                  <a:cubicBezTo>
                    <a:pt x="26611" y="70961"/>
                    <a:pt x="26270" y="70961"/>
                    <a:pt x="25587" y="70961"/>
                  </a:cubicBezTo>
                  <a:lnTo>
                    <a:pt x="25587" y="25587"/>
                  </a:lnTo>
                  <a:cubicBezTo>
                    <a:pt x="26270" y="25587"/>
                    <a:pt x="26952" y="25587"/>
                    <a:pt x="27294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3429313-9AA5-407D-B275-F7FF3A48090A}"/>
                </a:ext>
              </a:extLst>
            </p:cNvPr>
            <p:cNvSpPr/>
            <p:nvPr/>
          </p:nvSpPr>
          <p:spPr>
            <a:xfrm>
              <a:off x="12578665" y="6541409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1" y="70961"/>
                    <a:pt x="25929" y="70961"/>
                    <a:pt x="25587" y="70961"/>
                  </a:cubicBezTo>
                  <a:lnTo>
                    <a:pt x="25587" y="25587"/>
                  </a:lnTo>
                  <a:cubicBezTo>
                    <a:pt x="25929" y="25587"/>
                    <a:pt x="26270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97EC77D4-5376-4FA8-BEAF-CF1C29B58305}"/>
                </a:ext>
              </a:extLst>
            </p:cNvPr>
            <p:cNvSpPr/>
            <p:nvPr/>
          </p:nvSpPr>
          <p:spPr>
            <a:xfrm>
              <a:off x="12575237" y="6541409"/>
              <a:ext cx="85750" cy="171501"/>
            </a:xfrm>
            <a:custGeom>
              <a:avLst/>
              <a:gdLst>
                <a:gd name="connsiteX0" fmla="*/ 26951 w 34116"/>
                <a:gd name="connsiteY0" fmla="*/ 25587 h 68232"/>
                <a:gd name="connsiteX1" fmla="*/ 26951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1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1" y="25587"/>
                  </a:moveTo>
                  <a:lnTo>
                    <a:pt x="26951" y="70961"/>
                  </a:lnTo>
                  <a:cubicBezTo>
                    <a:pt x="26611" y="70961"/>
                    <a:pt x="25928" y="70961"/>
                    <a:pt x="25587" y="70961"/>
                  </a:cubicBezTo>
                  <a:lnTo>
                    <a:pt x="25587" y="25587"/>
                  </a:lnTo>
                  <a:cubicBezTo>
                    <a:pt x="25928" y="25587"/>
                    <a:pt x="26269" y="25587"/>
                    <a:pt x="26951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C2BE5BF4-AE24-4F6B-90D5-447E2C9174BB}"/>
                </a:ext>
              </a:extLst>
            </p:cNvPr>
            <p:cNvSpPr/>
            <p:nvPr/>
          </p:nvSpPr>
          <p:spPr>
            <a:xfrm>
              <a:off x="12571805" y="6541026"/>
              <a:ext cx="85750" cy="171501"/>
            </a:xfrm>
            <a:custGeom>
              <a:avLst/>
              <a:gdLst>
                <a:gd name="connsiteX0" fmla="*/ 26952 w 34116"/>
                <a:gd name="connsiteY0" fmla="*/ 25739 h 68232"/>
                <a:gd name="connsiteX1" fmla="*/ 26952 w 34116"/>
                <a:gd name="connsiteY1" fmla="*/ 71113 h 68232"/>
                <a:gd name="connsiteX2" fmla="*/ 25587 w 34116"/>
                <a:gd name="connsiteY2" fmla="*/ 71113 h 68232"/>
                <a:gd name="connsiteX3" fmla="*/ 25587 w 34116"/>
                <a:gd name="connsiteY3" fmla="*/ 25739 h 68232"/>
                <a:gd name="connsiteX4" fmla="*/ 26952 w 34116"/>
                <a:gd name="connsiteY4" fmla="*/ 2573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739"/>
                  </a:moveTo>
                  <a:lnTo>
                    <a:pt x="26952" y="71113"/>
                  </a:lnTo>
                  <a:cubicBezTo>
                    <a:pt x="26611" y="71113"/>
                    <a:pt x="25929" y="71113"/>
                    <a:pt x="25587" y="71113"/>
                  </a:cubicBezTo>
                  <a:lnTo>
                    <a:pt x="25587" y="25739"/>
                  </a:lnTo>
                  <a:cubicBezTo>
                    <a:pt x="25929" y="25397"/>
                    <a:pt x="26269" y="25739"/>
                    <a:pt x="26952" y="257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5B68C03C-2727-4912-BBB0-590817B7B76D}"/>
                </a:ext>
              </a:extLst>
            </p:cNvPr>
            <p:cNvSpPr/>
            <p:nvPr/>
          </p:nvSpPr>
          <p:spPr>
            <a:xfrm>
              <a:off x="12568376" y="6539691"/>
              <a:ext cx="85750" cy="171501"/>
            </a:xfrm>
            <a:custGeom>
              <a:avLst/>
              <a:gdLst>
                <a:gd name="connsiteX0" fmla="*/ 26952 w 34116"/>
                <a:gd name="connsiteY0" fmla="*/ 25929 h 68232"/>
                <a:gd name="connsiteX1" fmla="*/ 26952 w 34116"/>
                <a:gd name="connsiteY1" fmla="*/ 71303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6952 w 34116"/>
                <a:gd name="connsiteY4" fmla="*/ 25929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929"/>
                  </a:moveTo>
                  <a:lnTo>
                    <a:pt x="26952" y="71303"/>
                  </a:lnTo>
                  <a:cubicBezTo>
                    <a:pt x="26611" y="71303"/>
                    <a:pt x="25929" y="71303"/>
                    <a:pt x="25587" y="70962"/>
                  </a:cubicBezTo>
                  <a:lnTo>
                    <a:pt x="25587" y="25587"/>
                  </a:lnTo>
                  <a:cubicBezTo>
                    <a:pt x="25929" y="25929"/>
                    <a:pt x="26269" y="25929"/>
                    <a:pt x="26952" y="2592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681D13AF-5CB7-40F1-AF2B-916B675CEFDC}"/>
                </a:ext>
              </a:extLst>
            </p:cNvPr>
            <p:cNvSpPr/>
            <p:nvPr/>
          </p:nvSpPr>
          <p:spPr>
            <a:xfrm>
              <a:off x="12564086" y="6538833"/>
              <a:ext cx="85750" cy="171501"/>
            </a:xfrm>
            <a:custGeom>
              <a:avLst/>
              <a:gdLst>
                <a:gd name="connsiteX0" fmla="*/ 26951 w 34116"/>
                <a:gd name="connsiteY0" fmla="*/ 25928 h 68232"/>
                <a:gd name="connsiteX1" fmla="*/ 26951 w 34116"/>
                <a:gd name="connsiteY1" fmla="*/ 71303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1 w 34116"/>
                <a:gd name="connsiteY4" fmla="*/ 25928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1" y="25928"/>
                  </a:moveTo>
                  <a:lnTo>
                    <a:pt x="26951" y="71303"/>
                  </a:lnTo>
                  <a:cubicBezTo>
                    <a:pt x="26611" y="71303"/>
                    <a:pt x="25928" y="70961"/>
                    <a:pt x="25587" y="70961"/>
                  </a:cubicBezTo>
                  <a:lnTo>
                    <a:pt x="25587" y="25587"/>
                  </a:lnTo>
                  <a:cubicBezTo>
                    <a:pt x="26269" y="25928"/>
                    <a:pt x="26611" y="25928"/>
                    <a:pt x="26951" y="259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B1688338-D227-4762-8187-336CB20C6FD5}"/>
                </a:ext>
              </a:extLst>
            </p:cNvPr>
            <p:cNvSpPr/>
            <p:nvPr/>
          </p:nvSpPr>
          <p:spPr>
            <a:xfrm>
              <a:off x="12559798" y="6537118"/>
              <a:ext cx="85750" cy="171501"/>
            </a:xfrm>
            <a:custGeom>
              <a:avLst/>
              <a:gdLst>
                <a:gd name="connsiteX0" fmla="*/ 27294 w 34116"/>
                <a:gd name="connsiteY0" fmla="*/ 26270 h 68232"/>
                <a:gd name="connsiteX1" fmla="*/ 27294 w 34116"/>
                <a:gd name="connsiteY1" fmla="*/ 71644 h 68232"/>
                <a:gd name="connsiteX2" fmla="*/ 25587 w 34116"/>
                <a:gd name="connsiteY2" fmla="*/ 70962 h 68232"/>
                <a:gd name="connsiteX3" fmla="*/ 25587 w 34116"/>
                <a:gd name="connsiteY3" fmla="*/ 25587 h 68232"/>
                <a:gd name="connsiteX4" fmla="*/ 27294 w 34116"/>
                <a:gd name="connsiteY4" fmla="*/ 26270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4" y="26270"/>
                  </a:moveTo>
                  <a:lnTo>
                    <a:pt x="27294" y="71644"/>
                  </a:lnTo>
                  <a:cubicBezTo>
                    <a:pt x="26611" y="71303"/>
                    <a:pt x="26270" y="71303"/>
                    <a:pt x="25587" y="70962"/>
                  </a:cubicBezTo>
                  <a:lnTo>
                    <a:pt x="25587" y="25587"/>
                  </a:lnTo>
                  <a:cubicBezTo>
                    <a:pt x="26270" y="25929"/>
                    <a:pt x="26611" y="26270"/>
                    <a:pt x="27294" y="2627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5471A99A-68F4-4228-AD8F-B5201FB55B96}"/>
                </a:ext>
              </a:extLst>
            </p:cNvPr>
            <p:cNvSpPr/>
            <p:nvPr/>
          </p:nvSpPr>
          <p:spPr>
            <a:xfrm>
              <a:off x="12554653" y="6535404"/>
              <a:ext cx="85750" cy="171501"/>
            </a:xfrm>
            <a:custGeom>
              <a:avLst/>
              <a:gdLst>
                <a:gd name="connsiteX0" fmla="*/ 27634 w 34116"/>
                <a:gd name="connsiteY0" fmla="*/ 26611 h 68232"/>
                <a:gd name="connsiteX1" fmla="*/ 27634 w 34116"/>
                <a:gd name="connsiteY1" fmla="*/ 71985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634 w 34116"/>
                <a:gd name="connsiteY4" fmla="*/ 26611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634" y="26611"/>
                  </a:moveTo>
                  <a:lnTo>
                    <a:pt x="27634" y="71985"/>
                  </a:lnTo>
                  <a:cubicBezTo>
                    <a:pt x="26952" y="71644"/>
                    <a:pt x="26270" y="71303"/>
                    <a:pt x="25587" y="70961"/>
                  </a:cubicBezTo>
                  <a:lnTo>
                    <a:pt x="25587" y="25587"/>
                  </a:lnTo>
                  <a:cubicBezTo>
                    <a:pt x="26270" y="25929"/>
                    <a:pt x="26952" y="26269"/>
                    <a:pt x="27634" y="2661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9775CC55-E5EE-4212-A515-3BBC0C15B310}"/>
                </a:ext>
              </a:extLst>
            </p:cNvPr>
            <p:cNvSpPr/>
            <p:nvPr/>
          </p:nvSpPr>
          <p:spPr>
            <a:xfrm>
              <a:off x="12790470" y="6493387"/>
              <a:ext cx="85750" cy="257253"/>
            </a:xfrm>
            <a:custGeom>
              <a:avLst/>
              <a:gdLst>
                <a:gd name="connsiteX0" fmla="*/ 25929 w 34116"/>
                <a:gd name="connsiteY0" fmla="*/ 60044 h 102348"/>
                <a:gd name="connsiteX1" fmla="*/ 25929 w 34116"/>
                <a:gd name="connsiteY1" fmla="*/ 105419 h 102348"/>
                <a:gd name="connsiteX2" fmla="*/ 25587 w 34116"/>
                <a:gd name="connsiteY2" fmla="*/ 70961 h 102348"/>
                <a:gd name="connsiteX3" fmla="*/ 25587 w 34116"/>
                <a:gd name="connsiteY3" fmla="*/ 25587 h 10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16" h="102348">
                  <a:moveTo>
                    <a:pt x="25929" y="60044"/>
                  </a:moveTo>
                  <a:lnTo>
                    <a:pt x="25929" y="105419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F1E1292-D9CA-4BD6-BDC0-E81FB5909DB7}"/>
                </a:ext>
              </a:extLst>
            </p:cNvPr>
            <p:cNvSpPr/>
            <p:nvPr/>
          </p:nvSpPr>
          <p:spPr>
            <a:xfrm>
              <a:off x="13055436" y="6580852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1"/>
                  </a:lnTo>
                  <a:lnTo>
                    <a:pt x="25587" y="70961"/>
                  </a:lnTo>
                  <a:lnTo>
                    <a:pt x="25587" y="25587"/>
                  </a:lnTo>
                  <a:lnTo>
                    <a:pt x="25587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CD1B476A-DBC8-4C33-97CF-E7467813F56B}"/>
                </a:ext>
              </a:extLst>
            </p:cNvPr>
            <p:cNvSpPr/>
            <p:nvPr/>
          </p:nvSpPr>
          <p:spPr>
            <a:xfrm>
              <a:off x="13055436" y="6580852"/>
              <a:ext cx="85750" cy="171501"/>
            </a:xfrm>
            <a:custGeom>
              <a:avLst/>
              <a:gdLst>
                <a:gd name="connsiteX0" fmla="*/ 25587 w 34116"/>
                <a:gd name="connsiteY0" fmla="*/ 25587 h 68232"/>
                <a:gd name="connsiteX1" fmla="*/ 25587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558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587" y="25587"/>
                  </a:moveTo>
                  <a:lnTo>
                    <a:pt x="25587" y="70961"/>
                  </a:lnTo>
                  <a:cubicBezTo>
                    <a:pt x="25587" y="71303"/>
                    <a:pt x="25587" y="71644"/>
                    <a:pt x="25587" y="71644"/>
                  </a:cubicBezTo>
                  <a:lnTo>
                    <a:pt x="25587" y="26269"/>
                  </a:lnTo>
                  <a:cubicBezTo>
                    <a:pt x="25587" y="26269"/>
                    <a:pt x="25587" y="25929"/>
                    <a:pt x="2558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8D8380AC-F733-4B86-B662-328B043A4A0C}"/>
                </a:ext>
              </a:extLst>
            </p:cNvPr>
            <p:cNvSpPr/>
            <p:nvPr/>
          </p:nvSpPr>
          <p:spPr>
            <a:xfrm>
              <a:off x="13054583" y="6582568"/>
              <a:ext cx="85750" cy="171501"/>
            </a:xfrm>
            <a:custGeom>
              <a:avLst/>
              <a:gdLst>
                <a:gd name="connsiteX0" fmla="*/ 25928 w 34116"/>
                <a:gd name="connsiteY0" fmla="*/ 25587 h 68232"/>
                <a:gd name="connsiteX1" fmla="*/ 25928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25928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8" y="25587"/>
                  </a:moveTo>
                  <a:lnTo>
                    <a:pt x="25928" y="70962"/>
                  </a:lnTo>
                  <a:cubicBezTo>
                    <a:pt x="25928" y="71303"/>
                    <a:pt x="25928" y="71644"/>
                    <a:pt x="25587" y="71644"/>
                  </a:cubicBezTo>
                  <a:lnTo>
                    <a:pt x="25587" y="26270"/>
                  </a:lnTo>
                  <a:cubicBezTo>
                    <a:pt x="25587" y="26270"/>
                    <a:pt x="25587" y="25929"/>
                    <a:pt x="25928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9CD8B79A-27E9-4C4F-9097-16201507CC1A}"/>
                </a:ext>
              </a:extLst>
            </p:cNvPr>
            <p:cNvSpPr/>
            <p:nvPr/>
          </p:nvSpPr>
          <p:spPr>
            <a:xfrm>
              <a:off x="13053723" y="6585137"/>
              <a:ext cx="85750" cy="171501"/>
            </a:xfrm>
            <a:custGeom>
              <a:avLst/>
              <a:gdLst>
                <a:gd name="connsiteX0" fmla="*/ 25929 w 34116"/>
                <a:gd name="connsiteY0" fmla="*/ 25587 h 68232"/>
                <a:gd name="connsiteX1" fmla="*/ 25929 w 34116"/>
                <a:gd name="connsiteY1" fmla="*/ 70962 h 68232"/>
                <a:gd name="connsiteX2" fmla="*/ 25587 w 34116"/>
                <a:gd name="connsiteY2" fmla="*/ 71644 h 68232"/>
                <a:gd name="connsiteX3" fmla="*/ 25587 w 34116"/>
                <a:gd name="connsiteY3" fmla="*/ 26270 h 68232"/>
                <a:gd name="connsiteX4" fmla="*/ 2592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5929" y="25587"/>
                  </a:moveTo>
                  <a:lnTo>
                    <a:pt x="25929" y="70962"/>
                  </a:lnTo>
                  <a:cubicBezTo>
                    <a:pt x="25929" y="71304"/>
                    <a:pt x="25587" y="71644"/>
                    <a:pt x="25587" y="71644"/>
                  </a:cubicBezTo>
                  <a:lnTo>
                    <a:pt x="25587" y="26270"/>
                  </a:lnTo>
                  <a:cubicBezTo>
                    <a:pt x="25587" y="25929"/>
                    <a:pt x="25929" y="25929"/>
                    <a:pt x="2592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07A35958-0BCE-4D07-9A28-828C2E79F257}"/>
                </a:ext>
              </a:extLst>
            </p:cNvPr>
            <p:cNvSpPr/>
            <p:nvPr/>
          </p:nvSpPr>
          <p:spPr>
            <a:xfrm>
              <a:off x="13052009" y="6586855"/>
              <a:ext cx="85750" cy="171501"/>
            </a:xfrm>
            <a:custGeom>
              <a:avLst/>
              <a:gdLst>
                <a:gd name="connsiteX0" fmla="*/ 26269 w 34116"/>
                <a:gd name="connsiteY0" fmla="*/ 25587 h 68232"/>
                <a:gd name="connsiteX1" fmla="*/ 26269 w 34116"/>
                <a:gd name="connsiteY1" fmla="*/ 70961 h 68232"/>
                <a:gd name="connsiteX2" fmla="*/ 25587 w 34116"/>
                <a:gd name="connsiteY2" fmla="*/ 71644 h 68232"/>
                <a:gd name="connsiteX3" fmla="*/ 25587 w 34116"/>
                <a:gd name="connsiteY3" fmla="*/ 26269 h 68232"/>
                <a:gd name="connsiteX4" fmla="*/ 26269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69" y="25587"/>
                  </a:moveTo>
                  <a:lnTo>
                    <a:pt x="26269" y="70961"/>
                  </a:lnTo>
                  <a:cubicBezTo>
                    <a:pt x="26269" y="71303"/>
                    <a:pt x="25928" y="71644"/>
                    <a:pt x="25587" y="71644"/>
                  </a:cubicBezTo>
                  <a:lnTo>
                    <a:pt x="25587" y="26269"/>
                  </a:lnTo>
                  <a:cubicBezTo>
                    <a:pt x="25928" y="26269"/>
                    <a:pt x="25928" y="25928"/>
                    <a:pt x="26269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61A1D861-65E4-4616-A674-1A8AD1019F4F}"/>
                </a:ext>
              </a:extLst>
            </p:cNvPr>
            <p:cNvSpPr/>
            <p:nvPr/>
          </p:nvSpPr>
          <p:spPr>
            <a:xfrm>
              <a:off x="13050295" y="6588569"/>
              <a:ext cx="85750" cy="171501"/>
            </a:xfrm>
            <a:custGeom>
              <a:avLst/>
              <a:gdLst>
                <a:gd name="connsiteX0" fmla="*/ 26270 w 34116"/>
                <a:gd name="connsiteY0" fmla="*/ 25587 h 68232"/>
                <a:gd name="connsiteX1" fmla="*/ 26270 w 34116"/>
                <a:gd name="connsiteY1" fmla="*/ 70962 h 68232"/>
                <a:gd name="connsiteX2" fmla="*/ 25587 w 34116"/>
                <a:gd name="connsiteY2" fmla="*/ 71986 h 68232"/>
                <a:gd name="connsiteX3" fmla="*/ 25587 w 34116"/>
                <a:gd name="connsiteY3" fmla="*/ 26611 h 68232"/>
                <a:gd name="connsiteX4" fmla="*/ 26270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270" y="25587"/>
                  </a:moveTo>
                  <a:lnTo>
                    <a:pt x="26270" y="70962"/>
                  </a:lnTo>
                  <a:cubicBezTo>
                    <a:pt x="25929" y="71303"/>
                    <a:pt x="25587" y="71644"/>
                    <a:pt x="25587" y="71986"/>
                  </a:cubicBezTo>
                  <a:lnTo>
                    <a:pt x="25587" y="26611"/>
                  </a:lnTo>
                  <a:cubicBezTo>
                    <a:pt x="25929" y="26269"/>
                    <a:pt x="26270" y="25929"/>
                    <a:pt x="26270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18E6FB03-7F20-41C4-B582-816749F04E64}"/>
                </a:ext>
              </a:extLst>
            </p:cNvPr>
            <p:cNvSpPr/>
            <p:nvPr/>
          </p:nvSpPr>
          <p:spPr>
            <a:xfrm>
              <a:off x="13046005" y="6591143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2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2"/>
                  </a:lnTo>
                  <a:cubicBezTo>
                    <a:pt x="26952" y="71303"/>
                    <a:pt x="26269" y="71986"/>
                    <a:pt x="25587" y="72326"/>
                  </a:cubicBezTo>
                  <a:lnTo>
                    <a:pt x="25587" y="26952"/>
                  </a:lnTo>
                  <a:cubicBezTo>
                    <a:pt x="26269" y="26611"/>
                    <a:pt x="26611" y="2592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77A20615-64CC-47B8-A32E-D83CBFF603A0}"/>
                </a:ext>
              </a:extLst>
            </p:cNvPr>
            <p:cNvSpPr/>
            <p:nvPr/>
          </p:nvSpPr>
          <p:spPr>
            <a:xfrm>
              <a:off x="13038290" y="6594575"/>
              <a:ext cx="85750" cy="171501"/>
            </a:xfrm>
            <a:custGeom>
              <a:avLst/>
              <a:gdLst>
                <a:gd name="connsiteX0" fmla="*/ 28657 w 34116"/>
                <a:gd name="connsiteY0" fmla="*/ 25587 h 68232"/>
                <a:gd name="connsiteX1" fmla="*/ 28657 w 34116"/>
                <a:gd name="connsiteY1" fmla="*/ 70961 h 68232"/>
                <a:gd name="connsiteX2" fmla="*/ 25587 w 34116"/>
                <a:gd name="connsiteY2" fmla="*/ 72326 h 68232"/>
                <a:gd name="connsiteX3" fmla="*/ 25587 w 34116"/>
                <a:gd name="connsiteY3" fmla="*/ 26952 h 68232"/>
                <a:gd name="connsiteX4" fmla="*/ 2865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657" y="25587"/>
                  </a:moveTo>
                  <a:lnTo>
                    <a:pt x="28657" y="70961"/>
                  </a:lnTo>
                  <a:cubicBezTo>
                    <a:pt x="27634" y="71644"/>
                    <a:pt x="26611" y="71985"/>
                    <a:pt x="25587" y="72326"/>
                  </a:cubicBezTo>
                  <a:lnTo>
                    <a:pt x="25587" y="26952"/>
                  </a:lnTo>
                  <a:cubicBezTo>
                    <a:pt x="26611" y="26611"/>
                    <a:pt x="27634" y="25929"/>
                    <a:pt x="2865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C5074DDD-31CC-4293-A39B-B660FC2AC694}"/>
                </a:ext>
              </a:extLst>
            </p:cNvPr>
            <p:cNvSpPr/>
            <p:nvPr/>
          </p:nvSpPr>
          <p:spPr>
            <a:xfrm>
              <a:off x="13031429" y="6598004"/>
              <a:ext cx="85750" cy="171501"/>
            </a:xfrm>
            <a:custGeom>
              <a:avLst/>
              <a:gdLst>
                <a:gd name="connsiteX0" fmla="*/ 28317 w 34116"/>
                <a:gd name="connsiteY0" fmla="*/ 25587 h 68232"/>
                <a:gd name="connsiteX1" fmla="*/ 28317 w 34116"/>
                <a:gd name="connsiteY1" fmla="*/ 70961 h 68232"/>
                <a:gd name="connsiteX2" fmla="*/ 25587 w 34116"/>
                <a:gd name="connsiteY2" fmla="*/ 71643 h 68232"/>
                <a:gd name="connsiteX3" fmla="*/ 25587 w 34116"/>
                <a:gd name="connsiteY3" fmla="*/ 26269 h 68232"/>
                <a:gd name="connsiteX4" fmla="*/ 28317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8317" y="25587"/>
                  </a:moveTo>
                  <a:lnTo>
                    <a:pt x="28317" y="70961"/>
                  </a:lnTo>
                  <a:cubicBezTo>
                    <a:pt x="27634" y="71303"/>
                    <a:pt x="26611" y="71303"/>
                    <a:pt x="25587" y="71643"/>
                  </a:cubicBezTo>
                  <a:lnTo>
                    <a:pt x="25587" y="26269"/>
                  </a:lnTo>
                  <a:cubicBezTo>
                    <a:pt x="26611" y="25928"/>
                    <a:pt x="27294" y="25928"/>
                    <a:pt x="28317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3E231843-3338-459A-8089-5D80FE2DD573}"/>
                </a:ext>
              </a:extLst>
            </p:cNvPr>
            <p:cNvSpPr/>
            <p:nvPr/>
          </p:nvSpPr>
          <p:spPr>
            <a:xfrm>
              <a:off x="13027143" y="6599718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1303 h 68232"/>
                <a:gd name="connsiteX3" fmla="*/ 25587 w 34116"/>
                <a:gd name="connsiteY3" fmla="*/ 25929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611" y="70961"/>
                    <a:pt x="26269" y="71303"/>
                    <a:pt x="25587" y="71303"/>
                  </a:cubicBezTo>
                  <a:lnTo>
                    <a:pt x="25587" y="25929"/>
                  </a:lnTo>
                  <a:cubicBezTo>
                    <a:pt x="26269" y="25587"/>
                    <a:pt x="26952" y="25587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6D07C97A-595A-48C6-9EA6-BA430A26EBE0}"/>
                </a:ext>
              </a:extLst>
            </p:cNvPr>
            <p:cNvSpPr/>
            <p:nvPr/>
          </p:nvSpPr>
          <p:spPr>
            <a:xfrm>
              <a:off x="13022853" y="6599718"/>
              <a:ext cx="85750" cy="171501"/>
            </a:xfrm>
            <a:custGeom>
              <a:avLst/>
              <a:gdLst>
                <a:gd name="connsiteX0" fmla="*/ 27293 w 34116"/>
                <a:gd name="connsiteY0" fmla="*/ 25587 h 68232"/>
                <a:gd name="connsiteX1" fmla="*/ 27293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7293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7293" y="25587"/>
                  </a:moveTo>
                  <a:lnTo>
                    <a:pt x="27293" y="70961"/>
                  </a:lnTo>
                  <a:cubicBezTo>
                    <a:pt x="26611" y="70961"/>
                    <a:pt x="26269" y="70961"/>
                    <a:pt x="25587" y="70961"/>
                  </a:cubicBezTo>
                  <a:lnTo>
                    <a:pt x="25587" y="25587"/>
                  </a:lnTo>
                  <a:cubicBezTo>
                    <a:pt x="26269" y="25929"/>
                    <a:pt x="26951" y="25929"/>
                    <a:pt x="27293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8334CAC8-6EF2-427B-AA44-88712A2CA70C}"/>
                </a:ext>
              </a:extLst>
            </p:cNvPr>
            <p:cNvSpPr/>
            <p:nvPr/>
          </p:nvSpPr>
          <p:spPr>
            <a:xfrm>
              <a:off x="13019424" y="6600576"/>
              <a:ext cx="85750" cy="171501"/>
            </a:xfrm>
            <a:custGeom>
              <a:avLst/>
              <a:gdLst>
                <a:gd name="connsiteX0" fmla="*/ 26952 w 34116"/>
                <a:gd name="connsiteY0" fmla="*/ 25587 h 68232"/>
                <a:gd name="connsiteX1" fmla="*/ 26952 w 34116"/>
                <a:gd name="connsiteY1" fmla="*/ 70961 h 68232"/>
                <a:gd name="connsiteX2" fmla="*/ 25587 w 34116"/>
                <a:gd name="connsiteY2" fmla="*/ 70961 h 68232"/>
                <a:gd name="connsiteX3" fmla="*/ 25587 w 34116"/>
                <a:gd name="connsiteY3" fmla="*/ 25587 h 68232"/>
                <a:gd name="connsiteX4" fmla="*/ 26952 w 34116"/>
                <a:gd name="connsiteY4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16" h="68232">
                  <a:moveTo>
                    <a:pt x="26952" y="25587"/>
                  </a:moveTo>
                  <a:lnTo>
                    <a:pt x="26952" y="70961"/>
                  </a:lnTo>
                  <a:cubicBezTo>
                    <a:pt x="26611" y="70961"/>
                    <a:pt x="26269" y="70961"/>
                    <a:pt x="25587" y="70961"/>
                  </a:cubicBezTo>
                  <a:lnTo>
                    <a:pt x="25587" y="25587"/>
                  </a:lnTo>
                  <a:cubicBezTo>
                    <a:pt x="26269" y="25587"/>
                    <a:pt x="26611" y="25587"/>
                    <a:pt x="26952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53F870B-D10D-4831-A777-C16CD5F1D0C8}"/>
                </a:ext>
              </a:extLst>
            </p:cNvPr>
            <p:cNvSpPr/>
            <p:nvPr/>
          </p:nvSpPr>
          <p:spPr>
            <a:xfrm>
              <a:off x="12826485" y="6600576"/>
              <a:ext cx="257253" cy="171501"/>
            </a:xfrm>
            <a:custGeom>
              <a:avLst/>
              <a:gdLst>
                <a:gd name="connsiteX0" fmla="*/ 102689 w 102348"/>
                <a:gd name="connsiteY0" fmla="*/ 25587 h 68232"/>
                <a:gd name="connsiteX1" fmla="*/ 102349 w 102348"/>
                <a:gd name="connsiteY1" fmla="*/ 70961 h 68232"/>
                <a:gd name="connsiteX2" fmla="*/ 25587 w 102348"/>
                <a:gd name="connsiteY2" fmla="*/ 70961 h 68232"/>
                <a:gd name="connsiteX3" fmla="*/ 25587 w 102348"/>
                <a:gd name="connsiteY3" fmla="*/ 25587 h 6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48" h="68232">
                  <a:moveTo>
                    <a:pt x="102689" y="25587"/>
                  </a:moveTo>
                  <a:lnTo>
                    <a:pt x="102349" y="70961"/>
                  </a:lnTo>
                  <a:lnTo>
                    <a:pt x="25587" y="70961"/>
                  </a:lnTo>
                  <a:lnTo>
                    <a:pt x="25587" y="255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sp>
        <p:nvSpPr>
          <p:cNvPr id="505" name="Freeform: Shape 504">
            <a:extLst>
              <a:ext uri="{FF2B5EF4-FFF2-40B4-BE49-F238E27FC236}">
                <a16:creationId xmlns:a16="http://schemas.microsoft.com/office/drawing/2014/main" id="{3C6DA1C6-718F-495E-95B0-1C847BB400AB}"/>
              </a:ext>
            </a:extLst>
          </p:cNvPr>
          <p:cNvSpPr/>
          <p:nvPr/>
        </p:nvSpPr>
        <p:spPr>
          <a:xfrm>
            <a:off x="6979417" y="1020469"/>
            <a:ext cx="1564943" cy="1705088"/>
          </a:xfrm>
          <a:custGeom>
            <a:avLst/>
            <a:gdLst>
              <a:gd name="connsiteX0" fmla="*/ 2233586 w 2285783"/>
              <a:gd name="connsiteY0" fmla="*/ 1285682 h 2490480"/>
              <a:gd name="connsiteX1" fmla="*/ 57998 w 2285783"/>
              <a:gd name="connsiteY1" fmla="*/ 29525 h 2490480"/>
              <a:gd name="connsiteX2" fmla="*/ 28657 w 2285783"/>
              <a:gd name="connsiteY2" fmla="*/ 46242 h 2490480"/>
              <a:gd name="connsiteX3" fmla="*/ 25587 w 2285783"/>
              <a:gd name="connsiteY3" fmla="*/ 1170369 h 2490480"/>
              <a:gd name="connsiteX4" fmla="*/ 54586 w 2285783"/>
              <a:gd name="connsiteY4" fmla="*/ 1220520 h 2490480"/>
              <a:gd name="connsiteX5" fmla="*/ 2230174 w 2285783"/>
              <a:gd name="connsiteY5" fmla="*/ 2476678 h 2490480"/>
              <a:gd name="connsiteX6" fmla="*/ 2259515 w 2285783"/>
              <a:gd name="connsiteY6" fmla="*/ 2459961 h 2490480"/>
              <a:gd name="connsiteX7" fmla="*/ 2262585 w 2285783"/>
              <a:gd name="connsiteY7" fmla="*/ 1335833 h 2490480"/>
              <a:gd name="connsiteX8" fmla="*/ 2233586 w 2285783"/>
              <a:gd name="connsiteY8" fmla="*/ 1285682 h 249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5783" h="2490480">
                <a:moveTo>
                  <a:pt x="2233586" y="1285682"/>
                </a:moveTo>
                <a:lnTo>
                  <a:pt x="57998" y="29525"/>
                </a:lnTo>
                <a:cubicBezTo>
                  <a:pt x="41963" y="20314"/>
                  <a:pt x="28999" y="27819"/>
                  <a:pt x="28657" y="46242"/>
                </a:cubicBezTo>
                <a:lnTo>
                  <a:pt x="25587" y="1170369"/>
                </a:lnTo>
                <a:cubicBezTo>
                  <a:pt x="25587" y="1188793"/>
                  <a:pt x="38551" y="1211309"/>
                  <a:pt x="54586" y="1220520"/>
                </a:cubicBezTo>
                <a:lnTo>
                  <a:pt x="2230174" y="2476678"/>
                </a:lnTo>
                <a:cubicBezTo>
                  <a:pt x="2246209" y="2485890"/>
                  <a:pt x="2259173" y="2478384"/>
                  <a:pt x="2259515" y="2459961"/>
                </a:cubicBezTo>
                <a:lnTo>
                  <a:pt x="2262585" y="1335833"/>
                </a:lnTo>
                <a:cubicBezTo>
                  <a:pt x="2262585" y="1317411"/>
                  <a:pt x="2249621" y="1294894"/>
                  <a:pt x="2233586" y="1285682"/>
                </a:cubicBezTo>
                <a:close/>
              </a:path>
            </a:pathLst>
          </a:custGeom>
          <a:solidFill>
            <a:srgbClr val="F2F2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506" name="Freeform: Shape 505">
            <a:extLst>
              <a:ext uri="{FF2B5EF4-FFF2-40B4-BE49-F238E27FC236}">
                <a16:creationId xmlns:a16="http://schemas.microsoft.com/office/drawing/2014/main" id="{4711E488-6F03-4D11-9180-543BCBA63A28}"/>
              </a:ext>
            </a:extLst>
          </p:cNvPr>
          <p:cNvSpPr/>
          <p:nvPr/>
        </p:nvSpPr>
        <p:spPr>
          <a:xfrm>
            <a:off x="7317863" y="1475831"/>
            <a:ext cx="513862" cy="607292"/>
          </a:xfrm>
          <a:custGeom>
            <a:avLst/>
            <a:gdLst>
              <a:gd name="connsiteX0" fmla="*/ 379374 w 750555"/>
              <a:gd name="connsiteY0" fmla="*/ 25587 h 887020"/>
              <a:gd name="connsiteX1" fmla="*/ 378350 w 750555"/>
              <a:gd name="connsiteY1" fmla="*/ 431228 h 887020"/>
              <a:gd name="connsiteX2" fmla="*/ 25589 w 750555"/>
              <a:gd name="connsiteY2" fmla="*/ 227555 h 887020"/>
              <a:gd name="connsiteX3" fmla="*/ 377327 w 750555"/>
              <a:gd name="connsiteY3" fmla="*/ 836529 h 887020"/>
              <a:gd name="connsiteX4" fmla="*/ 731453 w 750555"/>
              <a:gd name="connsiteY4" fmla="*/ 634902 h 887020"/>
              <a:gd name="connsiteX5" fmla="*/ 379374 w 750555"/>
              <a:gd name="connsiteY5" fmla="*/ 25587 h 88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0555" h="887020">
                <a:moveTo>
                  <a:pt x="379374" y="25587"/>
                </a:moveTo>
                <a:lnTo>
                  <a:pt x="378350" y="431228"/>
                </a:lnTo>
                <a:lnTo>
                  <a:pt x="25589" y="227555"/>
                </a:lnTo>
                <a:cubicBezTo>
                  <a:pt x="24907" y="451357"/>
                  <a:pt x="182524" y="724286"/>
                  <a:pt x="377327" y="836529"/>
                </a:cubicBezTo>
                <a:cubicBezTo>
                  <a:pt x="572131" y="949112"/>
                  <a:pt x="730771" y="858704"/>
                  <a:pt x="731453" y="634902"/>
                </a:cubicBezTo>
                <a:cubicBezTo>
                  <a:pt x="731795" y="411100"/>
                  <a:pt x="574178" y="138171"/>
                  <a:pt x="379374" y="25587"/>
                </a:cubicBezTo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507" name="Freeform: Shape 506">
            <a:extLst>
              <a:ext uri="{FF2B5EF4-FFF2-40B4-BE49-F238E27FC236}">
                <a16:creationId xmlns:a16="http://schemas.microsoft.com/office/drawing/2014/main" id="{5E503A5E-5B1D-4C0D-8413-84D4E3F618D6}"/>
              </a:ext>
            </a:extLst>
          </p:cNvPr>
          <p:cNvSpPr/>
          <p:nvPr/>
        </p:nvSpPr>
        <p:spPr>
          <a:xfrm>
            <a:off x="7317632" y="1442678"/>
            <a:ext cx="256931" cy="327003"/>
          </a:xfrm>
          <a:custGeom>
            <a:avLst/>
            <a:gdLst>
              <a:gd name="connsiteX0" fmla="*/ 379712 w 375277"/>
              <a:gd name="connsiteY0" fmla="*/ 74011 h 477626"/>
              <a:gd name="connsiteX1" fmla="*/ 25587 w 375277"/>
              <a:gd name="connsiteY1" fmla="*/ 275979 h 477626"/>
              <a:gd name="connsiteX2" fmla="*/ 378348 w 375277"/>
              <a:gd name="connsiteY2" fmla="*/ 479652 h 477626"/>
              <a:gd name="connsiteX3" fmla="*/ 379712 w 375277"/>
              <a:gd name="connsiteY3" fmla="*/ 74011 h 47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277" h="477626">
                <a:moveTo>
                  <a:pt x="379712" y="74011"/>
                </a:moveTo>
                <a:cubicBezTo>
                  <a:pt x="184909" y="-38573"/>
                  <a:pt x="26269" y="51836"/>
                  <a:pt x="25587" y="275979"/>
                </a:cubicBezTo>
                <a:lnTo>
                  <a:pt x="378348" y="479652"/>
                </a:lnTo>
                <a:lnTo>
                  <a:pt x="379712" y="74011"/>
                </a:lnTo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0DE19D65-6973-4FA3-A728-5F1AFDAD644C}"/>
              </a:ext>
            </a:extLst>
          </p:cNvPr>
          <p:cNvGrpSpPr/>
          <p:nvPr/>
        </p:nvGrpSpPr>
        <p:grpSpPr>
          <a:xfrm>
            <a:off x="7068642" y="1193206"/>
            <a:ext cx="1382289" cy="1190992"/>
            <a:chOff x="13552971" y="2339732"/>
            <a:chExt cx="2764937" cy="2382294"/>
          </a:xfrm>
          <a:solidFill>
            <a:schemeClr val="accent2"/>
          </a:solidFill>
        </p:grpSpPr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92E4074-1B38-40C9-B0D6-52C270CD7845}"/>
                </a:ext>
              </a:extLst>
            </p:cNvPr>
            <p:cNvSpPr/>
            <p:nvPr/>
          </p:nvSpPr>
          <p:spPr>
            <a:xfrm>
              <a:off x="13556241" y="2339732"/>
              <a:ext cx="233604" cy="233604"/>
            </a:xfrm>
            <a:custGeom>
              <a:avLst/>
              <a:gdLst>
                <a:gd name="connsiteX0" fmla="*/ 177063 w 170580"/>
                <a:gd name="connsiteY0" fmla="*/ 112924 h 170580"/>
                <a:gd name="connsiteX1" fmla="*/ 25587 w 170580"/>
                <a:gd name="connsiteY1" fmla="*/ 25587 h 170580"/>
                <a:gd name="connsiteX2" fmla="*/ 25587 w 170580"/>
                <a:gd name="connsiteY2" fmla="*/ 76079 h 170580"/>
                <a:gd name="connsiteX3" fmla="*/ 176723 w 170580"/>
                <a:gd name="connsiteY3" fmla="*/ 163416 h 170580"/>
                <a:gd name="connsiteX4" fmla="*/ 177063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063" y="112924"/>
                  </a:moveTo>
                  <a:lnTo>
                    <a:pt x="25587" y="25587"/>
                  </a:lnTo>
                  <a:lnTo>
                    <a:pt x="25587" y="76079"/>
                  </a:lnTo>
                  <a:lnTo>
                    <a:pt x="176723" y="163416"/>
                  </a:lnTo>
                  <a:lnTo>
                    <a:pt x="177063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48B5A8E2-E197-4E1A-A62A-29F5FBB871D2}"/>
                </a:ext>
              </a:extLst>
            </p:cNvPr>
            <p:cNvSpPr/>
            <p:nvPr/>
          </p:nvSpPr>
          <p:spPr>
            <a:xfrm>
              <a:off x="13555774" y="2513066"/>
              <a:ext cx="233604" cy="233604"/>
            </a:xfrm>
            <a:custGeom>
              <a:avLst/>
              <a:gdLst>
                <a:gd name="connsiteX0" fmla="*/ 177063 w 170580"/>
                <a:gd name="connsiteY0" fmla="*/ 113266 h 170580"/>
                <a:gd name="connsiteX1" fmla="*/ 25587 w 170580"/>
                <a:gd name="connsiteY1" fmla="*/ 25587 h 170580"/>
                <a:gd name="connsiteX2" fmla="*/ 25587 w 170580"/>
                <a:gd name="connsiteY2" fmla="*/ 76420 h 170580"/>
                <a:gd name="connsiteX3" fmla="*/ 176722 w 170580"/>
                <a:gd name="connsiteY3" fmla="*/ 163758 h 170580"/>
                <a:gd name="connsiteX4" fmla="*/ 177063 w 170580"/>
                <a:gd name="connsiteY4" fmla="*/ 113266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063" y="113266"/>
                  </a:moveTo>
                  <a:lnTo>
                    <a:pt x="25587" y="25587"/>
                  </a:lnTo>
                  <a:lnTo>
                    <a:pt x="25587" y="76420"/>
                  </a:lnTo>
                  <a:lnTo>
                    <a:pt x="176722" y="163758"/>
                  </a:lnTo>
                  <a:lnTo>
                    <a:pt x="177063" y="11326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880CAE0-066F-493F-8CC2-9CC13E364348}"/>
                </a:ext>
              </a:extLst>
            </p:cNvPr>
            <p:cNvSpPr/>
            <p:nvPr/>
          </p:nvSpPr>
          <p:spPr>
            <a:xfrm>
              <a:off x="13555307" y="2686867"/>
              <a:ext cx="233604" cy="233604"/>
            </a:xfrm>
            <a:custGeom>
              <a:avLst/>
              <a:gdLst>
                <a:gd name="connsiteX0" fmla="*/ 177063 w 170580"/>
                <a:gd name="connsiteY0" fmla="*/ 112924 h 170580"/>
                <a:gd name="connsiteX1" fmla="*/ 25587 w 170580"/>
                <a:gd name="connsiteY1" fmla="*/ 25587 h 170580"/>
                <a:gd name="connsiteX2" fmla="*/ 25587 w 170580"/>
                <a:gd name="connsiteY2" fmla="*/ 76079 h 170580"/>
                <a:gd name="connsiteX3" fmla="*/ 176722 w 170580"/>
                <a:gd name="connsiteY3" fmla="*/ 163758 h 170580"/>
                <a:gd name="connsiteX4" fmla="*/ 177063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063" y="112924"/>
                  </a:moveTo>
                  <a:lnTo>
                    <a:pt x="25587" y="25587"/>
                  </a:lnTo>
                  <a:lnTo>
                    <a:pt x="25587" y="76079"/>
                  </a:lnTo>
                  <a:lnTo>
                    <a:pt x="176722" y="163758"/>
                  </a:lnTo>
                  <a:lnTo>
                    <a:pt x="177063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C72B1991-98DD-43E7-8682-CB5D8DEFD4B7}"/>
                </a:ext>
              </a:extLst>
            </p:cNvPr>
            <p:cNvSpPr/>
            <p:nvPr/>
          </p:nvSpPr>
          <p:spPr>
            <a:xfrm>
              <a:off x="13554838" y="2860202"/>
              <a:ext cx="233604" cy="233604"/>
            </a:xfrm>
            <a:custGeom>
              <a:avLst/>
              <a:gdLst>
                <a:gd name="connsiteX0" fmla="*/ 177063 w 170580"/>
                <a:gd name="connsiteY0" fmla="*/ 112924 h 170580"/>
                <a:gd name="connsiteX1" fmla="*/ 25587 w 170580"/>
                <a:gd name="connsiteY1" fmla="*/ 25587 h 170580"/>
                <a:gd name="connsiteX2" fmla="*/ 25587 w 170580"/>
                <a:gd name="connsiteY2" fmla="*/ 76420 h 170580"/>
                <a:gd name="connsiteX3" fmla="*/ 176723 w 170580"/>
                <a:gd name="connsiteY3" fmla="*/ 163757 h 170580"/>
                <a:gd name="connsiteX4" fmla="*/ 177063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063" y="112924"/>
                  </a:moveTo>
                  <a:lnTo>
                    <a:pt x="25587" y="25587"/>
                  </a:lnTo>
                  <a:lnTo>
                    <a:pt x="25587" y="76420"/>
                  </a:lnTo>
                  <a:lnTo>
                    <a:pt x="176723" y="163757"/>
                  </a:lnTo>
                  <a:lnTo>
                    <a:pt x="177063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94E68464-7357-4F26-B924-B72F3E76F41E}"/>
                </a:ext>
              </a:extLst>
            </p:cNvPr>
            <p:cNvSpPr/>
            <p:nvPr/>
          </p:nvSpPr>
          <p:spPr>
            <a:xfrm>
              <a:off x="13553905" y="3034004"/>
              <a:ext cx="233604" cy="233604"/>
            </a:xfrm>
            <a:custGeom>
              <a:avLst/>
              <a:gdLst>
                <a:gd name="connsiteX0" fmla="*/ 177405 w 170580"/>
                <a:gd name="connsiteY0" fmla="*/ 112924 h 170580"/>
                <a:gd name="connsiteX1" fmla="*/ 25929 w 170580"/>
                <a:gd name="connsiteY1" fmla="*/ 25587 h 170580"/>
                <a:gd name="connsiteX2" fmla="*/ 25587 w 170580"/>
                <a:gd name="connsiteY2" fmla="*/ 76420 h 170580"/>
                <a:gd name="connsiteX3" fmla="*/ 177063 w 170580"/>
                <a:gd name="connsiteY3" fmla="*/ 163757 h 170580"/>
                <a:gd name="connsiteX4" fmla="*/ 177405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405" y="112924"/>
                  </a:moveTo>
                  <a:lnTo>
                    <a:pt x="25929" y="25587"/>
                  </a:lnTo>
                  <a:lnTo>
                    <a:pt x="25587" y="76420"/>
                  </a:lnTo>
                  <a:lnTo>
                    <a:pt x="177063" y="163757"/>
                  </a:lnTo>
                  <a:lnTo>
                    <a:pt x="177405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926FA8F5-78AA-42CB-8047-B8885BC37AD7}"/>
                </a:ext>
              </a:extLst>
            </p:cNvPr>
            <p:cNvSpPr/>
            <p:nvPr/>
          </p:nvSpPr>
          <p:spPr>
            <a:xfrm>
              <a:off x="13553437" y="3207337"/>
              <a:ext cx="233604" cy="233604"/>
            </a:xfrm>
            <a:custGeom>
              <a:avLst/>
              <a:gdLst>
                <a:gd name="connsiteX0" fmla="*/ 177405 w 170580"/>
                <a:gd name="connsiteY0" fmla="*/ 112924 h 170580"/>
                <a:gd name="connsiteX1" fmla="*/ 25929 w 170580"/>
                <a:gd name="connsiteY1" fmla="*/ 25587 h 170580"/>
                <a:gd name="connsiteX2" fmla="*/ 25587 w 170580"/>
                <a:gd name="connsiteY2" fmla="*/ 76420 h 170580"/>
                <a:gd name="connsiteX3" fmla="*/ 177063 w 170580"/>
                <a:gd name="connsiteY3" fmla="*/ 163758 h 170580"/>
                <a:gd name="connsiteX4" fmla="*/ 177405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405" y="112924"/>
                  </a:moveTo>
                  <a:lnTo>
                    <a:pt x="25929" y="25587"/>
                  </a:lnTo>
                  <a:lnTo>
                    <a:pt x="25587" y="76420"/>
                  </a:lnTo>
                  <a:lnTo>
                    <a:pt x="177063" y="163758"/>
                  </a:lnTo>
                  <a:lnTo>
                    <a:pt x="177405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0019C831-D489-42FE-8718-EAB0D6A07916}"/>
                </a:ext>
              </a:extLst>
            </p:cNvPr>
            <p:cNvSpPr/>
            <p:nvPr/>
          </p:nvSpPr>
          <p:spPr>
            <a:xfrm>
              <a:off x="13552971" y="3381140"/>
              <a:ext cx="233604" cy="233604"/>
            </a:xfrm>
            <a:custGeom>
              <a:avLst/>
              <a:gdLst>
                <a:gd name="connsiteX0" fmla="*/ 177403 w 170580"/>
                <a:gd name="connsiteY0" fmla="*/ 112924 h 170580"/>
                <a:gd name="connsiteX1" fmla="*/ 25928 w 170580"/>
                <a:gd name="connsiteY1" fmla="*/ 25587 h 170580"/>
                <a:gd name="connsiteX2" fmla="*/ 25587 w 170580"/>
                <a:gd name="connsiteY2" fmla="*/ 76079 h 170580"/>
                <a:gd name="connsiteX3" fmla="*/ 177063 w 170580"/>
                <a:gd name="connsiteY3" fmla="*/ 163416 h 170580"/>
                <a:gd name="connsiteX4" fmla="*/ 177403 w 170580"/>
                <a:gd name="connsiteY4" fmla="*/ 112924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70580">
                  <a:moveTo>
                    <a:pt x="177403" y="112924"/>
                  </a:moveTo>
                  <a:lnTo>
                    <a:pt x="25928" y="25587"/>
                  </a:lnTo>
                  <a:lnTo>
                    <a:pt x="25587" y="76079"/>
                  </a:lnTo>
                  <a:lnTo>
                    <a:pt x="177063" y="163416"/>
                  </a:lnTo>
                  <a:lnTo>
                    <a:pt x="177403" y="11292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A6D199D-1794-4862-B110-29DAC9E3C9E9}"/>
                </a:ext>
              </a:extLst>
            </p:cNvPr>
            <p:cNvSpPr/>
            <p:nvPr/>
          </p:nvSpPr>
          <p:spPr>
            <a:xfrm>
              <a:off x="15243329" y="3426925"/>
              <a:ext cx="1074579" cy="747533"/>
            </a:xfrm>
            <a:custGeom>
              <a:avLst/>
              <a:gdLst>
                <a:gd name="connsiteX0" fmla="*/ 766932 w 784671"/>
                <a:gd name="connsiteY0" fmla="*/ 453404 h 545858"/>
                <a:gd name="connsiteX1" fmla="*/ 25929 w 784671"/>
                <a:gd name="connsiteY1" fmla="*/ 25587 h 545858"/>
                <a:gd name="connsiteX2" fmla="*/ 25587 w 784671"/>
                <a:gd name="connsiteY2" fmla="*/ 101667 h 545858"/>
                <a:gd name="connsiteX3" fmla="*/ 766932 w 784671"/>
                <a:gd name="connsiteY3" fmla="*/ 529483 h 545858"/>
                <a:gd name="connsiteX4" fmla="*/ 766932 w 784671"/>
                <a:gd name="connsiteY4" fmla="*/ 453404 h 54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671" h="545858">
                  <a:moveTo>
                    <a:pt x="766932" y="453404"/>
                  </a:moveTo>
                  <a:lnTo>
                    <a:pt x="25929" y="25587"/>
                  </a:lnTo>
                  <a:lnTo>
                    <a:pt x="25587" y="101667"/>
                  </a:lnTo>
                  <a:lnTo>
                    <a:pt x="766932" y="529483"/>
                  </a:lnTo>
                  <a:lnTo>
                    <a:pt x="766932" y="45340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C4525314-A921-4D7A-AE29-51C00D813956}"/>
                </a:ext>
              </a:extLst>
            </p:cNvPr>
            <p:cNvSpPr/>
            <p:nvPr/>
          </p:nvSpPr>
          <p:spPr>
            <a:xfrm>
              <a:off x="15242862" y="3687161"/>
              <a:ext cx="1074579" cy="747533"/>
            </a:xfrm>
            <a:custGeom>
              <a:avLst/>
              <a:gdLst>
                <a:gd name="connsiteX0" fmla="*/ 766932 w 784671"/>
                <a:gd name="connsiteY0" fmla="*/ 453404 h 545858"/>
                <a:gd name="connsiteX1" fmla="*/ 25587 w 784671"/>
                <a:gd name="connsiteY1" fmla="*/ 25587 h 545858"/>
                <a:gd name="connsiteX2" fmla="*/ 25587 w 784671"/>
                <a:gd name="connsiteY2" fmla="*/ 101666 h 545858"/>
                <a:gd name="connsiteX3" fmla="*/ 766590 w 784671"/>
                <a:gd name="connsiteY3" fmla="*/ 529483 h 545858"/>
                <a:gd name="connsiteX4" fmla="*/ 766932 w 784671"/>
                <a:gd name="connsiteY4" fmla="*/ 453404 h 54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671" h="545858">
                  <a:moveTo>
                    <a:pt x="766932" y="453404"/>
                  </a:moveTo>
                  <a:lnTo>
                    <a:pt x="25587" y="25587"/>
                  </a:lnTo>
                  <a:lnTo>
                    <a:pt x="25587" y="101666"/>
                  </a:lnTo>
                  <a:lnTo>
                    <a:pt x="766590" y="529483"/>
                  </a:lnTo>
                  <a:lnTo>
                    <a:pt x="766932" y="45340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928B85B8-A690-4B43-B193-AD2BE3FC7783}"/>
                </a:ext>
              </a:extLst>
            </p:cNvPr>
            <p:cNvSpPr/>
            <p:nvPr/>
          </p:nvSpPr>
          <p:spPr>
            <a:xfrm>
              <a:off x="15241928" y="3947863"/>
              <a:ext cx="840974" cy="607370"/>
            </a:xfrm>
            <a:custGeom>
              <a:avLst/>
              <a:gdLst>
                <a:gd name="connsiteX0" fmla="*/ 609997 w 614091"/>
                <a:gd name="connsiteY0" fmla="*/ 362655 h 443510"/>
                <a:gd name="connsiteX1" fmla="*/ 25929 w 614091"/>
                <a:gd name="connsiteY1" fmla="*/ 25587 h 443510"/>
                <a:gd name="connsiteX2" fmla="*/ 25587 w 614091"/>
                <a:gd name="connsiteY2" fmla="*/ 101325 h 443510"/>
                <a:gd name="connsiteX3" fmla="*/ 609656 w 614091"/>
                <a:gd name="connsiteY3" fmla="*/ 438734 h 443510"/>
                <a:gd name="connsiteX4" fmla="*/ 609997 w 614091"/>
                <a:gd name="connsiteY4" fmla="*/ 362655 h 44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091" h="443510">
                  <a:moveTo>
                    <a:pt x="609997" y="362655"/>
                  </a:moveTo>
                  <a:lnTo>
                    <a:pt x="25929" y="25587"/>
                  </a:lnTo>
                  <a:lnTo>
                    <a:pt x="25587" y="101325"/>
                  </a:lnTo>
                  <a:lnTo>
                    <a:pt x="609656" y="438734"/>
                  </a:lnTo>
                  <a:lnTo>
                    <a:pt x="609997" y="36265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BBF189D8-D4D0-4B12-9818-A9E17FABB20B}"/>
                </a:ext>
              </a:extLst>
            </p:cNvPr>
            <p:cNvSpPr/>
            <p:nvPr/>
          </p:nvSpPr>
          <p:spPr>
            <a:xfrm>
              <a:off x="15241459" y="4208097"/>
              <a:ext cx="654091" cy="513929"/>
            </a:xfrm>
            <a:custGeom>
              <a:avLst/>
              <a:gdLst>
                <a:gd name="connsiteX0" fmla="*/ 461933 w 477626"/>
                <a:gd name="connsiteY0" fmla="*/ 277365 h 375277"/>
                <a:gd name="connsiteX1" fmla="*/ 25587 w 477626"/>
                <a:gd name="connsiteY1" fmla="*/ 25587 h 375277"/>
                <a:gd name="connsiteX2" fmla="*/ 25587 w 477626"/>
                <a:gd name="connsiteY2" fmla="*/ 101325 h 375277"/>
                <a:gd name="connsiteX3" fmla="*/ 461592 w 477626"/>
                <a:gd name="connsiteY3" fmla="*/ 353444 h 375277"/>
                <a:gd name="connsiteX4" fmla="*/ 461933 w 477626"/>
                <a:gd name="connsiteY4" fmla="*/ 277365 h 37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626" h="375277">
                  <a:moveTo>
                    <a:pt x="461933" y="277365"/>
                  </a:moveTo>
                  <a:lnTo>
                    <a:pt x="25587" y="25587"/>
                  </a:lnTo>
                  <a:lnTo>
                    <a:pt x="25587" y="101325"/>
                  </a:lnTo>
                  <a:lnTo>
                    <a:pt x="461592" y="353444"/>
                  </a:lnTo>
                  <a:lnTo>
                    <a:pt x="461933" y="27736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grpSp>
        <p:nvGrpSpPr>
          <p:cNvPr id="946" name="Group 945">
            <a:extLst>
              <a:ext uri="{FF2B5EF4-FFF2-40B4-BE49-F238E27FC236}">
                <a16:creationId xmlns:a16="http://schemas.microsoft.com/office/drawing/2014/main" id="{CE86077D-86BD-4954-9442-B77B6BE01FED}"/>
              </a:ext>
            </a:extLst>
          </p:cNvPr>
          <p:cNvGrpSpPr/>
          <p:nvPr/>
        </p:nvGrpSpPr>
        <p:grpSpPr>
          <a:xfrm>
            <a:off x="9900488" y="1588880"/>
            <a:ext cx="911638" cy="914442"/>
            <a:chOff x="19217401" y="3131182"/>
            <a:chExt cx="1823512" cy="1829121"/>
          </a:xfrm>
          <a:solidFill>
            <a:schemeClr val="accent5"/>
          </a:solidFill>
        </p:grpSpPr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0305C3B6-4AD6-49D2-90A4-FAD3349385DF}"/>
                </a:ext>
              </a:extLst>
            </p:cNvPr>
            <p:cNvSpPr/>
            <p:nvPr/>
          </p:nvSpPr>
          <p:spPr>
            <a:xfrm>
              <a:off x="19218801" y="3131182"/>
              <a:ext cx="1822112" cy="1214741"/>
            </a:xfrm>
            <a:custGeom>
              <a:avLst/>
              <a:gdLst>
                <a:gd name="connsiteX0" fmla="*/ 1317566 w 1330530"/>
                <a:gd name="connsiteY0" fmla="*/ 771026 h 887020"/>
                <a:gd name="connsiteX1" fmla="*/ 25929 w 1330530"/>
                <a:gd name="connsiteY1" fmla="*/ 25587 h 887020"/>
                <a:gd name="connsiteX2" fmla="*/ 25587 w 1330530"/>
                <a:gd name="connsiteY2" fmla="*/ 131007 h 887020"/>
                <a:gd name="connsiteX3" fmla="*/ 1317226 w 1330530"/>
                <a:gd name="connsiteY3" fmla="*/ 876445 h 887020"/>
                <a:gd name="connsiteX4" fmla="*/ 1317566 w 1330530"/>
                <a:gd name="connsiteY4" fmla="*/ 771026 h 887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530" h="887020">
                  <a:moveTo>
                    <a:pt x="1317566" y="771026"/>
                  </a:moveTo>
                  <a:lnTo>
                    <a:pt x="25929" y="25587"/>
                  </a:lnTo>
                  <a:lnTo>
                    <a:pt x="25587" y="131007"/>
                  </a:lnTo>
                  <a:lnTo>
                    <a:pt x="1317226" y="876445"/>
                  </a:lnTo>
                  <a:lnTo>
                    <a:pt x="1317566" y="77102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CDD617B1-3C21-4AF4-8862-7996801F01E3}"/>
                </a:ext>
              </a:extLst>
            </p:cNvPr>
            <p:cNvSpPr/>
            <p:nvPr/>
          </p:nvSpPr>
          <p:spPr>
            <a:xfrm>
              <a:off x="19217868" y="3438605"/>
              <a:ext cx="1822112" cy="1214741"/>
            </a:xfrm>
            <a:custGeom>
              <a:avLst/>
              <a:gdLst>
                <a:gd name="connsiteX0" fmla="*/ 1317566 w 1330530"/>
                <a:gd name="connsiteY0" fmla="*/ 771367 h 887020"/>
                <a:gd name="connsiteX1" fmla="*/ 25928 w 1330530"/>
                <a:gd name="connsiteY1" fmla="*/ 25587 h 887020"/>
                <a:gd name="connsiteX2" fmla="*/ 25587 w 1330530"/>
                <a:gd name="connsiteY2" fmla="*/ 130665 h 887020"/>
                <a:gd name="connsiteX3" fmla="*/ 1317225 w 1330530"/>
                <a:gd name="connsiteY3" fmla="*/ 876445 h 887020"/>
                <a:gd name="connsiteX4" fmla="*/ 1317566 w 1330530"/>
                <a:gd name="connsiteY4" fmla="*/ 771367 h 887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530" h="887020">
                  <a:moveTo>
                    <a:pt x="1317566" y="771367"/>
                  </a:moveTo>
                  <a:lnTo>
                    <a:pt x="25928" y="25587"/>
                  </a:lnTo>
                  <a:lnTo>
                    <a:pt x="25587" y="130665"/>
                  </a:lnTo>
                  <a:lnTo>
                    <a:pt x="1317225" y="876445"/>
                  </a:lnTo>
                  <a:lnTo>
                    <a:pt x="1317566" y="77136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0EFC93D0-9E5D-4B0B-96FB-5457C05807A3}"/>
                </a:ext>
              </a:extLst>
            </p:cNvPr>
            <p:cNvSpPr/>
            <p:nvPr/>
          </p:nvSpPr>
          <p:spPr>
            <a:xfrm>
              <a:off x="19217401" y="3745562"/>
              <a:ext cx="1822112" cy="1214741"/>
            </a:xfrm>
            <a:custGeom>
              <a:avLst/>
              <a:gdLst>
                <a:gd name="connsiteX0" fmla="*/ 1317226 w 1330530"/>
                <a:gd name="connsiteY0" fmla="*/ 771367 h 887020"/>
                <a:gd name="connsiteX1" fmla="*/ 25929 w 1330530"/>
                <a:gd name="connsiteY1" fmla="*/ 25587 h 887020"/>
                <a:gd name="connsiteX2" fmla="*/ 25587 w 1330530"/>
                <a:gd name="connsiteY2" fmla="*/ 131006 h 887020"/>
                <a:gd name="connsiteX3" fmla="*/ 1316884 w 1330530"/>
                <a:gd name="connsiteY3" fmla="*/ 876786 h 887020"/>
                <a:gd name="connsiteX4" fmla="*/ 1317226 w 1330530"/>
                <a:gd name="connsiteY4" fmla="*/ 771367 h 887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530" h="887020">
                  <a:moveTo>
                    <a:pt x="1317226" y="771367"/>
                  </a:moveTo>
                  <a:lnTo>
                    <a:pt x="25929" y="25587"/>
                  </a:lnTo>
                  <a:lnTo>
                    <a:pt x="25587" y="131006"/>
                  </a:lnTo>
                  <a:lnTo>
                    <a:pt x="1316884" y="876786"/>
                  </a:lnTo>
                  <a:lnTo>
                    <a:pt x="1317226" y="77136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sp>
        <p:nvSpPr>
          <p:cNvPr id="522" name="Freeform: Shape 521">
            <a:extLst>
              <a:ext uri="{FF2B5EF4-FFF2-40B4-BE49-F238E27FC236}">
                <a16:creationId xmlns:a16="http://schemas.microsoft.com/office/drawing/2014/main" id="{9F00EA30-3805-4ACB-9514-216F368FDA07}"/>
              </a:ext>
            </a:extLst>
          </p:cNvPr>
          <p:cNvSpPr/>
          <p:nvPr/>
        </p:nvSpPr>
        <p:spPr>
          <a:xfrm>
            <a:off x="8132206" y="509067"/>
            <a:ext cx="1354727" cy="1564943"/>
          </a:xfrm>
          <a:custGeom>
            <a:avLst/>
            <a:gdLst>
              <a:gd name="connsiteX0" fmla="*/ 1848604 w 1978737"/>
              <a:gd name="connsiteY0" fmla="*/ 1086946 h 2285783"/>
              <a:gd name="connsiteX1" fmla="*/ 133583 w 1978737"/>
              <a:gd name="connsiteY1" fmla="*/ 96895 h 2285783"/>
              <a:gd name="connsiteX2" fmla="*/ 94691 w 1978737"/>
              <a:gd name="connsiteY2" fmla="*/ 119070 h 2285783"/>
              <a:gd name="connsiteX3" fmla="*/ 91621 w 1978737"/>
              <a:gd name="connsiteY3" fmla="*/ 1153472 h 2285783"/>
              <a:gd name="connsiteX4" fmla="*/ 130173 w 1978737"/>
              <a:gd name="connsiteY4" fmla="*/ 1219999 h 2285783"/>
              <a:gd name="connsiteX5" fmla="*/ 1845192 w 1978737"/>
              <a:gd name="connsiteY5" fmla="*/ 2210050 h 2285783"/>
              <a:gd name="connsiteX6" fmla="*/ 1884084 w 1978737"/>
              <a:gd name="connsiteY6" fmla="*/ 2187875 h 2285783"/>
              <a:gd name="connsiteX7" fmla="*/ 1887155 w 1978737"/>
              <a:gd name="connsiteY7" fmla="*/ 1153472 h 2285783"/>
              <a:gd name="connsiteX8" fmla="*/ 1848604 w 1978737"/>
              <a:gd name="connsiteY8" fmla="*/ 1086946 h 228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8737" h="2285783">
                <a:moveTo>
                  <a:pt x="1848604" y="1086946"/>
                </a:moveTo>
                <a:lnTo>
                  <a:pt x="133583" y="96895"/>
                </a:lnTo>
                <a:cubicBezTo>
                  <a:pt x="112090" y="84613"/>
                  <a:pt x="95032" y="94506"/>
                  <a:pt x="94691" y="119070"/>
                </a:cubicBezTo>
                <a:lnTo>
                  <a:pt x="91621" y="1153472"/>
                </a:lnTo>
                <a:cubicBezTo>
                  <a:pt x="91621" y="1178036"/>
                  <a:pt x="108679" y="1207717"/>
                  <a:pt x="130173" y="1219999"/>
                </a:cubicBezTo>
                <a:lnTo>
                  <a:pt x="1845192" y="2210050"/>
                </a:lnTo>
                <a:cubicBezTo>
                  <a:pt x="1866686" y="2222332"/>
                  <a:pt x="1883744" y="2212439"/>
                  <a:pt x="1884084" y="2187875"/>
                </a:cubicBezTo>
                <a:lnTo>
                  <a:pt x="1887155" y="1153472"/>
                </a:lnTo>
                <a:cubicBezTo>
                  <a:pt x="1887155" y="1128909"/>
                  <a:pt x="1870097" y="1099228"/>
                  <a:pt x="1848604" y="1086946"/>
                </a:cubicBezTo>
              </a:path>
            </a:pathLst>
          </a:custGeom>
          <a:solidFill>
            <a:schemeClr val="bg1">
              <a:lumMod val="95000"/>
            </a:schemeClr>
          </a:solidFill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539" name="Freeform: Shape 538">
            <a:extLst>
              <a:ext uri="{FF2B5EF4-FFF2-40B4-BE49-F238E27FC236}">
                <a16:creationId xmlns:a16="http://schemas.microsoft.com/office/drawing/2014/main" id="{23927837-DEA1-4FE6-9B65-607A3AD99D7A}"/>
              </a:ext>
            </a:extLst>
          </p:cNvPr>
          <p:cNvSpPr/>
          <p:nvPr/>
        </p:nvSpPr>
        <p:spPr>
          <a:xfrm>
            <a:off x="8341851" y="865563"/>
            <a:ext cx="1027724" cy="1004366"/>
          </a:xfrm>
          <a:custGeom>
            <a:avLst/>
            <a:gdLst>
              <a:gd name="connsiteX0" fmla="*/ 850857 w 1501111"/>
              <a:gd name="connsiteY0" fmla="*/ 785266 h 1466995"/>
              <a:gd name="connsiteX1" fmla="*/ 819812 w 1501111"/>
              <a:gd name="connsiteY1" fmla="*/ 802324 h 1466995"/>
              <a:gd name="connsiteX2" fmla="*/ 912949 w 1501111"/>
              <a:gd name="connsiteY2" fmla="*/ 1113805 h 1466995"/>
              <a:gd name="connsiteX3" fmla="*/ 940583 w 1501111"/>
              <a:gd name="connsiteY3" fmla="*/ 1094700 h 1466995"/>
              <a:gd name="connsiteX4" fmla="*/ 850857 w 1501111"/>
              <a:gd name="connsiteY4" fmla="*/ 785266 h 1466995"/>
              <a:gd name="connsiteX5" fmla="*/ 1398763 w 1501111"/>
              <a:gd name="connsiteY5" fmla="*/ 1080712 h 1466995"/>
              <a:gd name="connsiteX6" fmla="*/ 1358506 w 1501111"/>
              <a:gd name="connsiteY6" fmla="*/ 1086853 h 1466995"/>
              <a:gd name="connsiteX7" fmla="*/ 1463243 w 1501111"/>
              <a:gd name="connsiteY7" fmla="*/ 1443367 h 1466995"/>
              <a:gd name="connsiteX8" fmla="*/ 1508617 w 1501111"/>
              <a:gd name="connsiteY8" fmla="*/ 1469637 h 1466995"/>
              <a:gd name="connsiteX9" fmla="*/ 1398763 w 1501111"/>
              <a:gd name="connsiteY9" fmla="*/ 1080712 h 1466995"/>
              <a:gd name="connsiteX10" fmla="*/ 356514 w 1501111"/>
              <a:gd name="connsiteY10" fmla="*/ 417835 h 1466995"/>
              <a:gd name="connsiteX11" fmla="*/ 326151 w 1501111"/>
              <a:gd name="connsiteY11" fmla="*/ 435234 h 1466995"/>
              <a:gd name="connsiteX12" fmla="*/ 427817 w 1501111"/>
              <a:gd name="connsiteY12" fmla="*/ 809489 h 1466995"/>
              <a:gd name="connsiteX13" fmla="*/ 454086 w 1501111"/>
              <a:gd name="connsiteY13" fmla="*/ 781513 h 1466995"/>
              <a:gd name="connsiteX14" fmla="*/ 356514 w 1501111"/>
              <a:gd name="connsiteY14" fmla="*/ 417835 h 1466995"/>
              <a:gd name="connsiteX15" fmla="*/ 1113894 w 1501111"/>
              <a:gd name="connsiteY15" fmla="*/ 777761 h 1466995"/>
              <a:gd name="connsiteX16" fmla="*/ 1083871 w 1501111"/>
              <a:gd name="connsiteY16" fmla="*/ 793795 h 1466995"/>
              <a:gd name="connsiteX17" fmla="*/ 1206690 w 1501111"/>
              <a:gd name="connsiteY17" fmla="*/ 1181696 h 1466995"/>
              <a:gd name="connsiteX18" fmla="*/ 1247970 w 1501111"/>
              <a:gd name="connsiteY18" fmla="*/ 1176238 h 1466995"/>
              <a:gd name="connsiteX19" fmla="*/ 1247629 w 1501111"/>
              <a:gd name="connsiteY19" fmla="*/ 1175896 h 1466995"/>
              <a:gd name="connsiteX20" fmla="*/ 1113894 w 1501111"/>
              <a:gd name="connsiteY20" fmla="*/ 777761 h 1466995"/>
              <a:gd name="connsiteX21" fmla="*/ 625692 w 1501111"/>
              <a:gd name="connsiteY21" fmla="*/ 454339 h 1466995"/>
              <a:gd name="connsiteX22" fmla="*/ 596010 w 1501111"/>
              <a:gd name="connsiteY22" fmla="*/ 472421 h 1466995"/>
              <a:gd name="connsiteX23" fmla="*/ 696653 w 1501111"/>
              <a:gd name="connsiteY23" fmla="*/ 899897 h 1466995"/>
              <a:gd name="connsiteX24" fmla="*/ 732816 w 1501111"/>
              <a:gd name="connsiteY24" fmla="*/ 889662 h 1466995"/>
              <a:gd name="connsiteX25" fmla="*/ 625692 w 1501111"/>
              <a:gd name="connsiteY25" fmla="*/ 454339 h 1466995"/>
              <a:gd name="connsiteX26" fmla="*/ 52881 w 1501111"/>
              <a:gd name="connsiteY26" fmla="*/ 26864 h 1466995"/>
              <a:gd name="connsiteX27" fmla="*/ 25587 w 1501111"/>
              <a:gd name="connsiteY27" fmla="*/ 49380 h 1466995"/>
              <a:gd name="connsiteX28" fmla="*/ 201627 w 1501111"/>
              <a:gd name="connsiteY28" fmla="*/ 600698 h 1466995"/>
              <a:gd name="connsiteX29" fmla="*/ 232673 w 1501111"/>
              <a:gd name="connsiteY29" fmla="*/ 583298 h 1466995"/>
              <a:gd name="connsiteX30" fmla="*/ 52881 w 1501111"/>
              <a:gd name="connsiteY30" fmla="*/ 26864 h 1466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501111" h="1466995">
                <a:moveTo>
                  <a:pt x="850857" y="785266"/>
                </a:moveTo>
                <a:cubicBezTo>
                  <a:pt x="839258" y="778443"/>
                  <a:pt x="829364" y="787313"/>
                  <a:pt x="819812" y="802324"/>
                </a:cubicBezTo>
                <a:cubicBezTo>
                  <a:pt x="852222" y="858957"/>
                  <a:pt x="864163" y="1085830"/>
                  <a:pt x="912949" y="1113805"/>
                </a:cubicBezTo>
                <a:cubicBezTo>
                  <a:pt x="922502" y="1119264"/>
                  <a:pt x="931713" y="1111076"/>
                  <a:pt x="940583" y="1094700"/>
                </a:cubicBezTo>
                <a:cubicBezTo>
                  <a:pt x="898621" y="1031926"/>
                  <a:pt x="887362" y="806419"/>
                  <a:pt x="850857" y="785266"/>
                </a:cubicBezTo>
                <a:moveTo>
                  <a:pt x="1398763" y="1080712"/>
                </a:moveTo>
                <a:cubicBezTo>
                  <a:pt x="1384093" y="1072183"/>
                  <a:pt x="1370789" y="1076277"/>
                  <a:pt x="1358506" y="1086853"/>
                </a:cubicBezTo>
                <a:cubicBezTo>
                  <a:pt x="1412069" y="1119264"/>
                  <a:pt x="1450620" y="1356030"/>
                  <a:pt x="1463243" y="1443367"/>
                </a:cubicBezTo>
                <a:lnTo>
                  <a:pt x="1508617" y="1469637"/>
                </a:lnTo>
                <a:cubicBezTo>
                  <a:pt x="1508617" y="1469637"/>
                  <a:pt x="1464949" y="1118922"/>
                  <a:pt x="1398763" y="1080712"/>
                </a:cubicBezTo>
                <a:moveTo>
                  <a:pt x="356514" y="417835"/>
                </a:moveTo>
                <a:cubicBezTo>
                  <a:pt x="344574" y="411012"/>
                  <a:pt x="335021" y="419200"/>
                  <a:pt x="326151" y="435234"/>
                </a:cubicBezTo>
                <a:cubicBezTo>
                  <a:pt x="368114" y="500737"/>
                  <a:pt x="388584" y="786972"/>
                  <a:pt x="427817" y="809489"/>
                </a:cubicBezTo>
                <a:cubicBezTo>
                  <a:pt x="436005" y="814265"/>
                  <a:pt x="444875" y="802666"/>
                  <a:pt x="454086" y="781513"/>
                </a:cubicBezTo>
                <a:cubicBezTo>
                  <a:pt x="420994" y="701682"/>
                  <a:pt x="399842" y="442740"/>
                  <a:pt x="356514" y="417835"/>
                </a:cubicBezTo>
                <a:moveTo>
                  <a:pt x="1113894" y="777761"/>
                </a:moveTo>
                <a:cubicBezTo>
                  <a:pt x="1103658" y="771961"/>
                  <a:pt x="1093424" y="778784"/>
                  <a:pt x="1083871" y="793795"/>
                </a:cubicBezTo>
                <a:cubicBezTo>
                  <a:pt x="1135728" y="859298"/>
                  <a:pt x="1150397" y="1149286"/>
                  <a:pt x="1206690" y="1181696"/>
                </a:cubicBezTo>
                <a:cubicBezTo>
                  <a:pt x="1222042" y="1190567"/>
                  <a:pt x="1235688" y="1186473"/>
                  <a:pt x="1247970" y="1176238"/>
                </a:cubicBezTo>
                <a:cubicBezTo>
                  <a:pt x="1247970" y="1176238"/>
                  <a:pt x="1247629" y="1176238"/>
                  <a:pt x="1247629" y="1175896"/>
                </a:cubicBezTo>
                <a:cubicBezTo>
                  <a:pt x="1187925" y="1141439"/>
                  <a:pt x="1174621" y="812900"/>
                  <a:pt x="1113894" y="777761"/>
                </a:cubicBezTo>
                <a:moveTo>
                  <a:pt x="625692" y="454339"/>
                </a:moveTo>
                <a:cubicBezTo>
                  <a:pt x="615798" y="448540"/>
                  <a:pt x="605904" y="456386"/>
                  <a:pt x="596010" y="472421"/>
                </a:cubicBezTo>
                <a:cubicBezTo>
                  <a:pt x="641725" y="545430"/>
                  <a:pt x="657419" y="877039"/>
                  <a:pt x="696653" y="899897"/>
                </a:cubicBezTo>
                <a:cubicBezTo>
                  <a:pt x="710640" y="908085"/>
                  <a:pt x="722240" y="901943"/>
                  <a:pt x="732816" y="889662"/>
                </a:cubicBezTo>
                <a:cubicBezTo>
                  <a:pt x="694264" y="839852"/>
                  <a:pt x="678230" y="484703"/>
                  <a:pt x="625692" y="454339"/>
                </a:cubicBezTo>
                <a:moveTo>
                  <a:pt x="52881" y="26864"/>
                </a:moveTo>
                <a:cubicBezTo>
                  <a:pt x="44692" y="22087"/>
                  <a:pt x="35481" y="30958"/>
                  <a:pt x="25587" y="49380"/>
                </a:cubicBezTo>
                <a:cubicBezTo>
                  <a:pt x="79491" y="143200"/>
                  <a:pt x="157958" y="575452"/>
                  <a:pt x="201627" y="600698"/>
                </a:cubicBezTo>
                <a:cubicBezTo>
                  <a:pt x="213909" y="607862"/>
                  <a:pt x="223802" y="599333"/>
                  <a:pt x="232673" y="583298"/>
                </a:cubicBezTo>
                <a:cubicBezTo>
                  <a:pt x="183545" y="502102"/>
                  <a:pt x="102690" y="55521"/>
                  <a:pt x="52881" y="26864"/>
                </a:cubicBezTo>
              </a:path>
            </a:pathLst>
          </a:custGeom>
          <a:solidFill>
            <a:schemeClr val="accent3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sp>
        <p:nvSpPr>
          <p:cNvPr id="540" name="Freeform: Shape 539">
            <a:extLst>
              <a:ext uri="{FF2B5EF4-FFF2-40B4-BE49-F238E27FC236}">
                <a16:creationId xmlns:a16="http://schemas.microsoft.com/office/drawing/2014/main" id="{C04DE734-50EB-4D46-8CD9-53AF68E93FDD}"/>
              </a:ext>
            </a:extLst>
          </p:cNvPr>
          <p:cNvSpPr/>
          <p:nvPr/>
        </p:nvSpPr>
        <p:spPr>
          <a:xfrm>
            <a:off x="8180789" y="824340"/>
            <a:ext cx="1214583" cy="1097796"/>
          </a:xfrm>
          <a:custGeom>
            <a:avLst/>
            <a:gdLst>
              <a:gd name="connsiteX0" fmla="*/ 247191 w 1774040"/>
              <a:gd name="connsiteY0" fmla="*/ 92875 h 1603460"/>
              <a:gd name="connsiteX1" fmla="*/ 91621 w 1774040"/>
              <a:gd name="connsiteY1" fmla="*/ 605641 h 1603460"/>
              <a:gd name="connsiteX2" fmla="*/ 1702587 w 1774040"/>
              <a:gd name="connsiteY2" fmla="*/ 1535648 h 1603460"/>
              <a:gd name="connsiteX3" fmla="*/ 1698152 w 1774040"/>
              <a:gd name="connsiteY3" fmla="*/ 1503579 h 1603460"/>
              <a:gd name="connsiteX4" fmla="*/ 1593415 w 1774040"/>
              <a:gd name="connsiteY4" fmla="*/ 1147064 h 1603460"/>
              <a:gd name="connsiteX5" fmla="*/ 1593074 w 1774040"/>
              <a:gd name="connsiteY5" fmla="*/ 1146723 h 1603460"/>
              <a:gd name="connsiteX6" fmla="*/ 1483562 w 1774040"/>
              <a:gd name="connsiteY6" fmla="*/ 1236449 h 1603460"/>
              <a:gd name="connsiteX7" fmla="*/ 1442280 w 1774040"/>
              <a:gd name="connsiteY7" fmla="*/ 1241908 h 1603460"/>
              <a:gd name="connsiteX8" fmla="*/ 1319462 w 1774040"/>
              <a:gd name="connsiteY8" fmla="*/ 854007 h 1603460"/>
              <a:gd name="connsiteX9" fmla="*/ 1308545 w 1774040"/>
              <a:gd name="connsiteY9" fmla="*/ 844113 h 1603460"/>
              <a:gd name="connsiteX10" fmla="*/ 1176175 w 1774040"/>
              <a:gd name="connsiteY10" fmla="*/ 1154912 h 1603460"/>
              <a:gd name="connsiteX11" fmla="*/ 1148541 w 1774040"/>
              <a:gd name="connsiteY11" fmla="*/ 1174017 h 1603460"/>
              <a:gd name="connsiteX12" fmla="*/ 1055403 w 1774040"/>
              <a:gd name="connsiteY12" fmla="*/ 862536 h 1603460"/>
              <a:gd name="connsiteX13" fmla="*/ 1045509 w 1774040"/>
              <a:gd name="connsiteY13" fmla="*/ 851277 h 1603460"/>
              <a:gd name="connsiteX14" fmla="*/ 968748 w 1774040"/>
              <a:gd name="connsiteY14" fmla="*/ 949873 h 1603460"/>
              <a:gd name="connsiteX15" fmla="*/ 932585 w 1774040"/>
              <a:gd name="connsiteY15" fmla="*/ 960108 h 1603460"/>
              <a:gd name="connsiteX16" fmla="*/ 831942 w 1774040"/>
              <a:gd name="connsiteY16" fmla="*/ 532632 h 1603460"/>
              <a:gd name="connsiteX17" fmla="*/ 820684 w 1774040"/>
              <a:gd name="connsiteY17" fmla="*/ 520692 h 1603460"/>
              <a:gd name="connsiteX18" fmla="*/ 690019 w 1774040"/>
              <a:gd name="connsiteY18" fmla="*/ 841725 h 1603460"/>
              <a:gd name="connsiteX19" fmla="*/ 663749 w 1774040"/>
              <a:gd name="connsiteY19" fmla="*/ 869700 h 1603460"/>
              <a:gd name="connsiteX20" fmla="*/ 562083 w 1774040"/>
              <a:gd name="connsiteY20" fmla="*/ 495446 h 1603460"/>
              <a:gd name="connsiteX21" fmla="*/ 551508 w 1774040"/>
              <a:gd name="connsiteY21" fmla="*/ 484187 h 1603460"/>
              <a:gd name="connsiteX22" fmla="*/ 468946 w 1774040"/>
              <a:gd name="connsiteY22" fmla="*/ 643510 h 1603460"/>
              <a:gd name="connsiteX23" fmla="*/ 437900 w 1774040"/>
              <a:gd name="connsiteY23" fmla="*/ 660909 h 1603460"/>
              <a:gd name="connsiteX24" fmla="*/ 261860 w 1774040"/>
              <a:gd name="connsiteY24" fmla="*/ 109592 h 1603460"/>
              <a:gd name="connsiteX25" fmla="*/ 247191 w 1774040"/>
              <a:gd name="connsiteY25" fmla="*/ 92875 h 160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774040" h="1603460">
                <a:moveTo>
                  <a:pt x="247191" y="92875"/>
                </a:moveTo>
                <a:cubicBezTo>
                  <a:pt x="194311" y="62170"/>
                  <a:pt x="91621" y="605641"/>
                  <a:pt x="91621" y="605641"/>
                </a:cubicBezTo>
                <a:lnTo>
                  <a:pt x="1702587" y="1535648"/>
                </a:lnTo>
                <a:cubicBezTo>
                  <a:pt x="1702587" y="1535648"/>
                  <a:pt x="1701222" y="1523366"/>
                  <a:pt x="1698152" y="1503579"/>
                </a:cubicBezTo>
                <a:cubicBezTo>
                  <a:pt x="1685529" y="1416242"/>
                  <a:pt x="1646977" y="1179134"/>
                  <a:pt x="1593415" y="1147064"/>
                </a:cubicBezTo>
                <a:cubicBezTo>
                  <a:pt x="1593415" y="1147064"/>
                  <a:pt x="1593074" y="1146723"/>
                  <a:pt x="1593074" y="1146723"/>
                </a:cubicBezTo>
                <a:cubicBezTo>
                  <a:pt x="1549406" y="1121477"/>
                  <a:pt x="1520407" y="1206086"/>
                  <a:pt x="1483562" y="1236449"/>
                </a:cubicBezTo>
                <a:cubicBezTo>
                  <a:pt x="1470938" y="1246684"/>
                  <a:pt x="1457291" y="1250778"/>
                  <a:pt x="1442280" y="1241908"/>
                </a:cubicBezTo>
                <a:cubicBezTo>
                  <a:pt x="1385989" y="1209497"/>
                  <a:pt x="1370978" y="919510"/>
                  <a:pt x="1319462" y="854007"/>
                </a:cubicBezTo>
                <a:cubicBezTo>
                  <a:pt x="1316051" y="849572"/>
                  <a:pt x="1312298" y="846160"/>
                  <a:pt x="1308545" y="844113"/>
                </a:cubicBezTo>
                <a:cubicBezTo>
                  <a:pt x="1259418" y="815797"/>
                  <a:pt x="1218478" y="1077809"/>
                  <a:pt x="1176175" y="1154912"/>
                </a:cubicBezTo>
                <a:cubicBezTo>
                  <a:pt x="1166963" y="1171628"/>
                  <a:pt x="1157752" y="1179475"/>
                  <a:pt x="1148541" y="1174017"/>
                </a:cubicBezTo>
                <a:cubicBezTo>
                  <a:pt x="1100095" y="1146041"/>
                  <a:pt x="1087814" y="919510"/>
                  <a:pt x="1055403" y="862536"/>
                </a:cubicBezTo>
                <a:cubicBezTo>
                  <a:pt x="1052333" y="857077"/>
                  <a:pt x="1048921" y="853325"/>
                  <a:pt x="1045509" y="851277"/>
                </a:cubicBezTo>
                <a:cubicBezTo>
                  <a:pt x="1016170" y="834561"/>
                  <a:pt x="997065" y="916098"/>
                  <a:pt x="968748" y="949873"/>
                </a:cubicBezTo>
                <a:cubicBezTo>
                  <a:pt x="958172" y="962155"/>
                  <a:pt x="946572" y="968296"/>
                  <a:pt x="932585" y="960108"/>
                </a:cubicBezTo>
                <a:cubicBezTo>
                  <a:pt x="893010" y="937250"/>
                  <a:pt x="877658" y="605641"/>
                  <a:pt x="831942" y="532632"/>
                </a:cubicBezTo>
                <a:cubicBezTo>
                  <a:pt x="828531" y="526833"/>
                  <a:pt x="824777" y="522739"/>
                  <a:pt x="820684" y="520692"/>
                </a:cubicBezTo>
                <a:cubicBezTo>
                  <a:pt x="774968" y="494081"/>
                  <a:pt x="728571" y="753364"/>
                  <a:pt x="690019" y="841725"/>
                </a:cubicBezTo>
                <a:cubicBezTo>
                  <a:pt x="680807" y="862877"/>
                  <a:pt x="671938" y="874477"/>
                  <a:pt x="663749" y="869700"/>
                </a:cubicBezTo>
                <a:cubicBezTo>
                  <a:pt x="624516" y="847183"/>
                  <a:pt x="604387" y="560949"/>
                  <a:pt x="562083" y="495446"/>
                </a:cubicBezTo>
                <a:cubicBezTo>
                  <a:pt x="558672" y="489987"/>
                  <a:pt x="555260" y="486234"/>
                  <a:pt x="551508" y="484187"/>
                </a:cubicBezTo>
                <a:cubicBezTo>
                  <a:pt x="513980" y="462353"/>
                  <a:pt x="496921" y="592677"/>
                  <a:pt x="468946" y="643510"/>
                </a:cubicBezTo>
                <a:cubicBezTo>
                  <a:pt x="460076" y="659545"/>
                  <a:pt x="449841" y="668074"/>
                  <a:pt x="437900" y="660909"/>
                </a:cubicBezTo>
                <a:cubicBezTo>
                  <a:pt x="394231" y="635663"/>
                  <a:pt x="315423" y="203411"/>
                  <a:pt x="261860" y="109592"/>
                </a:cubicBezTo>
                <a:cubicBezTo>
                  <a:pt x="256061" y="101063"/>
                  <a:pt x="251626" y="95604"/>
                  <a:pt x="247191" y="92875"/>
                </a:cubicBezTo>
              </a:path>
            </a:pathLst>
          </a:custGeom>
          <a:solidFill>
            <a:schemeClr val="accent3"/>
          </a:solidFill>
          <a:ln w="34107" cap="flat">
            <a:noFill/>
            <a:prstDash val="solid"/>
            <a:miter/>
          </a:ln>
        </p:spPr>
        <p:txBody>
          <a:bodyPr rtlCol="0" anchor="ctr"/>
          <a:lstStyle/>
          <a:p>
            <a:pPr defTabSz="228600">
              <a:defRPr/>
            </a:pPr>
            <a:endParaRPr lang="en-US" sz="900">
              <a:solidFill>
                <a:srgbClr val="272E3A"/>
              </a:solidFill>
              <a:latin typeface="Montserrat Light"/>
            </a:endParaRPr>
          </a:p>
        </p:txBody>
      </p:sp>
      <p:grpSp>
        <p:nvGrpSpPr>
          <p:cNvPr id="945" name="Group 944">
            <a:extLst>
              <a:ext uri="{FF2B5EF4-FFF2-40B4-BE49-F238E27FC236}">
                <a16:creationId xmlns:a16="http://schemas.microsoft.com/office/drawing/2014/main" id="{DE4832FA-41B0-4063-91C1-E8D66973FE02}"/>
              </a:ext>
            </a:extLst>
          </p:cNvPr>
          <p:cNvGrpSpPr/>
          <p:nvPr/>
        </p:nvGrpSpPr>
        <p:grpSpPr>
          <a:xfrm>
            <a:off x="8644564" y="655754"/>
            <a:ext cx="982411" cy="1484360"/>
            <a:chOff x="16705224" y="1264687"/>
            <a:chExt cx="1965077" cy="2969107"/>
          </a:xfrm>
          <a:solidFill>
            <a:schemeClr val="bg1">
              <a:lumMod val="95000"/>
            </a:schemeClr>
          </a:solidFill>
        </p:grpSpPr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5E03CE22-FCA6-4282-A2C0-8705056B9450}"/>
                </a:ext>
              </a:extLst>
            </p:cNvPr>
            <p:cNvSpPr/>
            <p:nvPr/>
          </p:nvSpPr>
          <p:spPr>
            <a:xfrm>
              <a:off x="18084889" y="2061277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63DF60C4-BF43-4F8F-9BE3-131268E2604D}"/>
                </a:ext>
              </a:extLst>
            </p:cNvPr>
            <p:cNvSpPr/>
            <p:nvPr/>
          </p:nvSpPr>
          <p:spPr>
            <a:xfrm>
              <a:off x="17992848" y="2008014"/>
              <a:ext cx="93441" cy="280325"/>
            </a:xfrm>
            <a:custGeom>
              <a:avLst/>
              <a:gdLst>
                <a:gd name="connsiteX0" fmla="*/ 62092 w 68232"/>
                <a:gd name="connsiteY0" fmla="*/ 46398 h 204697"/>
                <a:gd name="connsiteX1" fmla="*/ 26269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2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2" y="46398"/>
                  </a:moveTo>
                  <a:lnTo>
                    <a:pt x="26269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2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D86E7436-5997-43B1-B362-5816C1A2883D}"/>
                </a:ext>
              </a:extLst>
            </p:cNvPr>
            <p:cNvSpPr/>
            <p:nvPr/>
          </p:nvSpPr>
          <p:spPr>
            <a:xfrm>
              <a:off x="17901275" y="1955220"/>
              <a:ext cx="93441" cy="280325"/>
            </a:xfrm>
            <a:custGeom>
              <a:avLst/>
              <a:gdLst>
                <a:gd name="connsiteX0" fmla="*/ 61751 w 68232"/>
                <a:gd name="connsiteY0" fmla="*/ 46398 h 204697"/>
                <a:gd name="connsiteX1" fmla="*/ 25929 w 68232"/>
                <a:gd name="connsiteY1" fmla="*/ 25587 h 204697"/>
                <a:gd name="connsiteX2" fmla="*/ 25587 w 68232"/>
                <a:gd name="connsiteY2" fmla="*/ 171263 h 204697"/>
                <a:gd name="connsiteX3" fmla="*/ 61410 w 68232"/>
                <a:gd name="connsiteY3" fmla="*/ 191733 h 204697"/>
                <a:gd name="connsiteX4" fmla="*/ 6175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1751" y="46398"/>
                  </a:moveTo>
                  <a:lnTo>
                    <a:pt x="25929" y="25587"/>
                  </a:lnTo>
                  <a:lnTo>
                    <a:pt x="25587" y="171263"/>
                  </a:lnTo>
                  <a:lnTo>
                    <a:pt x="61410" y="191733"/>
                  </a:lnTo>
                  <a:lnTo>
                    <a:pt x="6175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F46710A3-F0E8-4E02-BEE3-281E538CE3AB}"/>
                </a:ext>
              </a:extLst>
            </p:cNvPr>
            <p:cNvSpPr/>
            <p:nvPr/>
          </p:nvSpPr>
          <p:spPr>
            <a:xfrm>
              <a:off x="17809237" y="1901959"/>
              <a:ext cx="93441" cy="280325"/>
            </a:xfrm>
            <a:custGeom>
              <a:avLst/>
              <a:gdLst>
                <a:gd name="connsiteX0" fmla="*/ 61750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409 w 68232"/>
                <a:gd name="connsiteY3" fmla="*/ 192074 h 204697"/>
                <a:gd name="connsiteX4" fmla="*/ 61750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1750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409" y="192074"/>
                  </a:lnTo>
                  <a:lnTo>
                    <a:pt x="61750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37851E08-63F4-4B4A-958F-BF7D415F8094}"/>
                </a:ext>
              </a:extLst>
            </p:cNvPr>
            <p:cNvSpPr/>
            <p:nvPr/>
          </p:nvSpPr>
          <p:spPr>
            <a:xfrm>
              <a:off x="17717196" y="1848696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409 w 68232"/>
                <a:gd name="connsiteY3" fmla="*/ 192074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409" y="192074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8F0470E7-3B84-4A59-8F5A-51555D162587}"/>
                </a:ext>
              </a:extLst>
            </p:cNvPr>
            <p:cNvSpPr/>
            <p:nvPr/>
          </p:nvSpPr>
          <p:spPr>
            <a:xfrm>
              <a:off x="17625156" y="1795902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0922 h 204697"/>
                <a:gd name="connsiteX3" fmla="*/ 61750 w 68232"/>
                <a:gd name="connsiteY3" fmla="*/ 191733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0922"/>
                  </a:lnTo>
                  <a:lnTo>
                    <a:pt x="61750" y="191733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5D729CB-4A55-4F5D-8D1B-70ABB85E60EA}"/>
                </a:ext>
              </a:extLst>
            </p:cNvPr>
            <p:cNvSpPr/>
            <p:nvPr/>
          </p:nvSpPr>
          <p:spPr>
            <a:xfrm>
              <a:off x="17533116" y="1742640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FCC161D6-4A2D-40D1-A204-5F4AB6920362}"/>
                </a:ext>
              </a:extLst>
            </p:cNvPr>
            <p:cNvSpPr/>
            <p:nvPr/>
          </p:nvSpPr>
          <p:spPr>
            <a:xfrm>
              <a:off x="17441075" y="1689378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409 w 68232"/>
                <a:gd name="connsiteY3" fmla="*/ 192074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409" y="192074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C31D8406-DF8E-4E09-B298-137444A84DA2}"/>
                </a:ext>
              </a:extLst>
            </p:cNvPr>
            <p:cNvSpPr/>
            <p:nvPr/>
          </p:nvSpPr>
          <p:spPr>
            <a:xfrm>
              <a:off x="17349035" y="1636584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6269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1733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6269" y="25587"/>
                  </a:lnTo>
                  <a:lnTo>
                    <a:pt x="25587" y="171263"/>
                  </a:lnTo>
                  <a:lnTo>
                    <a:pt x="61750" y="191733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0D356764-2501-4EB4-8271-32890095395E}"/>
                </a:ext>
              </a:extLst>
            </p:cNvPr>
            <p:cNvSpPr/>
            <p:nvPr/>
          </p:nvSpPr>
          <p:spPr>
            <a:xfrm>
              <a:off x="17256995" y="1583322"/>
              <a:ext cx="93441" cy="280325"/>
            </a:xfrm>
            <a:custGeom>
              <a:avLst/>
              <a:gdLst>
                <a:gd name="connsiteX0" fmla="*/ 62092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2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2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2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F9CA6075-E38B-4BAB-8373-A8F4625806C3}"/>
                </a:ext>
              </a:extLst>
            </p:cNvPr>
            <p:cNvSpPr/>
            <p:nvPr/>
          </p:nvSpPr>
          <p:spPr>
            <a:xfrm>
              <a:off x="17164956" y="1530062"/>
              <a:ext cx="93441" cy="280325"/>
            </a:xfrm>
            <a:custGeom>
              <a:avLst/>
              <a:gdLst>
                <a:gd name="connsiteX0" fmla="*/ 62092 w 68232"/>
                <a:gd name="connsiteY0" fmla="*/ 46398 h 204697"/>
                <a:gd name="connsiteX1" fmla="*/ 26269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2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2" y="46398"/>
                  </a:moveTo>
                  <a:lnTo>
                    <a:pt x="26269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2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A74C0E88-B1CA-4FEA-B961-1777FA1A81D7}"/>
                </a:ext>
              </a:extLst>
            </p:cNvPr>
            <p:cNvSpPr/>
            <p:nvPr/>
          </p:nvSpPr>
          <p:spPr>
            <a:xfrm>
              <a:off x="17073384" y="1477265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0922 h 204697"/>
                <a:gd name="connsiteX3" fmla="*/ 61409 w 68232"/>
                <a:gd name="connsiteY3" fmla="*/ 191733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0922"/>
                  </a:lnTo>
                  <a:lnTo>
                    <a:pt x="61409" y="191733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D02E7105-77EF-444F-9846-4E064C46F6CD}"/>
                </a:ext>
              </a:extLst>
            </p:cNvPr>
            <p:cNvSpPr/>
            <p:nvPr/>
          </p:nvSpPr>
          <p:spPr>
            <a:xfrm>
              <a:off x="16981344" y="1424004"/>
              <a:ext cx="93441" cy="280325"/>
            </a:xfrm>
            <a:custGeom>
              <a:avLst/>
              <a:gdLst>
                <a:gd name="connsiteX0" fmla="*/ 61750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409 w 68232"/>
                <a:gd name="connsiteY3" fmla="*/ 192074 h 204697"/>
                <a:gd name="connsiteX4" fmla="*/ 61750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1750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409" y="192074"/>
                  </a:lnTo>
                  <a:lnTo>
                    <a:pt x="61750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C7E9F1C7-7C1F-454C-8170-BB59F98B0742}"/>
                </a:ext>
              </a:extLst>
            </p:cNvPr>
            <p:cNvSpPr/>
            <p:nvPr/>
          </p:nvSpPr>
          <p:spPr>
            <a:xfrm>
              <a:off x="16889303" y="1370744"/>
              <a:ext cx="93441" cy="280325"/>
            </a:xfrm>
            <a:custGeom>
              <a:avLst/>
              <a:gdLst>
                <a:gd name="connsiteX0" fmla="*/ 61750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409 w 68232"/>
                <a:gd name="connsiteY3" fmla="*/ 192074 h 204697"/>
                <a:gd name="connsiteX4" fmla="*/ 61750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1750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409" y="192074"/>
                  </a:lnTo>
                  <a:lnTo>
                    <a:pt x="61750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99C6108B-6FE2-4F26-9E93-78B675E5C34A}"/>
                </a:ext>
              </a:extLst>
            </p:cNvPr>
            <p:cNvSpPr/>
            <p:nvPr/>
          </p:nvSpPr>
          <p:spPr>
            <a:xfrm>
              <a:off x="16797263" y="1317947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0922 h 204697"/>
                <a:gd name="connsiteX3" fmla="*/ 61409 w 68232"/>
                <a:gd name="connsiteY3" fmla="*/ 191733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0922"/>
                  </a:lnTo>
                  <a:lnTo>
                    <a:pt x="61409" y="191733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9A39AEC3-9ACE-42E1-A192-E0BECF671B95}"/>
                </a:ext>
              </a:extLst>
            </p:cNvPr>
            <p:cNvSpPr/>
            <p:nvPr/>
          </p:nvSpPr>
          <p:spPr>
            <a:xfrm>
              <a:off x="16705224" y="1264687"/>
              <a:ext cx="93441" cy="280325"/>
            </a:xfrm>
            <a:custGeom>
              <a:avLst/>
              <a:gdLst>
                <a:gd name="connsiteX0" fmla="*/ 62091 w 68232"/>
                <a:gd name="connsiteY0" fmla="*/ 46398 h 204697"/>
                <a:gd name="connsiteX1" fmla="*/ 25928 w 68232"/>
                <a:gd name="connsiteY1" fmla="*/ 25587 h 204697"/>
                <a:gd name="connsiteX2" fmla="*/ 25587 w 68232"/>
                <a:gd name="connsiteY2" fmla="*/ 171263 h 204697"/>
                <a:gd name="connsiteX3" fmla="*/ 61750 w 68232"/>
                <a:gd name="connsiteY3" fmla="*/ 192074 h 204697"/>
                <a:gd name="connsiteX4" fmla="*/ 62091 w 68232"/>
                <a:gd name="connsiteY4" fmla="*/ 46398 h 20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32" h="204697">
                  <a:moveTo>
                    <a:pt x="62091" y="46398"/>
                  </a:moveTo>
                  <a:lnTo>
                    <a:pt x="25928" y="25587"/>
                  </a:lnTo>
                  <a:lnTo>
                    <a:pt x="25587" y="171263"/>
                  </a:lnTo>
                  <a:lnTo>
                    <a:pt x="61750" y="192074"/>
                  </a:lnTo>
                  <a:lnTo>
                    <a:pt x="62091" y="46398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E755C01D-2BD4-4AD7-A5B5-6A8AC3CA01DB}"/>
                </a:ext>
              </a:extLst>
            </p:cNvPr>
            <p:cNvSpPr/>
            <p:nvPr/>
          </p:nvSpPr>
          <p:spPr>
            <a:xfrm>
              <a:off x="18432024" y="4046910"/>
              <a:ext cx="233604" cy="186884"/>
            </a:xfrm>
            <a:custGeom>
              <a:avLst/>
              <a:gdLst>
                <a:gd name="connsiteX0" fmla="*/ 152499 w 170580"/>
                <a:gd name="connsiteY0" fmla="*/ 98596 h 136464"/>
                <a:gd name="connsiteX1" fmla="*/ 25929 w 170580"/>
                <a:gd name="connsiteY1" fmla="*/ 25587 h 136464"/>
                <a:gd name="connsiteX2" fmla="*/ 25587 w 170580"/>
                <a:gd name="connsiteY2" fmla="*/ 66868 h 136464"/>
                <a:gd name="connsiteX3" fmla="*/ 152499 w 170580"/>
                <a:gd name="connsiteY3" fmla="*/ 140218 h 136464"/>
                <a:gd name="connsiteX4" fmla="*/ 152499 w 170580"/>
                <a:gd name="connsiteY4" fmla="*/ 98596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596"/>
                  </a:moveTo>
                  <a:lnTo>
                    <a:pt x="25929" y="25587"/>
                  </a:lnTo>
                  <a:lnTo>
                    <a:pt x="25587" y="66868"/>
                  </a:lnTo>
                  <a:lnTo>
                    <a:pt x="152499" y="140218"/>
                  </a:lnTo>
                  <a:lnTo>
                    <a:pt x="152499" y="9859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47120F2C-E897-4CFD-BA64-C4E3A84A05D3}"/>
                </a:ext>
              </a:extLst>
            </p:cNvPr>
            <p:cNvSpPr/>
            <p:nvPr/>
          </p:nvSpPr>
          <p:spPr>
            <a:xfrm>
              <a:off x="18432491" y="3941322"/>
              <a:ext cx="233604" cy="186884"/>
            </a:xfrm>
            <a:custGeom>
              <a:avLst/>
              <a:gdLst>
                <a:gd name="connsiteX0" fmla="*/ 152499 w 170580"/>
                <a:gd name="connsiteY0" fmla="*/ 98596 h 136464"/>
                <a:gd name="connsiteX1" fmla="*/ 25587 w 170580"/>
                <a:gd name="connsiteY1" fmla="*/ 25587 h 136464"/>
                <a:gd name="connsiteX2" fmla="*/ 25587 w 170580"/>
                <a:gd name="connsiteY2" fmla="*/ 66867 h 136464"/>
                <a:gd name="connsiteX3" fmla="*/ 152158 w 170580"/>
                <a:gd name="connsiteY3" fmla="*/ 140218 h 136464"/>
                <a:gd name="connsiteX4" fmla="*/ 152499 w 170580"/>
                <a:gd name="connsiteY4" fmla="*/ 98596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596"/>
                  </a:moveTo>
                  <a:lnTo>
                    <a:pt x="25587" y="25587"/>
                  </a:lnTo>
                  <a:lnTo>
                    <a:pt x="25587" y="66867"/>
                  </a:lnTo>
                  <a:lnTo>
                    <a:pt x="152158" y="140218"/>
                  </a:lnTo>
                  <a:lnTo>
                    <a:pt x="152499" y="9859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1B64AC97-CB8E-42BE-8447-BC64EC518593}"/>
                </a:ext>
              </a:extLst>
            </p:cNvPr>
            <p:cNvSpPr/>
            <p:nvPr/>
          </p:nvSpPr>
          <p:spPr>
            <a:xfrm>
              <a:off x="18432491" y="3835266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928 w 170580"/>
                <a:gd name="connsiteY1" fmla="*/ 25587 h 136464"/>
                <a:gd name="connsiteX2" fmla="*/ 25587 w 170580"/>
                <a:gd name="connsiteY2" fmla="*/ 67209 h 136464"/>
                <a:gd name="connsiteX3" fmla="*/ 152499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928" y="25587"/>
                  </a:lnTo>
                  <a:lnTo>
                    <a:pt x="25587" y="67209"/>
                  </a:lnTo>
                  <a:lnTo>
                    <a:pt x="152499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7BFBF613-B134-49C5-A76A-A67292FFDCB0}"/>
                </a:ext>
              </a:extLst>
            </p:cNvPr>
            <p:cNvSpPr/>
            <p:nvPr/>
          </p:nvSpPr>
          <p:spPr>
            <a:xfrm>
              <a:off x="18432958" y="3729675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6867 h 136464"/>
                <a:gd name="connsiteX3" fmla="*/ 152159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587" y="25587"/>
                  </a:lnTo>
                  <a:lnTo>
                    <a:pt x="25587" y="66867"/>
                  </a:lnTo>
                  <a:lnTo>
                    <a:pt x="152159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B254811-DF11-4146-AC49-F56EDF04B3C2}"/>
                </a:ext>
              </a:extLst>
            </p:cNvPr>
            <p:cNvSpPr/>
            <p:nvPr/>
          </p:nvSpPr>
          <p:spPr>
            <a:xfrm>
              <a:off x="18433425" y="3624087"/>
              <a:ext cx="233604" cy="186884"/>
            </a:xfrm>
            <a:custGeom>
              <a:avLst/>
              <a:gdLst>
                <a:gd name="connsiteX0" fmla="*/ 152158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6868 h 136464"/>
                <a:gd name="connsiteX3" fmla="*/ 152158 w 170580"/>
                <a:gd name="connsiteY3" fmla="*/ 140218 h 136464"/>
                <a:gd name="connsiteX4" fmla="*/ 152158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158" y="98937"/>
                  </a:moveTo>
                  <a:lnTo>
                    <a:pt x="25587" y="25587"/>
                  </a:lnTo>
                  <a:lnTo>
                    <a:pt x="25587" y="66868"/>
                  </a:lnTo>
                  <a:lnTo>
                    <a:pt x="152158" y="140218"/>
                  </a:lnTo>
                  <a:lnTo>
                    <a:pt x="152158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0A9BD4B-89BD-49EB-AEDB-70BFA7053686}"/>
                </a:ext>
              </a:extLst>
            </p:cNvPr>
            <p:cNvSpPr/>
            <p:nvPr/>
          </p:nvSpPr>
          <p:spPr>
            <a:xfrm>
              <a:off x="18433425" y="3518498"/>
              <a:ext cx="233604" cy="186884"/>
            </a:xfrm>
            <a:custGeom>
              <a:avLst/>
              <a:gdLst>
                <a:gd name="connsiteX0" fmla="*/ 152499 w 170580"/>
                <a:gd name="connsiteY0" fmla="*/ 98596 h 136464"/>
                <a:gd name="connsiteX1" fmla="*/ 25929 w 170580"/>
                <a:gd name="connsiteY1" fmla="*/ 25587 h 136464"/>
                <a:gd name="connsiteX2" fmla="*/ 25587 w 170580"/>
                <a:gd name="connsiteY2" fmla="*/ 66867 h 136464"/>
                <a:gd name="connsiteX3" fmla="*/ 152499 w 170580"/>
                <a:gd name="connsiteY3" fmla="*/ 139876 h 136464"/>
                <a:gd name="connsiteX4" fmla="*/ 152499 w 170580"/>
                <a:gd name="connsiteY4" fmla="*/ 98596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596"/>
                  </a:moveTo>
                  <a:lnTo>
                    <a:pt x="25929" y="25587"/>
                  </a:lnTo>
                  <a:lnTo>
                    <a:pt x="25587" y="66867"/>
                  </a:lnTo>
                  <a:lnTo>
                    <a:pt x="152499" y="139876"/>
                  </a:lnTo>
                  <a:lnTo>
                    <a:pt x="152499" y="9859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8DE8FAB1-57B1-4C1E-9F8C-0F54E3B79EE0}"/>
                </a:ext>
              </a:extLst>
            </p:cNvPr>
            <p:cNvSpPr/>
            <p:nvPr/>
          </p:nvSpPr>
          <p:spPr>
            <a:xfrm>
              <a:off x="18433893" y="3412442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7209 h 136464"/>
                <a:gd name="connsiteX3" fmla="*/ 152158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587" y="25587"/>
                  </a:lnTo>
                  <a:lnTo>
                    <a:pt x="25587" y="67209"/>
                  </a:lnTo>
                  <a:lnTo>
                    <a:pt x="152158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A5F23197-E8BB-4A23-B8DA-76C8BE43CB77}"/>
                </a:ext>
              </a:extLst>
            </p:cNvPr>
            <p:cNvSpPr/>
            <p:nvPr/>
          </p:nvSpPr>
          <p:spPr>
            <a:xfrm>
              <a:off x="18434358" y="3306853"/>
              <a:ext cx="233604" cy="186884"/>
            </a:xfrm>
            <a:custGeom>
              <a:avLst/>
              <a:gdLst>
                <a:gd name="connsiteX0" fmla="*/ 152159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7209 h 136464"/>
                <a:gd name="connsiteX3" fmla="*/ 152159 w 170580"/>
                <a:gd name="connsiteY3" fmla="*/ 140218 h 136464"/>
                <a:gd name="connsiteX4" fmla="*/ 15215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159" y="98937"/>
                  </a:moveTo>
                  <a:lnTo>
                    <a:pt x="25587" y="25587"/>
                  </a:lnTo>
                  <a:lnTo>
                    <a:pt x="25587" y="67209"/>
                  </a:lnTo>
                  <a:lnTo>
                    <a:pt x="152159" y="140218"/>
                  </a:lnTo>
                  <a:lnTo>
                    <a:pt x="15215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F016275C-2B5D-4278-B890-DB80C07DF4BE}"/>
                </a:ext>
              </a:extLst>
            </p:cNvPr>
            <p:cNvSpPr/>
            <p:nvPr/>
          </p:nvSpPr>
          <p:spPr>
            <a:xfrm>
              <a:off x="18434358" y="3201264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929 w 170580"/>
                <a:gd name="connsiteY1" fmla="*/ 25587 h 136464"/>
                <a:gd name="connsiteX2" fmla="*/ 25587 w 170580"/>
                <a:gd name="connsiteY2" fmla="*/ 66868 h 136464"/>
                <a:gd name="connsiteX3" fmla="*/ 152499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929" y="25587"/>
                  </a:lnTo>
                  <a:lnTo>
                    <a:pt x="25587" y="66868"/>
                  </a:lnTo>
                  <a:lnTo>
                    <a:pt x="152499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35D67AD0-9C05-403B-BF56-A05C5D2CA2C9}"/>
                </a:ext>
              </a:extLst>
            </p:cNvPr>
            <p:cNvSpPr/>
            <p:nvPr/>
          </p:nvSpPr>
          <p:spPr>
            <a:xfrm>
              <a:off x="18434827" y="3095676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6868 h 136464"/>
                <a:gd name="connsiteX3" fmla="*/ 152158 w 170580"/>
                <a:gd name="connsiteY3" fmla="*/ 139877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587" y="25587"/>
                  </a:lnTo>
                  <a:lnTo>
                    <a:pt x="25587" y="66868"/>
                  </a:lnTo>
                  <a:lnTo>
                    <a:pt x="152158" y="139877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4617BD57-F2B9-4C0D-84F8-A9E05296482A}"/>
                </a:ext>
              </a:extLst>
            </p:cNvPr>
            <p:cNvSpPr/>
            <p:nvPr/>
          </p:nvSpPr>
          <p:spPr>
            <a:xfrm>
              <a:off x="18435294" y="2989618"/>
              <a:ext cx="233604" cy="186884"/>
            </a:xfrm>
            <a:custGeom>
              <a:avLst/>
              <a:gdLst>
                <a:gd name="connsiteX0" fmla="*/ 152158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7209 h 136464"/>
                <a:gd name="connsiteX3" fmla="*/ 152158 w 170580"/>
                <a:gd name="connsiteY3" fmla="*/ 140218 h 136464"/>
                <a:gd name="connsiteX4" fmla="*/ 152158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158" y="98937"/>
                  </a:moveTo>
                  <a:lnTo>
                    <a:pt x="25587" y="25587"/>
                  </a:lnTo>
                  <a:lnTo>
                    <a:pt x="25587" y="67209"/>
                  </a:lnTo>
                  <a:lnTo>
                    <a:pt x="152158" y="140218"/>
                  </a:lnTo>
                  <a:lnTo>
                    <a:pt x="152158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3B31B020-362D-4A92-92EA-4A711FF5F567}"/>
                </a:ext>
              </a:extLst>
            </p:cNvPr>
            <p:cNvSpPr/>
            <p:nvPr/>
          </p:nvSpPr>
          <p:spPr>
            <a:xfrm>
              <a:off x="18435294" y="2884029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928 w 170580"/>
                <a:gd name="connsiteY1" fmla="*/ 25587 h 136464"/>
                <a:gd name="connsiteX2" fmla="*/ 25587 w 170580"/>
                <a:gd name="connsiteY2" fmla="*/ 67209 h 136464"/>
                <a:gd name="connsiteX3" fmla="*/ 152499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928" y="25587"/>
                  </a:lnTo>
                  <a:lnTo>
                    <a:pt x="25587" y="67209"/>
                  </a:lnTo>
                  <a:lnTo>
                    <a:pt x="152499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F3EA51B4-539F-49E3-A12F-971D145AE8BC}"/>
                </a:ext>
              </a:extLst>
            </p:cNvPr>
            <p:cNvSpPr/>
            <p:nvPr/>
          </p:nvSpPr>
          <p:spPr>
            <a:xfrm>
              <a:off x="18435761" y="2778441"/>
              <a:ext cx="233604" cy="186884"/>
            </a:xfrm>
            <a:custGeom>
              <a:avLst/>
              <a:gdLst>
                <a:gd name="connsiteX0" fmla="*/ 152499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7209 h 136464"/>
                <a:gd name="connsiteX3" fmla="*/ 152159 w 170580"/>
                <a:gd name="connsiteY3" fmla="*/ 140218 h 136464"/>
                <a:gd name="connsiteX4" fmla="*/ 152499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937"/>
                  </a:moveTo>
                  <a:lnTo>
                    <a:pt x="25587" y="25587"/>
                  </a:lnTo>
                  <a:lnTo>
                    <a:pt x="25587" y="67209"/>
                  </a:lnTo>
                  <a:lnTo>
                    <a:pt x="152159" y="140218"/>
                  </a:lnTo>
                  <a:lnTo>
                    <a:pt x="152499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17240956-26B0-4F38-8DF5-F822205E8283}"/>
                </a:ext>
              </a:extLst>
            </p:cNvPr>
            <p:cNvSpPr/>
            <p:nvPr/>
          </p:nvSpPr>
          <p:spPr>
            <a:xfrm>
              <a:off x="18436228" y="2672851"/>
              <a:ext cx="233604" cy="186884"/>
            </a:xfrm>
            <a:custGeom>
              <a:avLst/>
              <a:gdLst>
                <a:gd name="connsiteX0" fmla="*/ 152158 w 170580"/>
                <a:gd name="connsiteY0" fmla="*/ 98596 h 136464"/>
                <a:gd name="connsiteX1" fmla="*/ 25587 w 170580"/>
                <a:gd name="connsiteY1" fmla="*/ 25587 h 136464"/>
                <a:gd name="connsiteX2" fmla="*/ 25587 w 170580"/>
                <a:gd name="connsiteY2" fmla="*/ 66868 h 136464"/>
                <a:gd name="connsiteX3" fmla="*/ 152158 w 170580"/>
                <a:gd name="connsiteY3" fmla="*/ 139877 h 136464"/>
                <a:gd name="connsiteX4" fmla="*/ 152158 w 170580"/>
                <a:gd name="connsiteY4" fmla="*/ 98596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158" y="98596"/>
                  </a:moveTo>
                  <a:lnTo>
                    <a:pt x="25587" y="25587"/>
                  </a:lnTo>
                  <a:lnTo>
                    <a:pt x="25587" y="66868"/>
                  </a:lnTo>
                  <a:lnTo>
                    <a:pt x="152158" y="139877"/>
                  </a:lnTo>
                  <a:lnTo>
                    <a:pt x="152158" y="9859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93EC5C69-2284-4818-877A-AED1575484E1}"/>
                </a:ext>
              </a:extLst>
            </p:cNvPr>
            <p:cNvSpPr/>
            <p:nvPr/>
          </p:nvSpPr>
          <p:spPr>
            <a:xfrm>
              <a:off x="18436228" y="2567263"/>
              <a:ext cx="233604" cy="186884"/>
            </a:xfrm>
            <a:custGeom>
              <a:avLst/>
              <a:gdLst>
                <a:gd name="connsiteX0" fmla="*/ 152499 w 170580"/>
                <a:gd name="connsiteY0" fmla="*/ 98596 h 136464"/>
                <a:gd name="connsiteX1" fmla="*/ 25587 w 170580"/>
                <a:gd name="connsiteY1" fmla="*/ 25587 h 136464"/>
                <a:gd name="connsiteX2" fmla="*/ 25587 w 170580"/>
                <a:gd name="connsiteY2" fmla="*/ 66867 h 136464"/>
                <a:gd name="connsiteX3" fmla="*/ 152158 w 170580"/>
                <a:gd name="connsiteY3" fmla="*/ 139877 h 136464"/>
                <a:gd name="connsiteX4" fmla="*/ 152499 w 170580"/>
                <a:gd name="connsiteY4" fmla="*/ 98596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499" y="98596"/>
                  </a:moveTo>
                  <a:lnTo>
                    <a:pt x="25587" y="25587"/>
                  </a:lnTo>
                  <a:lnTo>
                    <a:pt x="25587" y="66867"/>
                  </a:lnTo>
                  <a:lnTo>
                    <a:pt x="152158" y="139877"/>
                  </a:lnTo>
                  <a:lnTo>
                    <a:pt x="152499" y="9859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9AF4312C-EFE5-48C1-A08B-C8D90A971896}"/>
                </a:ext>
              </a:extLst>
            </p:cNvPr>
            <p:cNvSpPr/>
            <p:nvPr/>
          </p:nvSpPr>
          <p:spPr>
            <a:xfrm>
              <a:off x="18436697" y="2461206"/>
              <a:ext cx="233604" cy="186884"/>
            </a:xfrm>
            <a:custGeom>
              <a:avLst/>
              <a:gdLst>
                <a:gd name="connsiteX0" fmla="*/ 152158 w 170580"/>
                <a:gd name="connsiteY0" fmla="*/ 98937 h 136464"/>
                <a:gd name="connsiteX1" fmla="*/ 25587 w 170580"/>
                <a:gd name="connsiteY1" fmla="*/ 25587 h 136464"/>
                <a:gd name="connsiteX2" fmla="*/ 25587 w 170580"/>
                <a:gd name="connsiteY2" fmla="*/ 67209 h 136464"/>
                <a:gd name="connsiteX3" fmla="*/ 152158 w 170580"/>
                <a:gd name="connsiteY3" fmla="*/ 140218 h 136464"/>
                <a:gd name="connsiteX4" fmla="*/ 152158 w 170580"/>
                <a:gd name="connsiteY4" fmla="*/ 98937 h 13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580" h="136464">
                  <a:moveTo>
                    <a:pt x="152158" y="98937"/>
                  </a:moveTo>
                  <a:lnTo>
                    <a:pt x="25587" y="25587"/>
                  </a:lnTo>
                  <a:lnTo>
                    <a:pt x="25587" y="67209"/>
                  </a:lnTo>
                  <a:lnTo>
                    <a:pt x="152158" y="140218"/>
                  </a:lnTo>
                  <a:lnTo>
                    <a:pt x="152158" y="9893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grpSp>
        <p:nvGrpSpPr>
          <p:cNvPr id="947" name="Group 946">
            <a:extLst>
              <a:ext uri="{FF2B5EF4-FFF2-40B4-BE49-F238E27FC236}">
                <a16:creationId xmlns:a16="http://schemas.microsoft.com/office/drawing/2014/main" id="{1C383462-2D50-4EAC-BEA5-0B9259F43089}"/>
              </a:ext>
            </a:extLst>
          </p:cNvPr>
          <p:cNvGrpSpPr/>
          <p:nvPr/>
        </p:nvGrpSpPr>
        <p:grpSpPr>
          <a:xfrm>
            <a:off x="11102690" y="2233696"/>
            <a:ext cx="542125" cy="2139149"/>
            <a:chOff x="21622117" y="4420982"/>
            <a:chExt cx="1084390" cy="4278854"/>
          </a:xfrm>
          <a:solidFill>
            <a:schemeClr val="bg1">
              <a:lumMod val="65000"/>
            </a:schemeClr>
          </a:solidFill>
        </p:grpSpPr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1336EE34-22D6-4048-8D45-370DA9BD9B79}"/>
                </a:ext>
              </a:extLst>
            </p:cNvPr>
            <p:cNvSpPr/>
            <p:nvPr/>
          </p:nvSpPr>
          <p:spPr>
            <a:xfrm>
              <a:off x="21627255" y="5941906"/>
              <a:ext cx="1074579" cy="1308183"/>
            </a:xfrm>
            <a:custGeom>
              <a:avLst/>
              <a:gdLst>
                <a:gd name="connsiteX0" fmla="*/ 407009 w 784671"/>
                <a:gd name="connsiteY0" fmla="*/ 787060 h 955252"/>
                <a:gd name="connsiteX1" fmla="*/ 127938 w 784671"/>
                <a:gd name="connsiteY1" fmla="*/ 303634 h 955252"/>
                <a:gd name="connsiteX2" fmla="*/ 409056 w 784671"/>
                <a:gd name="connsiteY2" fmla="*/ 143629 h 955252"/>
                <a:gd name="connsiteX3" fmla="*/ 688127 w 784671"/>
                <a:gd name="connsiteY3" fmla="*/ 627055 h 955252"/>
                <a:gd name="connsiteX4" fmla="*/ 407009 w 784671"/>
                <a:gd name="connsiteY4" fmla="*/ 787060 h 955252"/>
                <a:gd name="connsiteX5" fmla="*/ 409396 w 784671"/>
                <a:gd name="connsiteY5" fmla="*/ 25587 h 955252"/>
                <a:gd name="connsiteX6" fmla="*/ 409056 w 784671"/>
                <a:gd name="connsiteY6" fmla="*/ 143629 h 955252"/>
                <a:gd name="connsiteX7" fmla="*/ 127938 w 784671"/>
                <a:gd name="connsiteY7" fmla="*/ 303634 h 955252"/>
                <a:gd name="connsiteX8" fmla="*/ 25589 w 784671"/>
                <a:gd name="connsiteY8" fmla="*/ 244613 h 955252"/>
                <a:gd name="connsiteX9" fmla="*/ 407009 w 784671"/>
                <a:gd name="connsiteY9" fmla="*/ 904761 h 955252"/>
                <a:gd name="connsiteX10" fmla="*/ 790475 w 784671"/>
                <a:gd name="connsiteY10" fmla="*/ 686076 h 955252"/>
                <a:gd name="connsiteX11" fmla="*/ 409396 w 784671"/>
                <a:gd name="connsiteY11" fmla="*/ 25587 h 95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4671" h="955252">
                  <a:moveTo>
                    <a:pt x="407009" y="787060"/>
                  </a:moveTo>
                  <a:cubicBezTo>
                    <a:pt x="252463" y="698017"/>
                    <a:pt x="127256" y="481038"/>
                    <a:pt x="127938" y="303634"/>
                  </a:cubicBezTo>
                  <a:cubicBezTo>
                    <a:pt x="128279" y="126230"/>
                    <a:pt x="254509" y="54586"/>
                    <a:pt x="409056" y="143629"/>
                  </a:cubicBezTo>
                  <a:cubicBezTo>
                    <a:pt x="563260" y="232673"/>
                    <a:pt x="688466" y="449310"/>
                    <a:pt x="688127" y="627055"/>
                  </a:cubicBezTo>
                  <a:cubicBezTo>
                    <a:pt x="687444" y="804459"/>
                    <a:pt x="561213" y="876104"/>
                    <a:pt x="407009" y="787060"/>
                  </a:cubicBezTo>
                  <a:moveTo>
                    <a:pt x="409396" y="25587"/>
                  </a:moveTo>
                  <a:lnTo>
                    <a:pt x="409056" y="143629"/>
                  </a:lnTo>
                  <a:cubicBezTo>
                    <a:pt x="254509" y="54586"/>
                    <a:pt x="128621" y="126230"/>
                    <a:pt x="127938" y="303634"/>
                  </a:cubicBezTo>
                  <a:lnTo>
                    <a:pt x="25589" y="244613"/>
                  </a:lnTo>
                  <a:cubicBezTo>
                    <a:pt x="24907" y="486838"/>
                    <a:pt x="196170" y="782966"/>
                    <a:pt x="407009" y="904761"/>
                  </a:cubicBezTo>
                  <a:cubicBezTo>
                    <a:pt x="617845" y="1026556"/>
                    <a:pt x="789792" y="928301"/>
                    <a:pt x="790475" y="686076"/>
                  </a:cubicBezTo>
                  <a:cubicBezTo>
                    <a:pt x="791156" y="443852"/>
                    <a:pt x="620234" y="147382"/>
                    <a:pt x="40939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B262D02D-963F-4961-8221-492E516968C7}"/>
                </a:ext>
              </a:extLst>
            </p:cNvPr>
            <p:cNvSpPr/>
            <p:nvPr/>
          </p:nvSpPr>
          <p:spPr>
            <a:xfrm>
              <a:off x="21622117" y="7391653"/>
              <a:ext cx="1074579" cy="1308183"/>
            </a:xfrm>
            <a:custGeom>
              <a:avLst/>
              <a:gdLst>
                <a:gd name="connsiteX0" fmla="*/ 409396 w 784671"/>
                <a:gd name="connsiteY0" fmla="*/ 25587 h 955252"/>
                <a:gd name="connsiteX1" fmla="*/ 409055 w 784671"/>
                <a:gd name="connsiteY1" fmla="*/ 143629 h 955252"/>
                <a:gd name="connsiteX2" fmla="*/ 127938 w 784671"/>
                <a:gd name="connsiteY2" fmla="*/ 303634 h 955252"/>
                <a:gd name="connsiteX3" fmla="*/ 409055 w 784671"/>
                <a:gd name="connsiteY3" fmla="*/ 143629 h 955252"/>
                <a:gd name="connsiteX4" fmla="*/ 688125 w 784671"/>
                <a:gd name="connsiteY4" fmla="*/ 627055 h 955252"/>
                <a:gd name="connsiteX5" fmla="*/ 407349 w 784671"/>
                <a:gd name="connsiteY5" fmla="*/ 787060 h 955252"/>
                <a:gd name="connsiteX6" fmla="*/ 407008 w 784671"/>
                <a:gd name="connsiteY6" fmla="*/ 904761 h 955252"/>
                <a:gd name="connsiteX7" fmla="*/ 25589 w 784671"/>
                <a:gd name="connsiteY7" fmla="*/ 244613 h 955252"/>
                <a:gd name="connsiteX8" fmla="*/ 407008 w 784671"/>
                <a:gd name="connsiteY8" fmla="*/ 904761 h 955252"/>
                <a:gd name="connsiteX9" fmla="*/ 790473 w 784671"/>
                <a:gd name="connsiteY9" fmla="*/ 686076 h 955252"/>
                <a:gd name="connsiteX10" fmla="*/ 409396 w 784671"/>
                <a:gd name="connsiteY10" fmla="*/ 25587 h 95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4671" h="955252">
                  <a:moveTo>
                    <a:pt x="409396" y="25587"/>
                  </a:moveTo>
                  <a:lnTo>
                    <a:pt x="409055" y="143629"/>
                  </a:lnTo>
                  <a:cubicBezTo>
                    <a:pt x="254508" y="54586"/>
                    <a:pt x="128620" y="126230"/>
                    <a:pt x="127938" y="303634"/>
                  </a:cubicBezTo>
                  <a:cubicBezTo>
                    <a:pt x="128279" y="126230"/>
                    <a:pt x="254508" y="54586"/>
                    <a:pt x="409055" y="143629"/>
                  </a:cubicBezTo>
                  <a:cubicBezTo>
                    <a:pt x="563260" y="232673"/>
                    <a:pt x="688466" y="449310"/>
                    <a:pt x="688125" y="627055"/>
                  </a:cubicBezTo>
                  <a:cubicBezTo>
                    <a:pt x="687783" y="804118"/>
                    <a:pt x="561555" y="876104"/>
                    <a:pt x="407349" y="787060"/>
                  </a:cubicBezTo>
                  <a:lnTo>
                    <a:pt x="407008" y="904761"/>
                  </a:lnTo>
                  <a:cubicBezTo>
                    <a:pt x="196170" y="782966"/>
                    <a:pt x="24907" y="486838"/>
                    <a:pt x="25589" y="244613"/>
                  </a:cubicBezTo>
                  <a:cubicBezTo>
                    <a:pt x="24907" y="486838"/>
                    <a:pt x="196170" y="782966"/>
                    <a:pt x="407008" y="904761"/>
                  </a:cubicBezTo>
                  <a:cubicBezTo>
                    <a:pt x="617845" y="1026556"/>
                    <a:pt x="789792" y="928301"/>
                    <a:pt x="790473" y="686076"/>
                  </a:cubicBezTo>
                  <a:cubicBezTo>
                    <a:pt x="791156" y="443510"/>
                    <a:pt x="620234" y="147382"/>
                    <a:pt x="409396" y="2558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E8F78193-2C6E-4189-A5EB-7B12B1396BB3}"/>
                </a:ext>
              </a:extLst>
            </p:cNvPr>
            <p:cNvSpPr/>
            <p:nvPr/>
          </p:nvSpPr>
          <p:spPr>
            <a:xfrm>
              <a:off x="21631928" y="4420982"/>
              <a:ext cx="1074579" cy="1401624"/>
            </a:xfrm>
            <a:custGeom>
              <a:avLst/>
              <a:gdLst>
                <a:gd name="connsiteX0" fmla="*/ 409396 w 784671"/>
                <a:gd name="connsiteY0" fmla="*/ 77903 h 1023485"/>
                <a:gd name="connsiteX1" fmla="*/ 231310 w 784671"/>
                <a:gd name="connsiteY1" fmla="*/ 25705 h 1023485"/>
                <a:gd name="connsiteX2" fmla="*/ 278732 w 784671"/>
                <a:gd name="connsiteY2" fmla="*/ 157053 h 1023485"/>
                <a:gd name="connsiteX3" fmla="*/ 162737 w 784671"/>
                <a:gd name="connsiteY3" fmla="*/ 220850 h 1023485"/>
                <a:gd name="connsiteX4" fmla="*/ 409056 w 784671"/>
                <a:gd name="connsiteY4" fmla="*/ 195263 h 1023485"/>
                <a:gd name="connsiteX5" fmla="*/ 688126 w 784671"/>
                <a:gd name="connsiteY5" fmla="*/ 678689 h 1023485"/>
                <a:gd name="connsiteX6" fmla="*/ 407349 w 784671"/>
                <a:gd name="connsiteY6" fmla="*/ 838694 h 1023485"/>
                <a:gd name="connsiteX7" fmla="*/ 128279 w 784671"/>
                <a:gd name="connsiteY7" fmla="*/ 355268 h 1023485"/>
                <a:gd name="connsiteX8" fmla="*/ 161713 w 784671"/>
                <a:gd name="connsiteY8" fmla="*/ 222897 h 1023485"/>
                <a:gd name="connsiteX9" fmla="*/ 161372 w 784671"/>
                <a:gd name="connsiteY9" fmla="*/ 223579 h 1023485"/>
                <a:gd name="connsiteX10" fmla="*/ 70964 w 784671"/>
                <a:gd name="connsiteY10" fmla="*/ 116114 h 1023485"/>
                <a:gd name="connsiteX11" fmla="*/ 25589 w 784671"/>
                <a:gd name="connsiteY11" fmla="*/ 296247 h 1023485"/>
                <a:gd name="connsiteX12" fmla="*/ 407009 w 784671"/>
                <a:gd name="connsiteY12" fmla="*/ 956395 h 1023485"/>
                <a:gd name="connsiteX13" fmla="*/ 790474 w 784671"/>
                <a:gd name="connsiteY13" fmla="*/ 737710 h 1023485"/>
                <a:gd name="connsiteX14" fmla="*/ 409396 w 784671"/>
                <a:gd name="connsiteY14" fmla="*/ 77903 h 102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671" h="1023485">
                  <a:moveTo>
                    <a:pt x="409396" y="77903"/>
                  </a:moveTo>
                  <a:cubicBezTo>
                    <a:pt x="345258" y="40717"/>
                    <a:pt x="284531" y="24000"/>
                    <a:pt x="231310" y="25705"/>
                  </a:cubicBezTo>
                  <a:lnTo>
                    <a:pt x="278732" y="157053"/>
                  </a:lnTo>
                  <a:cubicBezTo>
                    <a:pt x="229604" y="158076"/>
                    <a:pt x="189347" y="180593"/>
                    <a:pt x="162737" y="220850"/>
                  </a:cubicBezTo>
                  <a:cubicBezTo>
                    <a:pt x="210499" y="148524"/>
                    <a:pt x="303295" y="134195"/>
                    <a:pt x="409056" y="195263"/>
                  </a:cubicBezTo>
                  <a:cubicBezTo>
                    <a:pt x="563259" y="284306"/>
                    <a:pt x="688467" y="500944"/>
                    <a:pt x="688126" y="678689"/>
                  </a:cubicBezTo>
                  <a:cubicBezTo>
                    <a:pt x="687784" y="856093"/>
                    <a:pt x="561554" y="927737"/>
                    <a:pt x="407349" y="838694"/>
                  </a:cubicBezTo>
                  <a:cubicBezTo>
                    <a:pt x="252803" y="749651"/>
                    <a:pt x="127597" y="532672"/>
                    <a:pt x="128279" y="355268"/>
                  </a:cubicBezTo>
                  <a:cubicBezTo>
                    <a:pt x="128279" y="300341"/>
                    <a:pt x="140560" y="255649"/>
                    <a:pt x="161713" y="222897"/>
                  </a:cubicBezTo>
                  <a:cubicBezTo>
                    <a:pt x="161713" y="223238"/>
                    <a:pt x="161372" y="223238"/>
                    <a:pt x="161372" y="223579"/>
                  </a:cubicBezTo>
                  <a:lnTo>
                    <a:pt x="70964" y="116114"/>
                  </a:lnTo>
                  <a:cubicBezTo>
                    <a:pt x="42307" y="161147"/>
                    <a:pt x="25931" y="221873"/>
                    <a:pt x="25589" y="296247"/>
                  </a:cubicBezTo>
                  <a:cubicBezTo>
                    <a:pt x="24907" y="538471"/>
                    <a:pt x="196170" y="834600"/>
                    <a:pt x="407009" y="956395"/>
                  </a:cubicBezTo>
                  <a:cubicBezTo>
                    <a:pt x="617846" y="1078190"/>
                    <a:pt x="789791" y="979935"/>
                    <a:pt x="790474" y="737710"/>
                  </a:cubicBezTo>
                  <a:cubicBezTo>
                    <a:pt x="791157" y="495826"/>
                    <a:pt x="620235" y="199698"/>
                    <a:pt x="409396" y="7790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grpSp>
        <p:nvGrpSpPr>
          <p:cNvPr id="948" name="Group 947">
            <a:extLst>
              <a:ext uri="{FF2B5EF4-FFF2-40B4-BE49-F238E27FC236}">
                <a16:creationId xmlns:a16="http://schemas.microsoft.com/office/drawing/2014/main" id="{D97F2D1D-DE67-4BF9-B954-B148A022F367}"/>
              </a:ext>
            </a:extLst>
          </p:cNvPr>
          <p:cNvGrpSpPr/>
          <p:nvPr/>
        </p:nvGrpSpPr>
        <p:grpSpPr>
          <a:xfrm>
            <a:off x="11102690" y="2233543"/>
            <a:ext cx="282859" cy="2103495"/>
            <a:chOff x="21622117" y="4420676"/>
            <a:chExt cx="565791" cy="4207537"/>
          </a:xfrm>
          <a:solidFill>
            <a:schemeClr val="bg1">
              <a:lumMod val="85000"/>
            </a:schemeClr>
          </a:solidFill>
        </p:grpSpPr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D5DF9A73-0992-4FFB-A898-A454C9E171CA}"/>
                </a:ext>
              </a:extLst>
            </p:cNvPr>
            <p:cNvSpPr/>
            <p:nvPr/>
          </p:nvSpPr>
          <p:spPr>
            <a:xfrm>
              <a:off x="21627258" y="5870283"/>
              <a:ext cx="560650" cy="513929"/>
            </a:xfrm>
            <a:custGeom>
              <a:avLst/>
              <a:gdLst>
                <a:gd name="connsiteX0" fmla="*/ 409394 w 409394"/>
                <a:gd name="connsiteY0" fmla="*/ 77887 h 375277"/>
                <a:gd name="connsiteX1" fmla="*/ 25587 w 409394"/>
                <a:gd name="connsiteY1" fmla="*/ 296572 h 375277"/>
                <a:gd name="connsiteX2" fmla="*/ 127936 w 409394"/>
                <a:gd name="connsiteY2" fmla="*/ 355592 h 375277"/>
                <a:gd name="connsiteX3" fmla="*/ 409054 w 409394"/>
                <a:gd name="connsiteY3" fmla="*/ 195587 h 375277"/>
                <a:gd name="connsiteX4" fmla="*/ 409394 w 409394"/>
                <a:gd name="connsiteY4" fmla="*/ 77887 h 37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394" h="375277">
                  <a:moveTo>
                    <a:pt x="409394" y="77887"/>
                  </a:moveTo>
                  <a:cubicBezTo>
                    <a:pt x="198556" y="-43908"/>
                    <a:pt x="26270" y="54346"/>
                    <a:pt x="25587" y="296572"/>
                  </a:cubicBezTo>
                  <a:lnTo>
                    <a:pt x="127936" y="355592"/>
                  </a:lnTo>
                  <a:cubicBezTo>
                    <a:pt x="128277" y="178188"/>
                    <a:pt x="254507" y="106544"/>
                    <a:pt x="409054" y="195587"/>
                  </a:cubicBezTo>
                  <a:lnTo>
                    <a:pt x="409394" y="778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88044A83-BE23-473F-88AF-9C6D9D365AE5}"/>
                </a:ext>
              </a:extLst>
            </p:cNvPr>
            <p:cNvSpPr/>
            <p:nvPr/>
          </p:nvSpPr>
          <p:spPr>
            <a:xfrm>
              <a:off x="21622117" y="7320030"/>
              <a:ext cx="560650" cy="1308183"/>
            </a:xfrm>
            <a:custGeom>
              <a:avLst/>
              <a:gdLst>
                <a:gd name="connsiteX0" fmla="*/ 409396 w 409394"/>
                <a:gd name="connsiteY0" fmla="*/ 77887 h 955252"/>
                <a:gd name="connsiteX1" fmla="*/ 25589 w 409394"/>
                <a:gd name="connsiteY1" fmla="*/ 296572 h 955252"/>
                <a:gd name="connsiteX2" fmla="*/ 407008 w 409394"/>
                <a:gd name="connsiteY2" fmla="*/ 956719 h 955252"/>
                <a:gd name="connsiteX3" fmla="*/ 407349 w 409394"/>
                <a:gd name="connsiteY3" fmla="*/ 839019 h 955252"/>
                <a:gd name="connsiteX4" fmla="*/ 128279 w 409394"/>
                <a:gd name="connsiteY4" fmla="*/ 355592 h 955252"/>
                <a:gd name="connsiteX5" fmla="*/ 409396 w 409394"/>
                <a:gd name="connsiteY5" fmla="*/ 195587 h 955252"/>
                <a:gd name="connsiteX6" fmla="*/ 409396 w 409394"/>
                <a:gd name="connsiteY6" fmla="*/ 77887 h 95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394" h="955252">
                  <a:moveTo>
                    <a:pt x="409396" y="77887"/>
                  </a:moveTo>
                  <a:cubicBezTo>
                    <a:pt x="198558" y="-43908"/>
                    <a:pt x="26271" y="54346"/>
                    <a:pt x="25589" y="296572"/>
                  </a:cubicBezTo>
                  <a:cubicBezTo>
                    <a:pt x="24907" y="538797"/>
                    <a:pt x="196170" y="834925"/>
                    <a:pt x="407008" y="956719"/>
                  </a:cubicBezTo>
                  <a:lnTo>
                    <a:pt x="407349" y="839019"/>
                  </a:lnTo>
                  <a:cubicBezTo>
                    <a:pt x="252803" y="749975"/>
                    <a:pt x="127596" y="532655"/>
                    <a:pt x="128279" y="355592"/>
                  </a:cubicBezTo>
                  <a:cubicBezTo>
                    <a:pt x="128620" y="178188"/>
                    <a:pt x="254850" y="106545"/>
                    <a:pt x="409396" y="195587"/>
                  </a:cubicBezTo>
                  <a:lnTo>
                    <a:pt x="409396" y="778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BBB264D3-82D2-4CEF-9E94-ADDA5C201A49}"/>
                </a:ext>
              </a:extLst>
            </p:cNvPr>
            <p:cNvSpPr/>
            <p:nvPr/>
          </p:nvSpPr>
          <p:spPr>
            <a:xfrm>
              <a:off x="21693603" y="4420676"/>
              <a:ext cx="327045" cy="327045"/>
            </a:xfrm>
            <a:custGeom>
              <a:avLst/>
              <a:gdLst>
                <a:gd name="connsiteX0" fmla="*/ 186274 w 238813"/>
                <a:gd name="connsiteY0" fmla="*/ 25587 h 238813"/>
                <a:gd name="connsiteX1" fmla="*/ 25587 w 238813"/>
                <a:gd name="connsiteY1" fmla="*/ 116336 h 238813"/>
                <a:gd name="connsiteX2" fmla="*/ 25587 w 238813"/>
                <a:gd name="connsiteY2" fmla="*/ 116336 h 238813"/>
                <a:gd name="connsiteX3" fmla="*/ 115995 w 238813"/>
                <a:gd name="connsiteY3" fmla="*/ 223802 h 238813"/>
                <a:gd name="connsiteX4" fmla="*/ 116336 w 238813"/>
                <a:gd name="connsiteY4" fmla="*/ 223120 h 238813"/>
                <a:gd name="connsiteX5" fmla="*/ 117701 w 238813"/>
                <a:gd name="connsiteY5" fmla="*/ 221073 h 238813"/>
                <a:gd name="connsiteX6" fmla="*/ 233696 w 238813"/>
                <a:gd name="connsiteY6" fmla="*/ 157276 h 238813"/>
                <a:gd name="connsiteX7" fmla="*/ 186274 w 238813"/>
                <a:gd name="connsiteY7" fmla="*/ 25587 h 238813"/>
                <a:gd name="connsiteX8" fmla="*/ 186274 w 238813"/>
                <a:gd name="connsiteY8" fmla="*/ 25587 h 23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813" h="238813">
                  <a:moveTo>
                    <a:pt x="186274" y="25587"/>
                  </a:moveTo>
                  <a:cubicBezTo>
                    <a:pt x="117701" y="27293"/>
                    <a:pt x="62092" y="58680"/>
                    <a:pt x="25587" y="116336"/>
                  </a:cubicBezTo>
                  <a:lnTo>
                    <a:pt x="25587" y="116336"/>
                  </a:lnTo>
                  <a:lnTo>
                    <a:pt x="115995" y="223802"/>
                  </a:lnTo>
                  <a:cubicBezTo>
                    <a:pt x="115995" y="223461"/>
                    <a:pt x="116336" y="223461"/>
                    <a:pt x="116336" y="223120"/>
                  </a:cubicBezTo>
                  <a:cubicBezTo>
                    <a:pt x="116678" y="222438"/>
                    <a:pt x="117018" y="221755"/>
                    <a:pt x="117701" y="221073"/>
                  </a:cubicBezTo>
                  <a:cubicBezTo>
                    <a:pt x="144312" y="180474"/>
                    <a:pt x="184227" y="158299"/>
                    <a:pt x="233696" y="157276"/>
                  </a:cubicBezTo>
                  <a:lnTo>
                    <a:pt x="186274" y="25587"/>
                  </a:lnTo>
                  <a:lnTo>
                    <a:pt x="186274" y="25587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A0C82DAF-66C5-4F1E-8207-EF1FD7EA1760}"/>
              </a:ext>
            </a:extLst>
          </p:cNvPr>
          <p:cNvGrpSpPr/>
          <p:nvPr/>
        </p:nvGrpSpPr>
        <p:grpSpPr>
          <a:xfrm>
            <a:off x="7055892" y="5035359"/>
            <a:ext cx="1202385" cy="986427"/>
            <a:chOff x="12706461" y="9755848"/>
            <a:chExt cx="3413659" cy="2800538"/>
          </a:xfrm>
        </p:grpSpPr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75198566-762C-4BC5-BBD1-73620F4535F6}"/>
                </a:ext>
              </a:extLst>
            </p:cNvPr>
            <p:cNvSpPr/>
            <p:nvPr/>
          </p:nvSpPr>
          <p:spPr>
            <a:xfrm>
              <a:off x="12750348" y="9787333"/>
              <a:ext cx="1762583" cy="1079133"/>
            </a:xfrm>
            <a:custGeom>
              <a:avLst/>
              <a:gdLst>
                <a:gd name="connsiteX0" fmla="*/ 1250967 w 1762378"/>
                <a:gd name="connsiteY0" fmla="*/ 101824 h 1079007"/>
                <a:gd name="connsiteX1" fmla="*/ 1673220 w 1762378"/>
                <a:gd name="connsiteY1" fmla="*/ 1004594 h 1079007"/>
                <a:gd name="connsiteX2" fmla="*/ 101824 w 1762378"/>
                <a:gd name="connsiteY2" fmla="*/ 789871 h 1079007"/>
                <a:gd name="connsiteX3" fmla="*/ 528392 w 1762378"/>
                <a:gd name="connsiteY3" fmla="*/ 343881 h 1079007"/>
                <a:gd name="connsiteX4" fmla="*/ 1250967 w 1762378"/>
                <a:gd name="connsiteY4" fmla="*/ 101824 h 107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2378" h="1079007">
                  <a:moveTo>
                    <a:pt x="1250967" y="101824"/>
                  </a:moveTo>
                  <a:lnTo>
                    <a:pt x="1673220" y="1004594"/>
                  </a:lnTo>
                  <a:lnTo>
                    <a:pt x="101824" y="789871"/>
                  </a:lnTo>
                  <a:cubicBezTo>
                    <a:pt x="167284" y="626222"/>
                    <a:pt x="309353" y="471204"/>
                    <a:pt x="528392" y="343881"/>
                  </a:cubicBezTo>
                  <a:cubicBezTo>
                    <a:pt x="735920" y="223392"/>
                    <a:pt x="985890" y="142826"/>
                    <a:pt x="1250967" y="101824"/>
                  </a:cubicBezTo>
                  <a:close/>
                </a:path>
              </a:pathLst>
            </a:custGeom>
            <a:solidFill>
              <a:schemeClr val="accent1"/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>
                <a:solidFill>
                  <a:srgbClr val="000000"/>
                </a:solidFill>
                <a:latin typeface="Montserrat Light 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D5F2ABD0-9E7E-4BB8-820A-863F3B62BC25}"/>
                </a:ext>
              </a:extLst>
            </p:cNvPr>
            <p:cNvSpPr/>
            <p:nvPr/>
          </p:nvSpPr>
          <p:spPr>
            <a:xfrm>
              <a:off x="13899624" y="9755848"/>
              <a:ext cx="1762583" cy="1115103"/>
            </a:xfrm>
            <a:custGeom>
              <a:avLst/>
              <a:gdLst>
                <a:gd name="connsiteX0" fmla="*/ 1661351 w 1762378"/>
                <a:gd name="connsiteY0" fmla="*/ 375362 h 1114974"/>
                <a:gd name="connsiteX1" fmla="*/ 524078 w 1762378"/>
                <a:gd name="connsiteY1" fmla="*/ 1036434 h 1114974"/>
                <a:gd name="connsiteX2" fmla="*/ 101824 w 1762378"/>
                <a:gd name="connsiteY2" fmla="*/ 133664 h 1114974"/>
                <a:gd name="connsiteX3" fmla="*/ 1661351 w 1762378"/>
                <a:gd name="connsiteY3" fmla="*/ 375362 h 111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2378" h="1114974">
                  <a:moveTo>
                    <a:pt x="1661351" y="375362"/>
                  </a:moveTo>
                  <a:lnTo>
                    <a:pt x="524078" y="1036434"/>
                  </a:lnTo>
                  <a:lnTo>
                    <a:pt x="101824" y="133664"/>
                  </a:lnTo>
                  <a:cubicBezTo>
                    <a:pt x="639530" y="50221"/>
                    <a:pt x="1237660" y="130787"/>
                    <a:pt x="1661351" y="375362"/>
                  </a:cubicBezTo>
                  <a:close/>
                </a:path>
              </a:pathLst>
            </a:custGeom>
            <a:solidFill>
              <a:schemeClr val="accent2"/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>
                <a:solidFill>
                  <a:srgbClr val="000000"/>
                </a:solidFill>
                <a:latin typeface="Montserrat Light 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48F413FC-B463-4DEF-9F22-6713EADC12CD}"/>
                </a:ext>
              </a:extLst>
            </p:cNvPr>
            <p:cNvSpPr/>
            <p:nvPr/>
          </p:nvSpPr>
          <p:spPr>
            <a:xfrm>
              <a:off x="15464726" y="10694883"/>
              <a:ext cx="647479" cy="1582727"/>
            </a:xfrm>
            <a:custGeom>
              <a:avLst/>
              <a:gdLst>
                <a:gd name="connsiteX0" fmla="*/ 572992 w 647404"/>
                <a:gd name="connsiteY0" fmla="*/ 101824 h 1582544"/>
                <a:gd name="connsiteX1" fmla="*/ 570834 w 647404"/>
                <a:gd name="connsiteY1" fmla="*/ 834830 h 1582544"/>
                <a:gd name="connsiteX2" fmla="*/ 529111 w 647404"/>
                <a:gd name="connsiteY2" fmla="*/ 1045236 h 1582544"/>
                <a:gd name="connsiteX3" fmla="*/ 101824 w 647404"/>
                <a:gd name="connsiteY3" fmla="*/ 1491226 h 1582544"/>
                <a:gd name="connsiteX4" fmla="*/ 103982 w 647404"/>
                <a:gd name="connsiteY4" fmla="*/ 758220 h 1582544"/>
                <a:gd name="connsiteX5" fmla="*/ 531269 w 647404"/>
                <a:gd name="connsiteY5" fmla="*/ 312231 h 1582544"/>
                <a:gd name="connsiteX6" fmla="*/ 572992 w 647404"/>
                <a:gd name="connsiteY6" fmla="*/ 101824 h 158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04" h="1582544">
                  <a:moveTo>
                    <a:pt x="572992" y="101824"/>
                  </a:moveTo>
                  <a:lnTo>
                    <a:pt x="570834" y="834830"/>
                  </a:lnTo>
                  <a:cubicBezTo>
                    <a:pt x="570474" y="905325"/>
                    <a:pt x="556807" y="976180"/>
                    <a:pt x="529111" y="1045236"/>
                  </a:cubicBezTo>
                  <a:cubicBezTo>
                    <a:pt x="463291" y="1208886"/>
                    <a:pt x="321581" y="1363903"/>
                    <a:pt x="101824" y="1491226"/>
                  </a:cubicBezTo>
                  <a:lnTo>
                    <a:pt x="103982" y="758220"/>
                  </a:lnTo>
                  <a:cubicBezTo>
                    <a:pt x="323382" y="630538"/>
                    <a:pt x="465449" y="475520"/>
                    <a:pt x="531269" y="312231"/>
                  </a:cubicBezTo>
                  <a:cubicBezTo>
                    <a:pt x="558604" y="242814"/>
                    <a:pt x="572632" y="172320"/>
                    <a:pt x="572992" y="10182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>
                <a:solidFill>
                  <a:srgbClr val="000000"/>
                </a:solidFill>
                <a:latin typeface="Montserrat Light 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F238BC12-08AE-4F77-914A-4E9F0A7DCE26}"/>
                </a:ext>
              </a:extLst>
            </p:cNvPr>
            <p:cNvSpPr/>
            <p:nvPr/>
          </p:nvSpPr>
          <p:spPr>
            <a:xfrm>
              <a:off x="14321566" y="10029418"/>
              <a:ext cx="1798554" cy="1510786"/>
            </a:xfrm>
            <a:custGeom>
              <a:avLst/>
              <a:gdLst>
                <a:gd name="connsiteX0" fmla="*/ 1239458 w 1798345"/>
                <a:gd name="connsiteY0" fmla="*/ 101824 h 1510610"/>
                <a:gd name="connsiteX1" fmla="*/ 1673937 w 1798345"/>
                <a:gd name="connsiteY1" fmla="*/ 977619 h 1510610"/>
                <a:gd name="connsiteX2" fmla="*/ 1246650 w 1798345"/>
                <a:gd name="connsiteY2" fmla="*/ 1423608 h 1510610"/>
                <a:gd name="connsiteX3" fmla="*/ 101824 w 1798345"/>
                <a:gd name="connsiteY3" fmla="*/ 762536 h 1510610"/>
                <a:gd name="connsiteX4" fmla="*/ 1239458 w 1798345"/>
                <a:gd name="connsiteY4" fmla="*/ 101824 h 1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8345" h="1510610">
                  <a:moveTo>
                    <a:pt x="1239458" y="101824"/>
                  </a:moveTo>
                  <a:cubicBezTo>
                    <a:pt x="1650920" y="339566"/>
                    <a:pt x="1795865" y="672979"/>
                    <a:pt x="1673937" y="977619"/>
                  </a:cubicBezTo>
                  <a:cubicBezTo>
                    <a:pt x="1608119" y="1141268"/>
                    <a:pt x="1466409" y="1296286"/>
                    <a:pt x="1246650" y="1423608"/>
                  </a:cubicBezTo>
                  <a:lnTo>
                    <a:pt x="101824" y="762536"/>
                  </a:lnTo>
                  <a:lnTo>
                    <a:pt x="1239458" y="101824"/>
                  </a:lnTo>
                  <a:close/>
                </a:path>
              </a:pathLst>
            </a:custGeom>
            <a:solidFill>
              <a:schemeClr val="accent3"/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Montserrat Light 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CEAD128-CBB3-400A-AC53-0927F3DE52E3}"/>
                </a:ext>
              </a:extLst>
            </p:cNvPr>
            <p:cNvSpPr/>
            <p:nvPr/>
          </p:nvSpPr>
          <p:spPr>
            <a:xfrm>
              <a:off x="12706461" y="10685890"/>
              <a:ext cx="2949628" cy="1870496"/>
            </a:xfrm>
            <a:custGeom>
              <a:avLst/>
              <a:gdLst>
                <a:gd name="connsiteX0" fmla="*/ 101827 w 2949287"/>
                <a:gd name="connsiteY0" fmla="*/ 834830 h 1870279"/>
                <a:gd name="connsiteX1" fmla="*/ 103985 w 2949287"/>
                <a:gd name="connsiteY1" fmla="*/ 101824 h 1870279"/>
                <a:gd name="connsiteX2" fmla="*/ 580187 w 2949287"/>
                <a:gd name="connsiteY2" fmla="*/ 767212 h 1870279"/>
                <a:gd name="connsiteX3" fmla="*/ 2140071 w 2949287"/>
                <a:gd name="connsiteY3" fmla="*/ 1009269 h 1870279"/>
                <a:gd name="connsiteX4" fmla="*/ 2861928 w 2949287"/>
                <a:gd name="connsiteY4" fmla="*/ 767572 h 1870279"/>
                <a:gd name="connsiteX5" fmla="*/ 2859770 w 2949287"/>
                <a:gd name="connsiteY5" fmla="*/ 1500578 h 1870279"/>
                <a:gd name="connsiteX6" fmla="*/ 2137913 w 2949287"/>
                <a:gd name="connsiteY6" fmla="*/ 1742275 h 1870279"/>
                <a:gd name="connsiteX7" fmla="*/ 578028 w 2949287"/>
                <a:gd name="connsiteY7" fmla="*/ 1500218 h 1870279"/>
                <a:gd name="connsiteX8" fmla="*/ 101827 w 2949287"/>
                <a:gd name="connsiteY8" fmla="*/ 834830 h 18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9287" h="1870279">
                  <a:moveTo>
                    <a:pt x="101827" y="834830"/>
                  </a:moveTo>
                  <a:lnTo>
                    <a:pt x="103985" y="101824"/>
                  </a:lnTo>
                  <a:cubicBezTo>
                    <a:pt x="103266" y="342443"/>
                    <a:pt x="262239" y="583421"/>
                    <a:pt x="580187" y="767212"/>
                  </a:cubicBezTo>
                  <a:cubicBezTo>
                    <a:pt x="1003877" y="1011787"/>
                    <a:pt x="1602368" y="1092353"/>
                    <a:pt x="2140071" y="1009269"/>
                  </a:cubicBezTo>
                  <a:cubicBezTo>
                    <a:pt x="2404789" y="968267"/>
                    <a:pt x="2654758" y="887702"/>
                    <a:pt x="2861928" y="767572"/>
                  </a:cubicBezTo>
                  <a:lnTo>
                    <a:pt x="2859770" y="1500578"/>
                  </a:lnTo>
                  <a:cubicBezTo>
                    <a:pt x="2652600" y="1621067"/>
                    <a:pt x="2402631" y="1701273"/>
                    <a:pt x="2137913" y="1742275"/>
                  </a:cubicBezTo>
                  <a:cubicBezTo>
                    <a:pt x="1600210" y="1825359"/>
                    <a:pt x="1001720" y="1744793"/>
                    <a:pt x="578028" y="1500218"/>
                  </a:cubicBezTo>
                  <a:cubicBezTo>
                    <a:pt x="260081" y="1316427"/>
                    <a:pt x="101108" y="1075448"/>
                    <a:pt x="101827" y="83483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>
                <a:solidFill>
                  <a:srgbClr val="000000"/>
                </a:solidFill>
                <a:latin typeface="Montserrat Light 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1E753C07-8EE1-4761-91BC-2636DFF9B1B4}"/>
                </a:ext>
              </a:extLst>
            </p:cNvPr>
            <p:cNvSpPr/>
            <p:nvPr/>
          </p:nvSpPr>
          <p:spPr>
            <a:xfrm>
              <a:off x="12708603" y="10475459"/>
              <a:ext cx="2949628" cy="1330930"/>
            </a:xfrm>
            <a:custGeom>
              <a:avLst/>
              <a:gdLst>
                <a:gd name="connsiteX0" fmla="*/ 1714960 w 2949287"/>
                <a:gd name="connsiteY0" fmla="*/ 316547 h 1330775"/>
                <a:gd name="connsiteX1" fmla="*/ 2859785 w 2949287"/>
                <a:gd name="connsiteY1" fmla="*/ 977619 h 1330775"/>
                <a:gd name="connsiteX2" fmla="*/ 2137929 w 2949287"/>
                <a:gd name="connsiteY2" fmla="*/ 1219317 h 1330775"/>
                <a:gd name="connsiteX3" fmla="*/ 578045 w 2949287"/>
                <a:gd name="connsiteY3" fmla="*/ 977259 h 1330775"/>
                <a:gd name="connsiteX4" fmla="*/ 143564 w 2949287"/>
                <a:gd name="connsiteY4" fmla="*/ 101824 h 1330775"/>
                <a:gd name="connsiteX5" fmla="*/ 1714960 w 2949287"/>
                <a:gd name="connsiteY5" fmla="*/ 316547 h 133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9287" h="1330775">
                  <a:moveTo>
                    <a:pt x="1714960" y="316547"/>
                  </a:moveTo>
                  <a:lnTo>
                    <a:pt x="2859785" y="977619"/>
                  </a:lnTo>
                  <a:cubicBezTo>
                    <a:pt x="2652615" y="1098108"/>
                    <a:pt x="2402647" y="1178314"/>
                    <a:pt x="2137929" y="1219317"/>
                  </a:cubicBezTo>
                  <a:cubicBezTo>
                    <a:pt x="1600225" y="1302400"/>
                    <a:pt x="1001735" y="1221834"/>
                    <a:pt x="578045" y="977259"/>
                  </a:cubicBezTo>
                  <a:cubicBezTo>
                    <a:pt x="166942" y="739878"/>
                    <a:pt x="21637" y="406105"/>
                    <a:pt x="143564" y="101824"/>
                  </a:cubicBezTo>
                  <a:lnTo>
                    <a:pt x="1714960" y="316547"/>
                  </a:lnTo>
                  <a:close/>
                </a:path>
              </a:pathLst>
            </a:custGeom>
            <a:solidFill>
              <a:schemeClr val="accent5"/>
            </a:solidFill>
            <a:ln w="359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219139">
                <a:defRPr/>
              </a:pPr>
              <a:endParaRPr lang="en-US" sz="2400">
                <a:solidFill>
                  <a:srgbClr val="000000"/>
                </a:solidFill>
                <a:latin typeface="Montserrat Light "/>
              </a:endParaRPr>
            </a:p>
          </p:txBody>
        </p:sp>
      </p:grpSp>
      <p:grpSp>
        <p:nvGrpSpPr>
          <p:cNvPr id="939" name="Group 938">
            <a:extLst>
              <a:ext uri="{FF2B5EF4-FFF2-40B4-BE49-F238E27FC236}">
                <a16:creationId xmlns:a16="http://schemas.microsoft.com/office/drawing/2014/main" id="{31F1FF5D-2708-4A9A-B2E1-141B2EE42731}"/>
              </a:ext>
            </a:extLst>
          </p:cNvPr>
          <p:cNvGrpSpPr/>
          <p:nvPr/>
        </p:nvGrpSpPr>
        <p:grpSpPr>
          <a:xfrm>
            <a:off x="6295266" y="2964530"/>
            <a:ext cx="1737853" cy="1080355"/>
            <a:chOff x="12006018" y="5882841"/>
            <a:chExt cx="3476158" cy="2160991"/>
          </a:xfrm>
          <a:solidFill>
            <a:schemeClr val="bg1">
              <a:lumMod val="65000"/>
            </a:schemeClr>
          </a:solidFill>
        </p:grpSpPr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A95401CD-ECFE-48F0-9A43-86543F154DCE}"/>
                </a:ext>
              </a:extLst>
            </p:cNvPr>
            <p:cNvSpPr/>
            <p:nvPr/>
          </p:nvSpPr>
          <p:spPr>
            <a:xfrm>
              <a:off x="13613344" y="6296963"/>
              <a:ext cx="1868832" cy="1121299"/>
            </a:xfrm>
            <a:custGeom>
              <a:avLst/>
              <a:gdLst>
                <a:gd name="connsiteX0" fmla="*/ 1246951 w 1364646"/>
                <a:gd name="connsiteY0" fmla="*/ 613750 h 818788"/>
                <a:gd name="connsiteX1" fmla="*/ 1247292 w 1364646"/>
                <a:gd name="connsiteY1" fmla="*/ 645819 h 818788"/>
                <a:gd name="connsiteX2" fmla="*/ 1099570 w 1364646"/>
                <a:gd name="connsiteY2" fmla="*/ 731791 h 818788"/>
                <a:gd name="connsiteX3" fmla="*/ 1044300 w 1364646"/>
                <a:gd name="connsiteY3" fmla="*/ 731791 h 818788"/>
                <a:gd name="connsiteX4" fmla="*/ 929671 w 1364646"/>
                <a:gd name="connsiteY4" fmla="*/ 665606 h 818788"/>
                <a:gd name="connsiteX5" fmla="*/ 842674 w 1364646"/>
                <a:gd name="connsiteY5" fmla="*/ 686417 h 818788"/>
                <a:gd name="connsiteX6" fmla="*/ 843357 w 1364646"/>
                <a:gd name="connsiteY6" fmla="*/ 780237 h 818788"/>
                <a:gd name="connsiteX7" fmla="*/ 804464 w 1364646"/>
                <a:gd name="connsiteY7" fmla="*/ 802754 h 818788"/>
                <a:gd name="connsiteX8" fmla="*/ 594650 w 1364646"/>
                <a:gd name="connsiteY8" fmla="*/ 802754 h 818788"/>
                <a:gd name="connsiteX9" fmla="*/ 567016 w 1364646"/>
                <a:gd name="connsiteY9" fmla="*/ 796271 h 818788"/>
                <a:gd name="connsiteX10" fmla="*/ 555416 w 1364646"/>
                <a:gd name="connsiteY10" fmla="*/ 780237 h 818788"/>
                <a:gd name="connsiteX11" fmla="*/ 554734 w 1364646"/>
                <a:gd name="connsiteY11" fmla="*/ 686417 h 818788"/>
                <a:gd name="connsiteX12" fmla="*/ 467396 w 1364646"/>
                <a:gd name="connsiteY12" fmla="*/ 665606 h 818788"/>
                <a:gd name="connsiteX13" fmla="*/ 353108 w 1364646"/>
                <a:gd name="connsiteY13" fmla="*/ 732133 h 818788"/>
                <a:gd name="connsiteX14" fmla="*/ 298180 w 1364646"/>
                <a:gd name="connsiteY14" fmla="*/ 732133 h 818788"/>
                <a:gd name="connsiteX15" fmla="*/ 149434 w 1364646"/>
                <a:gd name="connsiteY15" fmla="*/ 646160 h 818788"/>
                <a:gd name="connsiteX16" fmla="*/ 149092 w 1364646"/>
                <a:gd name="connsiteY16" fmla="*/ 614432 h 818788"/>
                <a:gd name="connsiteX17" fmla="*/ 263382 w 1364646"/>
                <a:gd name="connsiteY17" fmla="*/ 547906 h 818788"/>
                <a:gd name="connsiteX18" fmla="*/ 227219 w 1364646"/>
                <a:gd name="connsiteY18" fmla="*/ 497413 h 818788"/>
                <a:gd name="connsiteX19" fmla="*/ 65167 w 1364646"/>
                <a:gd name="connsiteY19" fmla="*/ 497413 h 818788"/>
                <a:gd name="connsiteX20" fmla="*/ 37533 w 1364646"/>
                <a:gd name="connsiteY20" fmla="*/ 490931 h 818788"/>
                <a:gd name="connsiteX21" fmla="*/ 26274 w 1364646"/>
                <a:gd name="connsiteY21" fmla="*/ 474897 h 818788"/>
                <a:gd name="connsiteX22" fmla="*/ 25592 w 1364646"/>
                <a:gd name="connsiteY22" fmla="*/ 353443 h 818788"/>
                <a:gd name="connsiteX23" fmla="*/ 64484 w 1364646"/>
                <a:gd name="connsiteY23" fmla="*/ 330926 h 818788"/>
                <a:gd name="connsiteX24" fmla="*/ 226536 w 1364646"/>
                <a:gd name="connsiteY24" fmla="*/ 330926 h 818788"/>
                <a:gd name="connsiteX25" fmla="*/ 262358 w 1364646"/>
                <a:gd name="connsiteY25" fmla="*/ 280435 h 818788"/>
                <a:gd name="connsiteX26" fmla="*/ 147387 w 1364646"/>
                <a:gd name="connsiteY26" fmla="*/ 213908 h 818788"/>
                <a:gd name="connsiteX27" fmla="*/ 147387 w 1364646"/>
                <a:gd name="connsiteY27" fmla="*/ 182180 h 818788"/>
                <a:gd name="connsiteX28" fmla="*/ 295110 w 1364646"/>
                <a:gd name="connsiteY28" fmla="*/ 96208 h 818788"/>
                <a:gd name="connsiteX29" fmla="*/ 350037 w 1364646"/>
                <a:gd name="connsiteY29" fmla="*/ 96208 h 818788"/>
                <a:gd name="connsiteX30" fmla="*/ 465009 w 1364646"/>
                <a:gd name="connsiteY30" fmla="*/ 162734 h 818788"/>
                <a:gd name="connsiteX31" fmla="*/ 552004 w 1364646"/>
                <a:gd name="connsiteY31" fmla="*/ 141923 h 818788"/>
                <a:gd name="connsiteX32" fmla="*/ 551322 w 1364646"/>
                <a:gd name="connsiteY32" fmla="*/ 48104 h 818788"/>
                <a:gd name="connsiteX33" fmla="*/ 590214 w 1364646"/>
                <a:gd name="connsiteY33" fmla="*/ 25587 h 818788"/>
                <a:gd name="connsiteX34" fmla="*/ 800029 w 1364646"/>
                <a:gd name="connsiteY34" fmla="*/ 25587 h 818788"/>
                <a:gd name="connsiteX35" fmla="*/ 827322 w 1364646"/>
                <a:gd name="connsiteY35" fmla="*/ 32069 h 818788"/>
                <a:gd name="connsiteX36" fmla="*/ 838922 w 1364646"/>
                <a:gd name="connsiteY36" fmla="*/ 48104 h 818788"/>
                <a:gd name="connsiteX37" fmla="*/ 839603 w 1364646"/>
                <a:gd name="connsiteY37" fmla="*/ 141923 h 818788"/>
                <a:gd name="connsiteX38" fmla="*/ 926941 w 1364646"/>
                <a:gd name="connsiteY38" fmla="*/ 162734 h 818788"/>
                <a:gd name="connsiteX39" fmla="*/ 1040890 w 1364646"/>
                <a:gd name="connsiteY39" fmla="*/ 96548 h 818788"/>
                <a:gd name="connsiteX40" fmla="*/ 1096158 w 1364646"/>
                <a:gd name="connsiteY40" fmla="*/ 96548 h 818788"/>
                <a:gd name="connsiteX41" fmla="*/ 1244904 w 1364646"/>
                <a:gd name="connsiteY41" fmla="*/ 182522 h 818788"/>
                <a:gd name="connsiteX42" fmla="*/ 1245245 w 1364646"/>
                <a:gd name="connsiteY42" fmla="*/ 214590 h 818788"/>
                <a:gd name="connsiteX43" fmla="*/ 1131297 w 1364646"/>
                <a:gd name="connsiteY43" fmla="*/ 280775 h 818788"/>
                <a:gd name="connsiteX44" fmla="*/ 1167460 w 1364646"/>
                <a:gd name="connsiteY44" fmla="*/ 331268 h 818788"/>
                <a:gd name="connsiteX45" fmla="*/ 1329512 w 1364646"/>
                <a:gd name="connsiteY45" fmla="*/ 331268 h 818788"/>
                <a:gd name="connsiteX46" fmla="*/ 1357146 w 1364646"/>
                <a:gd name="connsiteY46" fmla="*/ 338091 h 818788"/>
                <a:gd name="connsiteX47" fmla="*/ 1368746 w 1364646"/>
                <a:gd name="connsiteY47" fmla="*/ 354126 h 818788"/>
                <a:gd name="connsiteX48" fmla="*/ 1369428 w 1364646"/>
                <a:gd name="connsiteY48" fmla="*/ 475580 h 818788"/>
                <a:gd name="connsiteX49" fmla="*/ 1330536 w 1364646"/>
                <a:gd name="connsiteY49" fmla="*/ 498096 h 818788"/>
                <a:gd name="connsiteX50" fmla="*/ 1168484 w 1364646"/>
                <a:gd name="connsiteY50" fmla="*/ 498096 h 818788"/>
                <a:gd name="connsiteX51" fmla="*/ 1132661 w 1364646"/>
                <a:gd name="connsiteY51" fmla="*/ 548588 h 818788"/>
                <a:gd name="connsiteX52" fmla="*/ 1246951 w 1364646"/>
                <a:gd name="connsiteY52" fmla="*/ 613750 h 818788"/>
                <a:gd name="connsiteX53" fmla="*/ 508677 w 1364646"/>
                <a:gd name="connsiteY53" fmla="*/ 522660 h 818788"/>
                <a:gd name="connsiteX54" fmla="*/ 885660 w 1364646"/>
                <a:gd name="connsiteY54" fmla="*/ 522660 h 818788"/>
                <a:gd name="connsiteX55" fmla="*/ 884296 w 1364646"/>
                <a:gd name="connsiteY55" fmla="*/ 304316 h 818788"/>
                <a:gd name="connsiteX56" fmla="*/ 507312 w 1364646"/>
                <a:gd name="connsiteY56" fmla="*/ 304316 h 818788"/>
                <a:gd name="connsiteX57" fmla="*/ 508677 w 1364646"/>
                <a:gd name="connsiteY57" fmla="*/ 522660 h 81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64646" h="818788">
                  <a:moveTo>
                    <a:pt x="1246951" y="613750"/>
                  </a:moveTo>
                  <a:cubicBezTo>
                    <a:pt x="1262303" y="622620"/>
                    <a:pt x="1262303" y="636948"/>
                    <a:pt x="1247292" y="645819"/>
                  </a:cubicBezTo>
                  <a:lnTo>
                    <a:pt x="1099570" y="731791"/>
                  </a:lnTo>
                  <a:cubicBezTo>
                    <a:pt x="1084558" y="740662"/>
                    <a:pt x="1059653" y="740662"/>
                    <a:pt x="1044300" y="731791"/>
                  </a:cubicBezTo>
                  <a:lnTo>
                    <a:pt x="929671" y="665606"/>
                  </a:lnTo>
                  <a:cubicBezTo>
                    <a:pt x="901354" y="674135"/>
                    <a:pt x="872356" y="680959"/>
                    <a:pt x="842674" y="686417"/>
                  </a:cubicBezTo>
                  <a:lnTo>
                    <a:pt x="843357" y="780237"/>
                  </a:lnTo>
                  <a:cubicBezTo>
                    <a:pt x="843357" y="792860"/>
                    <a:pt x="825957" y="802754"/>
                    <a:pt x="804464" y="802754"/>
                  </a:cubicBezTo>
                  <a:lnTo>
                    <a:pt x="594650" y="802754"/>
                  </a:lnTo>
                  <a:cubicBezTo>
                    <a:pt x="583732" y="802754"/>
                    <a:pt x="573839" y="800365"/>
                    <a:pt x="567016" y="796271"/>
                  </a:cubicBezTo>
                  <a:cubicBezTo>
                    <a:pt x="559851" y="792178"/>
                    <a:pt x="555416" y="786377"/>
                    <a:pt x="555416" y="780237"/>
                  </a:cubicBezTo>
                  <a:lnTo>
                    <a:pt x="554734" y="686417"/>
                  </a:lnTo>
                  <a:cubicBezTo>
                    <a:pt x="524712" y="681300"/>
                    <a:pt x="495371" y="674135"/>
                    <a:pt x="467396" y="665606"/>
                  </a:cubicBezTo>
                  <a:lnTo>
                    <a:pt x="353108" y="732133"/>
                  </a:lnTo>
                  <a:cubicBezTo>
                    <a:pt x="338096" y="741003"/>
                    <a:pt x="313533" y="740662"/>
                    <a:pt x="298180" y="732133"/>
                  </a:cubicBezTo>
                  <a:lnTo>
                    <a:pt x="149434" y="646160"/>
                  </a:lnTo>
                  <a:cubicBezTo>
                    <a:pt x="134081" y="637290"/>
                    <a:pt x="133740" y="623302"/>
                    <a:pt x="149092" y="614432"/>
                  </a:cubicBezTo>
                  <a:lnTo>
                    <a:pt x="263382" y="547906"/>
                  </a:lnTo>
                  <a:cubicBezTo>
                    <a:pt x="248371" y="531530"/>
                    <a:pt x="236430" y="514813"/>
                    <a:pt x="227219" y="497413"/>
                  </a:cubicBezTo>
                  <a:lnTo>
                    <a:pt x="65167" y="497413"/>
                  </a:lnTo>
                  <a:cubicBezTo>
                    <a:pt x="54250" y="497413"/>
                    <a:pt x="44697" y="495025"/>
                    <a:pt x="37533" y="490931"/>
                  </a:cubicBezTo>
                  <a:cubicBezTo>
                    <a:pt x="30368" y="486837"/>
                    <a:pt x="25934" y="481038"/>
                    <a:pt x="26274" y="474897"/>
                  </a:cubicBezTo>
                  <a:lnTo>
                    <a:pt x="25592" y="353443"/>
                  </a:lnTo>
                  <a:cubicBezTo>
                    <a:pt x="25251" y="340820"/>
                    <a:pt x="42650" y="330926"/>
                    <a:pt x="64484" y="330926"/>
                  </a:cubicBezTo>
                  <a:lnTo>
                    <a:pt x="226536" y="330926"/>
                  </a:lnTo>
                  <a:cubicBezTo>
                    <a:pt x="235406" y="313528"/>
                    <a:pt x="247347" y="296470"/>
                    <a:pt x="262358" y="280435"/>
                  </a:cubicBezTo>
                  <a:lnTo>
                    <a:pt x="147387" y="213908"/>
                  </a:lnTo>
                  <a:cubicBezTo>
                    <a:pt x="132034" y="205038"/>
                    <a:pt x="132376" y="191051"/>
                    <a:pt x="147387" y="182180"/>
                  </a:cubicBezTo>
                  <a:lnTo>
                    <a:pt x="295110" y="96208"/>
                  </a:lnTo>
                  <a:cubicBezTo>
                    <a:pt x="310121" y="87337"/>
                    <a:pt x="334685" y="87337"/>
                    <a:pt x="350037" y="96208"/>
                  </a:cubicBezTo>
                  <a:lnTo>
                    <a:pt x="465009" y="162734"/>
                  </a:lnTo>
                  <a:cubicBezTo>
                    <a:pt x="492983" y="154205"/>
                    <a:pt x="522323" y="147041"/>
                    <a:pt x="552004" y="141923"/>
                  </a:cubicBezTo>
                  <a:lnTo>
                    <a:pt x="551322" y="48104"/>
                  </a:lnTo>
                  <a:cubicBezTo>
                    <a:pt x="551322" y="35480"/>
                    <a:pt x="568721" y="25587"/>
                    <a:pt x="590214" y="25587"/>
                  </a:cubicBezTo>
                  <a:lnTo>
                    <a:pt x="800029" y="25587"/>
                  </a:lnTo>
                  <a:cubicBezTo>
                    <a:pt x="810606" y="25587"/>
                    <a:pt x="820498" y="27976"/>
                    <a:pt x="827322" y="32069"/>
                  </a:cubicBezTo>
                  <a:cubicBezTo>
                    <a:pt x="834486" y="36163"/>
                    <a:pt x="838922" y="41622"/>
                    <a:pt x="838922" y="48104"/>
                  </a:cubicBezTo>
                  <a:lnTo>
                    <a:pt x="839603" y="141923"/>
                  </a:lnTo>
                  <a:cubicBezTo>
                    <a:pt x="869285" y="147382"/>
                    <a:pt x="898625" y="154205"/>
                    <a:pt x="926941" y="162734"/>
                  </a:cubicBezTo>
                  <a:lnTo>
                    <a:pt x="1040890" y="96548"/>
                  </a:lnTo>
                  <a:cubicBezTo>
                    <a:pt x="1055900" y="87679"/>
                    <a:pt x="1080805" y="87679"/>
                    <a:pt x="1096158" y="96548"/>
                  </a:cubicBezTo>
                  <a:lnTo>
                    <a:pt x="1244904" y="182522"/>
                  </a:lnTo>
                  <a:cubicBezTo>
                    <a:pt x="1260256" y="191391"/>
                    <a:pt x="1260256" y="205720"/>
                    <a:pt x="1245245" y="214590"/>
                  </a:cubicBezTo>
                  <a:lnTo>
                    <a:pt x="1131297" y="280775"/>
                  </a:lnTo>
                  <a:cubicBezTo>
                    <a:pt x="1146309" y="297152"/>
                    <a:pt x="1158248" y="314210"/>
                    <a:pt x="1167460" y="331268"/>
                  </a:cubicBezTo>
                  <a:lnTo>
                    <a:pt x="1329512" y="331268"/>
                  </a:lnTo>
                  <a:cubicBezTo>
                    <a:pt x="1340430" y="331268"/>
                    <a:pt x="1349982" y="333997"/>
                    <a:pt x="1357146" y="338091"/>
                  </a:cubicBezTo>
                  <a:cubicBezTo>
                    <a:pt x="1364310" y="342185"/>
                    <a:pt x="1368746" y="347644"/>
                    <a:pt x="1368746" y="354126"/>
                  </a:cubicBezTo>
                  <a:lnTo>
                    <a:pt x="1369428" y="475580"/>
                  </a:lnTo>
                  <a:cubicBezTo>
                    <a:pt x="1369428" y="487861"/>
                    <a:pt x="1352029" y="498096"/>
                    <a:pt x="1330536" y="498096"/>
                  </a:cubicBezTo>
                  <a:lnTo>
                    <a:pt x="1168484" y="498096"/>
                  </a:lnTo>
                  <a:cubicBezTo>
                    <a:pt x="1159273" y="515495"/>
                    <a:pt x="1147332" y="532213"/>
                    <a:pt x="1132661" y="548588"/>
                  </a:cubicBezTo>
                  <a:lnTo>
                    <a:pt x="1246951" y="613750"/>
                  </a:lnTo>
                  <a:close/>
                  <a:moveTo>
                    <a:pt x="508677" y="522660"/>
                  </a:moveTo>
                  <a:cubicBezTo>
                    <a:pt x="613073" y="583045"/>
                    <a:pt x="781947" y="583045"/>
                    <a:pt x="885660" y="522660"/>
                  </a:cubicBezTo>
                  <a:cubicBezTo>
                    <a:pt x="989374" y="462274"/>
                    <a:pt x="988692" y="364702"/>
                    <a:pt x="884296" y="304316"/>
                  </a:cubicBezTo>
                  <a:cubicBezTo>
                    <a:pt x="779900" y="243930"/>
                    <a:pt x="610684" y="243930"/>
                    <a:pt x="507312" y="304316"/>
                  </a:cubicBezTo>
                  <a:cubicBezTo>
                    <a:pt x="403599" y="364702"/>
                    <a:pt x="404282" y="462274"/>
                    <a:pt x="508677" y="52266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55CF2C0-EFA4-49C5-8905-2DFE5EA76DD0}"/>
                </a:ext>
              </a:extLst>
            </p:cNvPr>
            <p:cNvSpPr/>
            <p:nvPr/>
          </p:nvSpPr>
          <p:spPr>
            <a:xfrm>
              <a:off x="12006018" y="6985697"/>
              <a:ext cx="1738366" cy="1058135"/>
            </a:xfrm>
            <a:custGeom>
              <a:avLst/>
              <a:gdLst>
                <a:gd name="connsiteX0" fmla="*/ 714052 w 784671"/>
                <a:gd name="connsiteY0" fmla="*/ 356855 h 477626"/>
                <a:gd name="connsiteX1" fmla="*/ 714052 w 784671"/>
                <a:gd name="connsiteY1" fmla="*/ 374936 h 477626"/>
                <a:gd name="connsiteX2" fmla="*/ 630809 w 784671"/>
                <a:gd name="connsiteY2" fmla="*/ 423382 h 477626"/>
                <a:gd name="connsiteX3" fmla="*/ 599763 w 784671"/>
                <a:gd name="connsiteY3" fmla="*/ 423382 h 477626"/>
                <a:gd name="connsiteX4" fmla="*/ 534942 w 784671"/>
                <a:gd name="connsiteY4" fmla="*/ 386194 h 477626"/>
                <a:gd name="connsiteX5" fmla="*/ 485815 w 784671"/>
                <a:gd name="connsiteY5" fmla="*/ 398135 h 477626"/>
                <a:gd name="connsiteX6" fmla="*/ 486155 w 784671"/>
                <a:gd name="connsiteY6" fmla="*/ 451016 h 477626"/>
                <a:gd name="connsiteX7" fmla="*/ 464322 w 784671"/>
                <a:gd name="connsiteY7" fmla="*/ 463639 h 477626"/>
                <a:gd name="connsiteX8" fmla="*/ 346279 w 784671"/>
                <a:gd name="connsiteY8" fmla="*/ 463639 h 477626"/>
                <a:gd name="connsiteX9" fmla="*/ 330586 w 784671"/>
                <a:gd name="connsiteY9" fmla="*/ 459885 h 477626"/>
                <a:gd name="connsiteX10" fmla="*/ 324104 w 784671"/>
                <a:gd name="connsiteY10" fmla="*/ 451016 h 477626"/>
                <a:gd name="connsiteX11" fmla="*/ 323763 w 784671"/>
                <a:gd name="connsiteY11" fmla="*/ 398135 h 477626"/>
                <a:gd name="connsiteX12" fmla="*/ 274636 w 784671"/>
                <a:gd name="connsiteY12" fmla="*/ 386194 h 477626"/>
                <a:gd name="connsiteX13" fmla="*/ 210497 w 784671"/>
                <a:gd name="connsiteY13" fmla="*/ 423382 h 477626"/>
                <a:gd name="connsiteX14" fmla="*/ 179451 w 784671"/>
                <a:gd name="connsiteY14" fmla="*/ 423382 h 477626"/>
                <a:gd name="connsiteX15" fmla="*/ 95526 w 784671"/>
                <a:gd name="connsiteY15" fmla="*/ 374936 h 477626"/>
                <a:gd name="connsiteX16" fmla="*/ 95526 w 784671"/>
                <a:gd name="connsiteY16" fmla="*/ 356855 h 477626"/>
                <a:gd name="connsiteX17" fmla="*/ 159664 w 784671"/>
                <a:gd name="connsiteY17" fmla="*/ 319668 h 477626"/>
                <a:gd name="connsiteX18" fmla="*/ 139195 w 784671"/>
                <a:gd name="connsiteY18" fmla="*/ 291351 h 477626"/>
                <a:gd name="connsiteX19" fmla="*/ 48104 w 784671"/>
                <a:gd name="connsiteY19" fmla="*/ 291351 h 477626"/>
                <a:gd name="connsiteX20" fmla="*/ 32411 w 784671"/>
                <a:gd name="connsiteY20" fmla="*/ 287599 h 477626"/>
                <a:gd name="connsiteX21" fmla="*/ 25929 w 784671"/>
                <a:gd name="connsiteY21" fmla="*/ 278729 h 477626"/>
                <a:gd name="connsiteX22" fmla="*/ 25587 w 784671"/>
                <a:gd name="connsiteY22" fmla="*/ 210156 h 477626"/>
                <a:gd name="connsiteX23" fmla="*/ 47422 w 784671"/>
                <a:gd name="connsiteY23" fmla="*/ 197532 h 477626"/>
                <a:gd name="connsiteX24" fmla="*/ 138512 w 784671"/>
                <a:gd name="connsiteY24" fmla="*/ 197532 h 477626"/>
                <a:gd name="connsiteX25" fmla="*/ 158640 w 784671"/>
                <a:gd name="connsiteY25" fmla="*/ 168874 h 477626"/>
                <a:gd name="connsiteX26" fmla="*/ 93819 w 784671"/>
                <a:gd name="connsiteY26" fmla="*/ 131688 h 477626"/>
                <a:gd name="connsiteX27" fmla="*/ 93819 w 784671"/>
                <a:gd name="connsiteY27" fmla="*/ 113948 h 477626"/>
                <a:gd name="connsiteX28" fmla="*/ 177063 w 784671"/>
                <a:gd name="connsiteY28" fmla="*/ 65502 h 477626"/>
                <a:gd name="connsiteX29" fmla="*/ 208109 w 784671"/>
                <a:gd name="connsiteY29" fmla="*/ 65502 h 477626"/>
                <a:gd name="connsiteX30" fmla="*/ 272929 w 784671"/>
                <a:gd name="connsiteY30" fmla="*/ 102689 h 477626"/>
                <a:gd name="connsiteX31" fmla="*/ 322057 w 784671"/>
                <a:gd name="connsiteY31" fmla="*/ 91090 h 477626"/>
                <a:gd name="connsiteX32" fmla="*/ 322057 w 784671"/>
                <a:gd name="connsiteY32" fmla="*/ 38210 h 477626"/>
                <a:gd name="connsiteX33" fmla="*/ 343892 w 784671"/>
                <a:gd name="connsiteY33" fmla="*/ 25587 h 477626"/>
                <a:gd name="connsiteX34" fmla="*/ 461933 w 784671"/>
                <a:gd name="connsiteY34" fmla="*/ 25587 h 477626"/>
                <a:gd name="connsiteX35" fmla="*/ 477286 w 784671"/>
                <a:gd name="connsiteY35" fmla="*/ 29339 h 477626"/>
                <a:gd name="connsiteX36" fmla="*/ 484109 w 784671"/>
                <a:gd name="connsiteY36" fmla="*/ 38210 h 477626"/>
                <a:gd name="connsiteX37" fmla="*/ 484109 w 784671"/>
                <a:gd name="connsiteY37" fmla="*/ 91090 h 477626"/>
                <a:gd name="connsiteX38" fmla="*/ 533577 w 784671"/>
                <a:gd name="connsiteY38" fmla="*/ 102689 h 477626"/>
                <a:gd name="connsiteX39" fmla="*/ 597716 w 784671"/>
                <a:gd name="connsiteY39" fmla="*/ 65502 h 477626"/>
                <a:gd name="connsiteX40" fmla="*/ 628420 w 784671"/>
                <a:gd name="connsiteY40" fmla="*/ 65502 h 477626"/>
                <a:gd name="connsiteX41" fmla="*/ 712346 w 784671"/>
                <a:gd name="connsiteY41" fmla="*/ 113948 h 477626"/>
                <a:gd name="connsiteX42" fmla="*/ 712346 w 784671"/>
                <a:gd name="connsiteY42" fmla="*/ 131688 h 477626"/>
                <a:gd name="connsiteX43" fmla="*/ 648207 w 784671"/>
                <a:gd name="connsiteY43" fmla="*/ 168874 h 477626"/>
                <a:gd name="connsiteX44" fmla="*/ 668677 w 784671"/>
                <a:gd name="connsiteY44" fmla="*/ 197532 h 477626"/>
                <a:gd name="connsiteX45" fmla="*/ 760108 w 784671"/>
                <a:gd name="connsiteY45" fmla="*/ 197532 h 477626"/>
                <a:gd name="connsiteX46" fmla="*/ 775461 w 784671"/>
                <a:gd name="connsiteY46" fmla="*/ 201285 h 477626"/>
                <a:gd name="connsiteX47" fmla="*/ 781943 w 784671"/>
                <a:gd name="connsiteY47" fmla="*/ 210156 h 477626"/>
                <a:gd name="connsiteX48" fmla="*/ 782285 w 784671"/>
                <a:gd name="connsiteY48" fmla="*/ 278729 h 477626"/>
                <a:gd name="connsiteX49" fmla="*/ 760450 w 784671"/>
                <a:gd name="connsiteY49" fmla="*/ 291351 h 477626"/>
                <a:gd name="connsiteX50" fmla="*/ 669019 w 784671"/>
                <a:gd name="connsiteY50" fmla="*/ 291351 h 477626"/>
                <a:gd name="connsiteX51" fmla="*/ 648890 w 784671"/>
                <a:gd name="connsiteY51" fmla="*/ 319668 h 477626"/>
                <a:gd name="connsiteX52" fmla="*/ 714052 w 784671"/>
                <a:gd name="connsiteY52" fmla="*/ 356855 h 477626"/>
                <a:gd name="connsiteX53" fmla="*/ 298517 w 784671"/>
                <a:gd name="connsiteY53" fmla="*/ 305681 h 477626"/>
                <a:gd name="connsiteX54" fmla="*/ 510719 w 784671"/>
                <a:gd name="connsiteY54" fmla="*/ 305681 h 477626"/>
                <a:gd name="connsiteX55" fmla="*/ 510037 w 784671"/>
                <a:gd name="connsiteY55" fmla="*/ 182521 h 477626"/>
                <a:gd name="connsiteX56" fmla="*/ 297835 w 784671"/>
                <a:gd name="connsiteY56" fmla="*/ 182521 h 477626"/>
                <a:gd name="connsiteX57" fmla="*/ 298517 w 784671"/>
                <a:gd name="connsiteY57" fmla="*/ 305681 h 477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784671" h="477626">
                  <a:moveTo>
                    <a:pt x="714052" y="356855"/>
                  </a:moveTo>
                  <a:cubicBezTo>
                    <a:pt x="722922" y="361972"/>
                    <a:pt x="722922" y="369819"/>
                    <a:pt x="714052" y="374936"/>
                  </a:cubicBezTo>
                  <a:lnTo>
                    <a:pt x="630809" y="423382"/>
                  </a:lnTo>
                  <a:cubicBezTo>
                    <a:pt x="622280" y="428158"/>
                    <a:pt x="608632" y="428158"/>
                    <a:pt x="599763" y="423382"/>
                  </a:cubicBezTo>
                  <a:lnTo>
                    <a:pt x="534942" y="386194"/>
                  </a:lnTo>
                  <a:cubicBezTo>
                    <a:pt x="519248" y="390971"/>
                    <a:pt x="502873" y="395065"/>
                    <a:pt x="485815" y="398135"/>
                  </a:cubicBezTo>
                  <a:lnTo>
                    <a:pt x="486155" y="451016"/>
                  </a:lnTo>
                  <a:cubicBezTo>
                    <a:pt x="486155" y="458180"/>
                    <a:pt x="476603" y="463639"/>
                    <a:pt x="464322" y="463639"/>
                  </a:cubicBezTo>
                  <a:lnTo>
                    <a:pt x="346279" y="463639"/>
                  </a:lnTo>
                  <a:cubicBezTo>
                    <a:pt x="340138" y="463639"/>
                    <a:pt x="334680" y="462274"/>
                    <a:pt x="330586" y="459885"/>
                  </a:cubicBezTo>
                  <a:cubicBezTo>
                    <a:pt x="326492" y="457498"/>
                    <a:pt x="324104" y="454427"/>
                    <a:pt x="324104" y="451016"/>
                  </a:cubicBezTo>
                  <a:lnTo>
                    <a:pt x="323763" y="398135"/>
                  </a:lnTo>
                  <a:cubicBezTo>
                    <a:pt x="306705" y="395065"/>
                    <a:pt x="290670" y="391313"/>
                    <a:pt x="274636" y="386194"/>
                  </a:cubicBezTo>
                  <a:lnTo>
                    <a:pt x="210497" y="423382"/>
                  </a:lnTo>
                  <a:cubicBezTo>
                    <a:pt x="201968" y="428499"/>
                    <a:pt x="187980" y="428499"/>
                    <a:pt x="179451" y="423382"/>
                  </a:cubicBezTo>
                  <a:lnTo>
                    <a:pt x="95526" y="374936"/>
                  </a:lnTo>
                  <a:cubicBezTo>
                    <a:pt x="86997" y="370160"/>
                    <a:pt x="86997" y="361972"/>
                    <a:pt x="95526" y="356855"/>
                  </a:cubicBezTo>
                  <a:lnTo>
                    <a:pt x="159664" y="319668"/>
                  </a:lnTo>
                  <a:cubicBezTo>
                    <a:pt x="151135" y="310456"/>
                    <a:pt x="143970" y="300904"/>
                    <a:pt x="139195" y="291351"/>
                  </a:cubicBezTo>
                  <a:lnTo>
                    <a:pt x="48104" y="291351"/>
                  </a:lnTo>
                  <a:cubicBezTo>
                    <a:pt x="41963" y="291351"/>
                    <a:pt x="36505" y="289987"/>
                    <a:pt x="32411" y="287599"/>
                  </a:cubicBezTo>
                  <a:cubicBezTo>
                    <a:pt x="28317" y="285211"/>
                    <a:pt x="25929" y="282140"/>
                    <a:pt x="25929" y="278729"/>
                  </a:cubicBezTo>
                  <a:lnTo>
                    <a:pt x="25587" y="210156"/>
                  </a:lnTo>
                  <a:cubicBezTo>
                    <a:pt x="25587" y="202991"/>
                    <a:pt x="35140" y="197532"/>
                    <a:pt x="47422" y="197532"/>
                  </a:cubicBezTo>
                  <a:lnTo>
                    <a:pt x="138512" y="197532"/>
                  </a:lnTo>
                  <a:cubicBezTo>
                    <a:pt x="143630" y="187639"/>
                    <a:pt x="150111" y="178086"/>
                    <a:pt x="158640" y="168874"/>
                  </a:cubicBezTo>
                  <a:lnTo>
                    <a:pt x="93819" y="131688"/>
                  </a:lnTo>
                  <a:cubicBezTo>
                    <a:pt x="85290" y="126912"/>
                    <a:pt x="85290" y="118724"/>
                    <a:pt x="93819" y="113948"/>
                  </a:cubicBezTo>
                  <a:lnTo>
                    <a:pt x="177063" y="65502"/>
                  </a:lnTo>
                  <a:cubicBezTo>
                    <a:pt x="185592" y="60385"/>
                    <a:pt x="199580" y="60385"/>
                    <a:pt x="208109" y="65502"/>
                  </a:cubicBezTo>
                  <a:lnTo>
                    <a:pt x="272929" y="102689"/>
                  </a:lnTo>
                  <a:cubicBezTo>
                    <a:pt x="288624" y="97913"/>
                    <a:pt x="305340" y="94160"/>
                    <a:pt x="322057" y="91090"/>
                  </a:cubicBezTo>
                  <a:lnTo>
                    <a:pt x="322057" y="38210"/>
                  </a:lnTo>
                  <a:cubicBezTo>
                    <a:pt x="322057" y="31046"/>
                    <a:pt x="331609" y="25587"/>
                    <a:pt x="343892" y="25587"/>
                  </a:cubicBezTo>
                  <a:lnTo>
                    <a:pt x="461933" y="25587"/>
                  </a:lnTo>
                  <a:cubicBezTo>
                    <a:pt x="467733" y="25587"/>
                    <a:pt x="473191" y="26951"/>
                    <a:pt x="477286" y="29339"/>
                  </a:cubicBezTo>
                  <a:cubicBezTo>
                    <a:pt x="481380" y="31728"/>
                    <a:pt x="483768" y="34798"/>
                    <a:pt x="484109" y="38210"/>
                  </a:cubicBezTo>
                  <a:lnTo>
                    <a:pt x="484109" y="91090"/>
                  </a:lnTo>
                  <a:cubicBezTo>
                    <a:pt x="500826" y="93819"/>
                    <a:pt x="517543" y="97913"/>
                    <a:pt x="533577" y="102689"/>
                  </a:cubicBezTo>
                  <a:lnTo>
                    <a:pt x="597716" y="65502"/>
                  </a:lnTo>
                  <a:cubicBezTo>
                    <a:pt x="606245" y="60727"/>
                    <a:pt x="619891" y="60727"/>
                    <a:pt x="628420" y="65502"/>
                  </a:cubicBezTo>
                  <a:lnTo>
                    <a:pt x="712346" y="113948"/>
                  </a:lnTo>
                  <a:cubicBezTo>
                    <a:pt x="720875" y="118724"/>
                    <a:pt x="720875" y="126912"/>
                    <a:pt x="712346" y="131688"/>
                  </a:cubicBezTo>
                  <a:lnTo>
                    <a:pt x="648207" y="168874"/>
                  </a:lnTo>
                  <a:cubicBezTo>
                    <a:pt x="656736" y="178086"/>
                    <a:pt x="663218" y="187639"/>
                    <a:pt x="668677" y="197532"/>
                  </a:cubicBezTo>
                  <a:lnTo>
                    <a:pt x="760108" y="197532"/>
                  </a:lnTo>
                  <a:cubicBezTo>
                    <a:pt x="766250" y="197532"/>
                    <a:pt x="771367" y="198897"/>
                    <a:pt x="775461" y="201285"/>
                  </a:cubicBezTo>
                  <a:cubicBezTo>
                    <a:pt x="779555" y="203674"/>
                    <a:pt x="781943" y="206744"/>
                    <a:pt x="781943" y="210156"/>
                  </a:cubicBezTo>
                  <a:lnTo>
                    <a:pt x="782285" y="278729"/>
                  </a:lnTo>
                  <a:cubicBezTo>
                    <a:pt x="782285" y="285894"/>
                    <a:pt x="772731" y="291351"/>
                    <a:pt x="760450" y="291351"/>
                  </a:cubicBezTo>
                  <a:lnTo>
                    <a:pt x="669019" y="291351"/>
                  </a:lnTo>
                  <a:cubicBezTo>
                    <a:pt x="664242" y="300904"/>
                    <a:pt x="657078" y="310456"/>
                    <a:pt x="648890" y="319668"/>
                  </a:cubicBezTo>
                  <a:lnTo>
                    <a:pt x="714052" y="356855"/>
                  </a:lnTo>
                  <a:close/>
                  <a:moveTo>
                    <a:pt x="298517" y="305681"/>
                  </a:moveTo>
                  <a:cubicBezTo>
                    <a:pt x="357538" y="339797"/>
                    <a:pt x="452381" y="339797"/>
                    <a:pt x="510719" y="305681"/>
                  </a:cubicBezTo>
                  <a:cubicBezTo>
                    <a:pt x="569059" y="271564"/>
                    <a:pt x="569059" y="216637"/>
                    <a:pt x="510037" y="182521"/>
                  </a:cubicBezTo>
                  <a:cubicBezTo>
                    <a:pt x="451357" y="148405"/>
                    <a:pt x="356173" y="148405"/>
                    <a:pt x="297835" y="182521"/>
                  </a:cubicBezTo>
                  <a:cubicBezTo>
                    <a:pt x="239155" y="216637"/>
                    <a:pt x="239496" y="271564"/>
                    <a:pt x="298517" y="305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4A82DCEC-EE8F-44F4-ADED-21B89A59EA7B}"/>
                </a:ext>
              </a:extLst>
            </p:cNvPr>
            <p:cNvSpPr/>
            <p:nvPr/>
          </p:nvSpPr>
          <p:spPr>
            <a:xfrm>
              <a:off x="12303405" y="5882841"/>
              <a:ext cx="1286262" cy="771758"/>
            </a:xfrm>
            <a:custGeom>
              <a:avLst/>
              <a:gdLst>
                <a:gd name="connsiteX0" fmla="*/ 472850 w 511742"/>
                <a:gd name="connsiteY0" fmla="*/ 241885 h 307045"/>
                <a:gd name="connsiteX1" fmla="*/ 473191 w 511742"/>
                <a:gd name="connsiteY1" fmla="*/ 253484 h 307045"/>
                <a:gd name="connsiteX2" fmla="*/ 418947 w 511742"/>
                <a:gd name="connsiteY2" fmla="*/ 284870 h 307045"/>
                <a:gd name="connsiteX3" fmla="*/ 398477 w 511742"/>
                <a:gd name="connsiteY3" fmla="*/ 284870 h 307045"/>
                <a:gd name="connsiteX4" fmla="*/ 356514 w 511742"/>
                <a:gd name="connsiteY4" fmla="*/ 260648 h 307045"/>
                <a:gd name="connsiteX5" fmla="*/ 324786 w 511742"/>
                <a:gd name="connsiteY5" fmla="*/ 268154 h 307045"/>
                <a:gd name="connsiteX6" fmla="*/ 324786 w 511742"/>
                <a:gd name="connsiteY6" fmla="*/ 302611 h 307045"/>
                <a:gd name="connsiteX7" fmla="*/ 310798 w 511742"/>
                <a:gd name="connsiteY7" fmla="*/ 310799 h 307045"/>
                <a:gd name="connsiteX8" fmla="*/ 234036 w 511742"/>
                <a:gd name="connsiteY8" fmla="*/ 310799 h 307045"/>
                <a:gd name="connsiteX9" fmla="*/ 224144 w 511742"/>
                <a:gd name="connsiteY9" fmla="*/ 308411 h 307045"/>
                <a:gd name="connsiteX10" fmla="*/ 220050 w 511742"/>
                <a:gd name="connsiteY10" fmla="*/ 302611 h 307045"/>
                <a:gd name="connsiteX11" fmla="*/ 219708 w 511742"/>
                <a:gd name="connsiteY11" fmla="*/ 268154 h 307045"/>
                <a:gd name="connsiteX12" fmla="*/ 187639 w 511742"/>
                <a:gd name="connsiteY12" fmla="*/ 260648 h 307045"/>
                <a:gd name="connsiteX13" fmla="*/ 146017 w 511742"/>
                <a:gd name="connsiteY13" fmla="*/ 284870 h 307045"/>
                <a:gd name="connsiteX14" fmla="*/ 125889 w 511742"/>
                <a:gd name="connsiteY14" fmla="*/ 284870 h 307045"/>
                <a:gd name="connsiteX15" fmla="*/ 71303 w 511742"/>
                <a:gd name="connsiteY15" fmla="*/ 253142 h 307045"/>
                <a:gd name="connsiteX16" fmla="*/ 71303 w 511742"/>
                <a:gd name="connsiteY16" fmla="*/ 241543 h 307045"/>
                <a:gd name="connsiteX17" fmla="*/ 112924 w 511742"/>
                <a:gd name="connsiteY17" fmla="*/ 217321 h 307045"/>
                <a:gd name="connsiteX18" fmla="*/ 99960 w 511742"/>
                <a:gd name="connsiteY18" fmla="*/ 198556 h 307045"/>
                <a:gd name="connsiteX19" fmla="*/ 40598 w 511742"/>
                <a:gd name="connsiteY19" fmla="*/ 198556 h 307045"/>
                <a:gd name="connsiteX20" fmla="*/ 30364 w 511742"/>
                <a:gd name="connsiteY20" fmla="*/ 196168 h 307045"/>
                <a:gd name="connsiteX21" fmla="*/ 25929 w 511742"/>
                <a:gd name="connsiteY21" fmla="*/ 190369 h 307045"/>
                <a:gd name="connsiteX22" fmla="*/ 25587 w 511742"/>
                <a:gd name="connsiteY22" fmla="*/ 146018 h 307045"/>
                <a:gd name="connsiteX23" fmla="*/ 39575 w 511742"/>
                <a:gd name="connsiteY23" fmla="*/ 137830 h 307045"/>
                <a:gd name="connsiteX24" fmla="*/ 98937 w 511742"/>
                <a:gd name="connsiteY24" fmla="*/ 137830 h 307045"/>
                <a:gd name="connsiteX25" fmla="*/ 112242 w 511742"/>
                <a:gd name="connsiteY25" fmla="*/ 119407 h 307045"/>
                <a:gd name="connsiteX26" fmla="*/ 70279 w 511742"/>
                <a:gd name="connsiteY26" fmla="*/ 95184 h 307045"/>
                <a:gd name="connsiteX27" fmla="*/ 70279 w 511742"/>
                <a:gd name="connsiteY27" fmla="*/ 83244 h 307045"/>
                <a:gd name="connsiteX28" fmla="*/ 124524 w 511742"/>
                <a:gd name="connsiteY28" fmla="*/ 51857 h 307045"/>
                <a:gd name="connsiteX29" fmla="*/ 144652 w 511742"/>
                <a:gd name="connsiteY29" fmla="*/ 51857 h 307045"/>
                <a:gd name="connsiteX30" fmla="*/ 186616 w 511742"/>
                <a:gd name="connsiteY30" fmla="*/ 76079 h 307045"/>
                <a:gd name="connsiteX31" fmla="*/ 218685 w 511742"/>
                <a:gd name="connsiteY31" fmla="*/ 68232 h 307045"/>
                <a:gd name="connsiteX32" fmla="*/ 218343 w 511742"/>
                <a:gd name="connsiteY32" fmla="*/ 33776 h 307045"/>
                <a:gd name="connsiteX33" fmla="*/ 232673 w 511742"/>
                <a:gd name="connsiteY33" fmla="*/ 25587 h 307045"/>
                <a:gd name="connsiteX34" fmla="*/ 309434 w 511742"/>
                <a:gd name="connsiteY34" fmla="*/ 25587 h 307045"/>
                <a:gd name="connsiteX35" fmla="*/ 319668 w 511742"/>
                <a:gd name="connsiteY35" fmla="*/ 27976 h 307045"/>
                <a:gd name="connsiteX36" fmla="*/ 324104 w 511742"/>
                <a:gd name="connsiteY36" fmla="*/ 33776 h 307045"/>
                <a:gd name="connsiteX37" fmla="*/ 324445 w 511742"/>
                <a:gd name="connsiteY37" fmla="*/ 68232 h 307045"/>
                <a:gd name="connsiteX38" fmla="*/ 356514 w 511742"/>
                <a:gd name="connsiteY38" fmla="*/ 75738 h 307045"/>
                <a:gd name="connsiteX39" fmla="*/ 398136 w 511742"/>
                <a:gd name="connsiteY39" fmla="*/ 51516 h 307045"/>
                <a:gd name="connsiteX40" fmla="*/ 418265 w 511742"/>
                <a:gd name="connsiteY40" fmla="*/ 51516 h 307045"/>
                <a:gd name="connsiteX41" fmla="*/ 472850 w 511742"/>
                <a:gd name="connsiteY41" fmla="*/ 83244 h 307045"/>
                <a:gd name="connsiteX42" fmla="*/ 472850 w 511742"/>
                <a:gd name="connsiteY42" fmla="*/ 94844 h 307045"/>
                <a:gd name="connsiteX43" fmla="*/ 431229 w 511742"/>
                <a:gd name="connsiteY43" fmla="*/ 119066 h 307045"/>
                <a:gd name="connsiteX44" fmla="*/ 444192 w 511742"/>
                <a:gd name="connsiteY44" fmla="*/ 137830 h 307045"/>
                <a:gd name="connsiteX45" fmla="*/ 503555 w 511742"/>
                <a:gd name="connsiteY45" fmla="*/ 137830 h 307045"/>
                <a:gd name="connsiteX46" fmla="*/ 513448 w 511742"/>
                <a:gd name="connsiteY46" fmla="*/ 140218 h 307045"/>
                <a:gd name="connsiteX47" fmla="*/ 517543 w 511742"/>
                <a:gd name="connsiteY47" fmla="*/ 146018 h 307045"/>
                <a:gd name="connsiteX48" fmla="*/ 517883 w 511742"/>
                <a:gd name="connsiteY48" fmla="*/ 190369 h 307045"/>
                <a:gd name="connsiteX49" fmla="*/ 503555 w 511742"/>
                <a:gd name="connsiteY49" fmla="*/ 198556 h 307045"/>
                <a:gd name="connsiteX50" fmla="*/ 444534 w 511742"/>
                <a:gd name="connsiteY50" fmla="*/ 198556 h 307045"/>
                <a:gd name="connsiteX51" fmla="*/ 431229 w 511742"/>
                <a:gd name="connsiteY51" fmla="*/ 217321 h 307045"/>
                <a:gd name="connsiteX52" fmla="*/ 472850 w 511742"/>
                <a:gd name="connsiteY52" fmla="*/ 241885 h 307045"/>
                <a:gd name="connsiteX53" fmla="*/ 202650 w 511742"/>
                <a:gd name="connsiteY53" fmla="*/ 208450 h 307045"/>
                <a:gd name="connsiteX54" fmla="*/ 340820 w 511742"/>
                <a:gd name="connsiteY54" fmla="*/ 208450 h 307045"/>
                <a:gd name="connsiteX55" fmla="*/ 340138 w 511742"/>
                <a:gd name="connsiteY55" fmla="*/ 128277 h 307045"/>
                <a:gd name="connsiteX56" fmla="*/ 201968 w 511742"/>
                <a:gd name="connsiteY56" fmla="*/ 128277 h 307045"/>
                <a:gd name="connsiteX57" fmla="*/ 202650 w 511742"/>
                <a:gd name="connsiteY57" fmla="*/ 208450 h 30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11742" h="307045">
                  <a:moveTo>
                    <a:pt x="472850" y="241885"/>
                  </a:moveTo>
                  <a:cubicBezTo>
                    <a:pt x="478650" y="245295"/>
                    <a:pt x="478650" y="250414"/>
                    <a:pt x="473191" y="253484"/>
                  </a:cubicBezTo>
                  <a:lnTo>
                    <a:pt x="418947" y="284870"/>
                  </a:lnTo>
                  <a:cubicBezTo>
                    <a:pt x="413146" y="288282"/>
                    <a:pt x="404277" y="288282"/>
                    <a:pt x="398477" y="284870"/>
                  </a:cubicBezTo>
                  <a:lnTo>
                    <a:pt x="356514" y="260648"/>
                  </a:lnTo>
                  <a:cubicBezTo>
                    <a:pt x="346279" y="263718"/>
                    <a:pt x="335362" y="266448"/>
                    <a:pt x="324786" y="268154"/>
                  </a:cubicBezTo>
                  <a:lnTo>
                    <a:pt x="324786" y="302611"/>
                  </a:lnTo>
                  <a:cubicBezTo>
                    <a:pt x="325127" y="307387"/>
                    <a:pt x="318645" y="310799"/>
                    <a:pt x="310798" y="310799"/>
                  </a:cubicBezTo>
                  <a:lnTo>
                    <a:pt x="234036" y="310799"/>
                  </a:lnTo>
                  <a:cubicBezTo>
                    <a:pt x="230284" y="310799"/>
                    <a:pt x="226532" y="309775"/>
                    <a:pt x="224144" y="308411"/>
                  </a:cubicBezTo>
                  <a:cubicBezTo>
                    <a:pt x="221755" y="307046"/>
                    <a:pt x="220050" y="304999"/>
                    <a:pt x="220050" y="302611"/>
                  </a:cubicBezTo>
                  <a:lnTo>
                    <a:pt x="219708" y="268154"/>
                  </a:lnTo>
                  <a:cubicBezTo>
                    <a:pt x="208791" y="266107"/>
                    <a:pt x="197873" y="263718"/>
                    <a:pt x="187639" y="260648"/>
                  </a:cubicBezTo>
                  <a:lnTo>
                    <a:pt x="146017" y="284870"/>
                  </a:lnTo>
                  <a:cubicBezTo>
                    <a:pt x="140558" y="288282"/>
                    <a:pt x="131347" y="287941"/>
                    <a:pt x="125889" y="284870"/>
                  </a:cubicBezTo>
                  <a:lnTo>
                    <a:pt x="71303" y="253142"/>
                  </a:lnTo>
                  <a:cubicBezTo>
                    <a:pt x="65844" y="250072"/>
                    <a:pt x="65504" y="244955"/>
                    <a:pt x="71303" y="241543"/>
                  </a:cubicBezTo>
                  <a:lnTo>
                    <a:pt x="112924" y="217321"/>
                  </a:lnTo>
                  <a:cubicBezTo>
                    <a:pt x="107466" y="211521"/>
                    <a:pt x="103030" y="205039"/>
                    <a:pt x="99960" y="198556"/>
                  </a:cubicBezTo>
                  <a:lnTo>
                    <a:pt x="40598" y="198556"/>
                  </a:lnTo>
                  <a:cubicBezTo>
                    <a:pt x="36845" y="198556"/>
                    <a:pt x="33093" y="197533"/>
                    <a:pt x="30364" y="196168"/>
                  </a:cubicBezTo>
                  <a:cubicBezTo>
                    <a:pt x="27634" y="194804"/>
                    <a:pt x="26269" y="192416"/>
                    <a:pt x="25929" y="190369"/>
                  </a:cubicBezTo>
                  <a:lnTo>
                    <a:pt x="25587" y="146018"/>
                  </a:lnTo>
                  <a:cubicBezTo>
                    <a:pt x="25587" y="141583"/>
                    <a:pt x="31728" y="137830"/>
                    <a:pt x="39575" y="137830"/>
                  </a:cubicBezTo>
                  <a:lnTo>
                    <a:pt x="98937" y="137830"/>
                  </a:lnTo>
                  <a:cubicBezTo>
                    <a:pt x="102007" y="131347"/>
                    <a:pt x="106784" y="125207"/>
                    <a:pt x="112242" y="119407"/>
                  </a:cubicBezTo>
                  <a:lnTo>
                    <a:pt x="70279" y="95184"/>
                  </a:lnTo>
                  <a:cubicBezTo>
                    <a:pt x="64480" y="91773"/>
                    <a:pt x="64480" y="86655"/>
                    <a:pt x="70279" y="83244"/>
                  </a:cubicBezTo>
                  <a:lnTo>
                    <a:pt x="124524" y="51857"/>
                  </a:lnTo>
                  <a:cubicBezTo>
                    <a:pt x="129983" y="48445"/>
                    <a:pt x="139194" y="48787"/>
                    <a:pt x="144652" y="51857"/>
                  </a:cubicBezTo>
                  <a:lnTo>
                    <a:pt x="186616" y="76079"/>
                  </a:lnTo>
                  <a:cubicBezTo>
                    <a:pt x="196850" y="72668"/>
                    <a:pt x="207767" y="70280"/>
                    <a:pt x="218685" y="68232"/>
                  </a:cubicBezTo>
                  <a:lnTo>
                    <a:pt x="218343" y="33776"/>
                  </a:lnTo>
                  <a:cubicBezTo>
                    <a:pt x="218343" y="29340"/>
                    <a:pt x="224825" y="25587"/>
                    <a:pt x="232673" y="25587"/>
                  </a:cubicBezTo>
                  <a:lnTo>
                    <a:pt x="309434" y="25587"/>
                  </a:lnTo>
                  <a:cubicBezTo>
                    <a:pt x="313186" y="25587"/>
                    <a:pt x="316940" y="26612"/>
                    <a:pt x="319668" y="27976"/>
                  </a:cubicBezTo>
                  <a:cubicBezTo>
                    <a:pt x="322398" y="29340"/>
                    <a:pt x="323762" y="31729"/>
                    <a:pt x="324104" y="33776"/>
                  </a:cubicBezTo>
                  <a:lnTo>
                    <a:pt x="324445" y="68232"/>
                  </a:lnTo>
                  <a:cubicBezTo>
                    <a:pt x="335362" y="70280"/>
                    <a:pt x="346279" y="72668"/>
                    <a:pt x="356514" y="75738"/>
                  </a:cubicBezTo>
                  <a:lnTo>
                    <a:pt x="398136" y="51516"/>
                  </a:lnTo>
                  <a:cubicBezTo>
                    <a:pt x="403594" y="48445"/>
                    <a:pt x="412806" y="48445"/>
                    <a:pt x="418265" y="51516"/>
                  </a:cubicBezTo>
                  <a:lnTo>
                    <a:pt x="472850" y="83244"/>
                  </a:lnTo>
                  <a:cubicBezTo>
                    <a:pt x="478308" y="86315"/>
                    <a:pt x="478308" y="91773"/>
                    <a:pt x="472850" y="94844"/>
                  </a:cubicBezTo>
                  <a:lnTo>
                    <a:pt x="431229" y="119066"/>
                  </a:lnTo>
                  <a:cubicBezTo>
                    <a:pt x="436346" y="125207"/>
                    <a:pt x="441122" y="131347"/>
                    <a:pt x="444192" y="137830"/>
                  </a:cubicBezTo>
                  <a:lnTo>
                    <a:pt x="503555" y="137830"/>
                  </a:lnTo>
                  <a:cubicBezTo>
                    <a:pt x="507307" y="137830"/>
                    <a:pt x="511061" y="138853"/>
                    <a:pt x="513448" y="140218"/>
                  </a:cubicBezTo>
                  <a:cubicBezTo>
                    <a:pt x="516178" y="141583"/>
                    <a:pt x="517543" y="143630"/>
                    <a:pt x="517543" y="146018"/>
                  </a:cubicBezTo>
                  <a:lnTo>
                    <a:pt x="517883" y="190369"/>
                  </a:lnTo>
                  <a:cubicBezTo>
                    <a:pt x="518225" y="195145"/>
                    <a:pt x="511743" y="198898"/>
                    <a:pt x="503555" y="198556"/>
                  </a:cubicBezTo>
                  <a:lnTo>
                    <a:pt x="444534" y="198556"/>
                  </a:lnTo>
                  <a:cubicBezTo>
                    <a:pt x="441122" y="204697"/>
                    <a:pt x="436687" y="211179"/>
                    <a:pt x="431229" y="217321"/>
                  </a:cubicBezTo>
                  <a:lnTo>
                    <a:pt x="472850" y="241885"/>
                  </a:lnTo>
                  <a:close/>
                  <a:moveTo>
                    <a:pt x="202650" y="208450"/>
                  </a:moveTo>
                  <a:cubicBezTo>
                    <a:pt x="240860" y="230626"/>
                    <a:pt x="302952" y="230626"/>
                    <a:pt x="340820" y="208450"/>
                  </a:cubicBezTo>
                  <a:cubicBezTo>
                    <a:pt x="379030" y="186275"/>
                    <a:pt x="378348" y="150452"/>
                    <a:pt x="340138" y="128277"/>
                  </a:cubicBezTo>
                  <a:cubicBezTo>
                    <a:pt x="301928" y="106102"/>
                    <a:pt x="240178" y="106102"/>
                    <a:pt x="201968" y="128277"/>
                  </a:cubicBezTo>
                  <a:cubicBezTo>
                    <a:pt x="164099" y="150794"/>
                    <a:pt x="164440" y="186616"/>
                    <a:pt x="202650" y="20845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600">
                <a:defRPr/>
              </a:pPr>
              <a:endParaRPr lang="en-US" sz="900">
                <a:solidFill>
                  <a:srgbClr val="272E3A"/>
                </a:solidFill>
                <a:latin typeface="Montserrat Light"/>
              </a:endParaRPr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342A5D29-A0F2-4683-97D0-B97401AFFCD4}"/>
              </a:ext>
            </a:extLst>
          </p:cNvPr>
          <p:cNvGrpSpPr/>
          <p:nvPr/>
        </p:nvGrpSpPr>
        <p:grpSpPr>
          <a:xfrm>
            <a:off x="127590" y="1357441"/>
            <a:ext cx="5968409" cy="4096087"/>
            <a:chOff x="-500462" y="2260353"/>
            <a:chExt cx="12193587" cy="8193241"/>
          </a:xfrm>
        </p:grpSpPr>
        <p:cxnSp>
          <p:nvCxnSpPr>
            <p:cNvPr id="569" name="Straight Connector 568">
              <a:extLst>
                <a:ext uri="{FF2B5EF4-FFF2-40B4-BE49-F238E27FC236}">
                  <a16:creationId xmlns:a16="http://schemas.microsoft.com/office/drawing/2014/main" id="{101A7F75-0781-42E0-9C56-96DE95C7E7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9576" y="2700954"/>
              <a:ext cx="1" cy="2432180"/>
            </a:xfrm>
            <a:prstGeom prst="line">
              <a:avLst/>
            </a:prstGeom>
            <a:noFill/>
            <a:ln w="28575" cap="flat" cmpd="sng" algn="ctr">
              <a:solidFill>
                <a:srgbClr val="272E3A"/>
              </a:solidFill>
              <a:prstDash val="solid"/>
              <a:miter lim="800000"/>
            </a:ln>
            <a:effectLst/>
          </p:spPr>
        </p:cxn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19FC5A44-321C-49CF-BC00-0BDE8A214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9576" y="7659404"/>
              <a:ext cx="1" cy="2432180"/>
            </a:xfrm>
            <a:prstGeom prst="line">
              <a:avLst/>
            </a:prstGeom>
            <a:noFill/>
            <a:ln w="28575" cap="flat" cmpd="sng" algn="ctr">
              <a:solidFill>
                <a:srgbClr val="272E3A"/>
              </a:solidFill>
              <a:prstDash val="solid"/>
              <a:miter lim="800000"/>
            </a:ln>
            <a:effectLst/>
          </p:spPr>
        </p:cxnSp>
        <p:cxnSp>
          <p:nvCxnSpPr>
            <p:cNvPr id="571" name="Straight Connector 570">
              <a:extLst>
                <a:ext uri="{FF2B5EF4-FFF2-40B4-BE49-F238E27FC236}">
                  <a16:creationId xmlns:a16="http://schemas.microsoft.com/office/drawing/2014/main" id="{9447B194-1C88-4BB4-B52B-E7B998043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347" y="6498754"/>
              <a:ext cx="3540504" cy="0"/>
            </a:xfrm>
            <a:prstGeom prst="line">
              <a:avLst/>
            </a:prstGeom>
            <a:noFill/>
            <a:ln w="28575" cap="flat" cmpd="sng" algn="ctr">
              <a:solidFill>
                <a:srgbClr val="272E3A"/>
              </a:solidFill>
              <a:prstDash val="solid"/>
              <a:miter lim="800000"/>
            </a:ln>
            <a:effectLst/>
          </p:spPr>
        </p:cxn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D5459DEF-D503-40B4-975D-56E607793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1947" y="6498754"/>
              <a:ext cx="3540504" cy="0"/>
            </a:xfrm>
            <a:prstGeom prst="line">
              <a:avLst/>
            </a:prstGeom>
            <a:noFill/>
            <a:ln w="28575" cap="flat" cmpd="sng" algn="ctr">
              <a:solidFill>
                <a:srgbClr val="272E3A"/>
              </a:solidFill>
              <a:prstDash val="solid"/>
              <a:miter lim="800000"/>
            </a:ln>
            <a:effectLst/>
          </p:spPr>
        </p:cxn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F9730561-D8BF-444F-B9EF-F1A163C3D3B7}"/>
                </a:ext>
              </a:extLst>
            </p:cNvPr>
            <p:cNvSpPr txBox="1"/>
            <p:nvPr/>
          </p:nvSpPr>
          <p:spPr>
            <a:xfrm>
              <a:off x="265487" y="4215799"/>
              <a:ext cx="5089235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228577">
                <a:defRPr/>
              </a:pPr>
              <a:r>
                <a:rPr lang="en-US" sz="1100" b="1" dirty="0">
                  <a:solidFill>
                    <a:srgbClr val="272E3A"/>
                  </a:solidFill>
                  <a:latin typeface="Montserrat" panose="000005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Exploratory Data Analysis (EDA)</a:t>
              </a:r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8EE070C5-345B-4FCB-AF7D-820BEA6F6135}"/>
                </a:ext>
              </a:extLst>
            </p:cNvPr>
            <p:cNvSpPr txBox="1"/>
            <p:nvPr/>
          </p:nvSpPr>
          <p:spPr>
            <a:xfrm>
              <a:off x="-147601" y="4770628"/>
              <a:ext cx="5537539" cy="1049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228577">
                <a:lnSpc>
                  <a:spcPct val="120000"/>
                </a:lnSpc>
                <a:defRPr/>
              </a:pPr>
              <a:r>
                <a:rPr lang="en-US" sz="800" dirty="0"/>
                <a:t>Initial analysis was conducted to understand transaction distributions, laundering prevalence, and key </a:t>
              </a:r>
              <a:r>
                <a:rPr lang="en-US" sz="800" dirty="0" err="1"/>
                <a:t>behavioural</a:t>
              </a:r>
              <a:r>
                <a:rPr lang="en-US" sz="800" dirty="0"/>
                <a:t> patterns across different transaction types.</a:t>
              </a:r>
              <a:endParaRPr lang="en-US" sz="800" dirty="0">
                <a:solidFill>
                  <a:srgbClr val="3A3A3A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B9BD98FD-29A7-4909-82E1-A34CACA54F82}"/>
                </a:ext>
              </a:extLst>
            </p:cNvPr>
            <p:cNvSpPr txBox="1"/>
            <p:nvPr/>
          </p:nvSpPr>
          <p:spPr>
            <a:xfrm>
              <a:off x="5690059" y="4208539"/>
              <a:ext cx="6003066" cy="523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228577">
                <a:defRPr/>
              </a:pPr>
              <a:r>
                <a:rPr lang="en-US" sz="1100" b="1" dirty="0">
                  <a:solidFill>
                    <a:srgbClr val="272E3A"/>
                  </a:solidFill>
                  <a:latin typeface="Montserrat" panose="000005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Feature Engineering &amp; Model Training</a:t>
              </a: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9EA354A9-FF9B-4A5F-944E-BF60F02EEF8D}"/>
                </a:ext>
              </a:extLst>
            </p:cNvPr>
            <p:cNvSpPr txBox="1"/>
            <p:nvPr/>
          </p:nvSpPr>
          <p:spPr>
            <a:xfrm>
              <a:off x="5794831" y="4840043"/>
              <a:ext cx="5725062" cy="1049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228577">
                <a:lnSpc>
                  <a:spcPct val="120000"/>
                </a:lnSpc>
                <a:defRPr/>
              </a:pPr>
              <a:r>
                <a:rPr lang="en-US" sz="800" dirty="0"/>
                <a:t>Relevant transaction features such as amount, payment method, cross-border status, and currency type were prepared and used to train the AML detection model.</a:t>
              </a:r>
              <a:endParaRPr lang="en-US" sz="800" dirty="0">
                <a:solidFill>
                  <a:srgbClr val="3A3A3A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2285EACE-0EAB-4FFC-B27F-42EA69066365}"/>
                </a:ext>
              </a:extLst>
            </p:cNvPr>
            <p:cNvSpPr txBox="1"/>
            <p:nvPr/>
          </p:nvSpPr>
          <p:spPr>
            <a:xfrm>
              <a:off x="-500462" y="8529303"/>
              <a:ext cx="5808772" cy="861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228577">
                <a:defRPr/>
              </a:pPr>
              <a:r>
                <a:rPr lang="en-US" sz="1100" b="1" dirty="0">
                  <a:solidFill>
                    <a:srgbClr val="272E3A"/>
                  </a:solidFill>
                  <a:latin typeface="Montserrat" panose="000005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Risk Scoring &amp; Threshold Optimization</a:t>
              </a:r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217757EE-CECD-4442-9484-D9C22F6BE9B2}"/>
                </a:ext>
              </a:extLst>
            </p:cNvPr>
            <p:cNvSpPr txBox="1"/>
            <p:nvPr/>
          </p:nvSpPr>
          <p:spPr>
            <a:xfrm>
              <a:off x="-26594" y="9403809"/>
              <a:ext cx="5374800" cy="1049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228577">
                <a:lnSpc>
                  <a:spcPct val="120000"/>
                </a:lnSpc>
                <a:defRPr/>
              </a:pPr>
              <a:r>
                <a:rPr lang="en-US" sz="800" dirty="0"/>
                <a:t>The model outputs probability-based risk scores, allowing threshold tuning to </a:t>
              </a:r>
              <a:r>
                <a:rPr lang="en-US" sz="800" dirty="0" err="1"/>
                <a:t>maximise</a:t>
              </a:r>
              <a:r>
                <a:rPr lang="en-US" sz="800" dirty="0"/>
                <a:t> recall and support scalable transaction monitoring.</a:t>
              </a:r>
              <a:endParaRPr lang="en-US" sz="800" dirty="0">
                <a:solidFill>
                  <a:srgbClr val="3A3A3A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id="{2E354C97-4E5F-4B78-BA68-3ADDADBB32B4}"/>
                </a:ext>
              </a:extLst>
            </p:cNvPr>
            <p:cNvSpPr txBox="1"/>
            <p:nvPr/>
          </p:nvSpPr>
          <p:spPr>
            <a:xfrm>
              <a:off x="5671349" y="8584875"/>
              <a:ext cx="6021776" cy="954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228577">
                <a:defRPr/>
              </a:pPr>
              <a:r>
                <a:rPr lang="en-US" sz="1100" b="1" dirty="0">
                  <a:solidFill>
                    <a:srgbClr val="272E3A"/>
                  </a:solidFill>
                  <a:latin typeface="Montserrat" panose="000005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Compliance</a:t>
              </a:r>
              <a:r>
                <a:rPr lang="en-US" sz="1400" dirty="0"/>
                <a:t> </a:t>
              </a:r>
              <a:r>
                <a:rPr lang="en-US" sz="1100" b="1" dirty="0">
                  <a:solidFill>
                    <a:srgbClr val="272E3A"/>
                  </a:solidFill>
                  <a:latin typeface="Montserrat" panose="000005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Alignment &amp; Business Interpretation</a:t>
              </a: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0CD89867-A298-44F5-AC36-9555C16F44F4}"/>
                </a:ext>
              </a:extLst>
            </p:cNvPr>
            <p:cNvSpPr txBox="1"/>
            <p:nvPr/>
          </p:nvSpPr>
          <p:spPr>
            <a:xfrm>
              <a:off x="6113851" y="9502706"/>
              <a:ext cx="5253166" cy="923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Model results were interpreted from a compliance perspective to ensure alignment with regulatory expectations and real-world AML practices.</a:t>
              </a:r>
            </a:p>
          </p:txBody>
        </p:sp>
        <p:pic>
          <p:nvPicPr>
            <p:cNvPr id="589" name="Graphic 588" descr="Rocket">
              <a:extLst>
                <a:ext uri="{FF2B5EF4-FFF2-40B4-BE49-F238E27FC236}">
                  <a16:creationId xmlns:a16="http://schemas.microsoft.com/office/drawing/2014/main" id="{3C97E114-0FC7-4153-8CA5-202BEE9D2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7738" y="2341163"/>
              <a:ext cx="1411893" cy="1411893"/>
            </a:xfrm>
            <a:prstGeom prst="rect">
              <a:avLst/>
            </a:prstGeom>
          </p:spPr>
        </p:pic>
        <p:grpSp>
          <p:nvGrpSpPr>
            <p:cNvPr id="590" name="Graphic 47">
              <a:extLst>
                <a:ext uri="{FF2B5EF4-FFF2-40B4-BE49-F238E27FC236}">
                  <a16:creationId xmlns:a16="http://schemas.microsoft.com/office/drawing/2014/main" id="{E0B7AFCC-0784-4961-9D67-A86F11A77CE4}"/>
                </a:ext>
              </a:extLst>
            </p:cNvPr>
            <p:cNvGrpSpPr/>
            <p:nvPr/>
          </p:nvGrpSpPr>
          <p:grpSpPr>
            <a:xfrm>
              <a:off x="2181657" y="7084872"/>
              <a:ext cx="1120940" cy="1121407"/>
              <a:chOff x="9753600" y="4725352"/>
              <a:chExt cx="4570094" cy="4571999"/>
            </a:xfrm>
            <a:solidFill>
              <a:schemeClr val="accent4"/>
            </a:solidFill>
          </p:grpSpPr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B6950253-003F-462B-A228-0878BC88060F}"/>
                  </a:ext>
                </a:extLst>
              </p:cNvPr>
              <p:cNvSpPr/>
              <p:nvPr/>
            </p:nvSpPr>
            <p:spPr>
              <a:xfrm>
                <a:off x="9753600" y="4725352"/>
                <a:ext cx="4570094" cy="4571999"/>
              </a:xfrm>
              <a:custGeom>
                <a:avLst/>
                <a:gdLst>
                  <a:gd name="connsiteX0" fmla="*/ 0 w 4570094"/>
                  <a:gd name="connsiteY0" fmla="*/ 2437448 h 4571999"/>
                  <a:gd name="connsiteX1" fmla="*/ 913448 w 4570094"/>
                  <a:gd name="connsiteY1" fmla="*/ 2437448 h 4571999"/>
                  <a:gd name="connsiteX2" fmla="*/ 913448 w 4570094"/>
                  <a:gd name="connsiteY2" fmla="*/ 0 h 4571999"/>
                  <a:gd name="connsiteX3" fmla="*/ 4570095 w 4570094"/>
                  <a:gd name="connsiteY3" fmla="*/ 0 h 4571999"/>
                  <a:gd name="connsiteX4" fmla="*/ 4570095 w 4570094"/>
                  <a:gd name="connsiteY4" fmla="*/ 3653790 h 4571999"/>
                  <a:gd name="connsiteX5" fmla="*/ 2139315 w 4570094"/>
                  <a:gd name="connsiteY5" fmla="*/ 3653790 h 4571999"/>
                  <a:gd name="connsiteX6" fmla="*/ 2132648 w 4570094"/>
                  <a:gd name="connsiteY6" fmla="*/ 3671888 h 4571999"/>
                  <a:gd name="connsiteX7" fmla="*/ 2133600 w 4570094"/>
                  <a:gd name="connsiteY7" fmla="*/ 4572000 h 4571999"/>
                  <a:gd name="connsiteX8" fmla="*/ 0 w 4570094"/>
                  <a:gd name="connsiteY8" fmla="*/ 4572000 h 4571999"/>
                  <a:gd name="connsiteX9" fmla="*/ 0 w 4570094"/>
                  <a:gd name="connsiteY9" fmla="*/ 2437448 h 4571999"/>
                  <a:gd name="connsiteX10" fmla="*/ 1223010 w 4570094"/>
                  <a:gd name="connsiteY10" fmla="*/ 304800 h 4571999"/>
                  <a:gd name="connsiteX11" fmla="*/ 1223010 w 4570094"/>
                  <a:gd name="connsiteY11" fmla="*/ 2440305 h 4571999"/>
                  <a:gd name="connsiteX12" fmla="*/ 2133600 w 4570094"/>
                  <a:gd name="connsiteY12" fmla="*/ 2440305 h 4571999"/>
                  <a:gd name="connsiteX13" fmla="*/ 2133600 w 4570094"/>
                  <a:gd name="connsiteY13" fmla="*/ 3347085 h 4571999"/>
                  <a:gd name="connsiteX14" fmla="*/ 4264343 w 4570094"/>
                  <a:gd name="connsiteY14" fmla="*/ 3347085 h 4571999"/>
                  <a:gd name="connsiteX15" fmla="*/ 4264343 w 4570094"/>
                  <a:gd name="connsiteY15" fmla="*/ 304800 h 4571999"/>
                  <a:gd name="connsiteX16" fmla="*/ 1223010 w 4570094"/>
                  <a:gd name="connsiteY16" fmla="*/ 304800 h 4571999"/>
                  <a:gd name="connsiteX17" fmla="*/ 914400 w 4570094"/>
                  <a:gd name="connsiteY17" fmla="*/ 2745105 h 4571999"/>
                  <a:gd name="connsiteX18" fmla="*/ 306705 w 4570094"/>
                  <a:gd name="connsiteY18" fmla="*/ 2745105 h 4571999"/>
                  <a:gd name="connsiteX19" fmla="*/ 306705 w 4570094"/>
                  <a:gd name="connsiteY19" fmla="*/ 4261485 h 4571999"/>
                  <a:gd name="connsiteX20" fmla="*/ 1822133 w 4570094"/>
                  <a:gd name="connsiteY20" fmla="*/ 4261485 h 4571999"/>
                  <a:gd name="connsiteX21" fmla="*/ 1822133 w 4570094"/>
                  <a:gd name="connsiteY21" fmla="*/ 3652838 h 4571999"/>
                  <a:gd name="connsiteX22" fmla="*/ 913448 w 4570094"/>
                  <a:gd name="connsiteY22" fmla="*/ 3652838 h 4571999"/>
                  <a:gd name="connsiteX23" fmla="*/ 914400 w 4570094"/>
                  <a:gd name="connsiteY23" fmla="*/ 2745105 h 4571999"/>
                  <a:gd name="connsiteX24" fmla="*/ 1824038 w 4570094"/>
                  <a:gd name="connsiteY24" fmla="*/ 3348038 h 4571999"/>
                  <a:gd name="connsiteX25" fmla="*/ 1824038 w 4570094"/>
                  <a:gd name="connsiteY25" fmla="*/ 2744153 h 4571999"/>
                  <a:gd name="connsiteX26" fmla="*/ 1223010 w 4570094"/>
                  <a:gd name="connsiteY26" fmla="*/ 2744153 h 4571999"/>
                  <a:gd name="connsiteX27" fmla="*/ 1223010 w 4570094"/>
                  <a:gd name="connsiteY27" fmla="*/ 3348038 h 4571999"/>
                  <a:gd name="connsiteX28" fmla="*/ 1824038 w 4570094"/>
                  <a:gd name="connsiteY28" fmla="*/ 3348038 h 457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70094" h="4571999">
                    <a:moveTo>
                      <a:pt x="0" y="2437448"/>
                    </a:moveTo>
                    <a:cubicBezTo>
                      <a:pt x="302895" y="2437448"/>
                      <a:pt x="605790" y="2437448"/>
                      <a:pt x="913448" y="2437448"/>
                    </a:cubicBezTo>
                    <a:cubicBezTo>
                      <a:pt x="913448" y="1624013"/>
                      <a:pt x="913448" y="813435"/>
                      <a:pt x="913448" y="0"/>
                    </a:cubicBezTo>
                    <a:cubicBezTo>
                      <a:pt x="2134553" y="0"/>
                      <a:pt x="3350895" y="0"/>
                      <a:pt x="4570095" y="0"/>
                    </a:cubicBezTo>
                    <a:cubicBezTo>
                      <a:pt x="4570095" y="1217295"/>
                      <a:pt x="4570095" y="2432685"/>
                      <a:pt x="4570095" y="3653790"/>
                    </a:cubicBezTo>
                    <a:cubicBezTo>
                      <a:pt x="3758565" y="3653790"/>
                      <a:pt x="2948940" y="3653790"/>
                      <a:pt x="2139315" y="3653790"/>
                    </a:cubicBezTo>
                    <a:cubicBezTo>
                      <a:pt x="2135505" y="3663315"/>
                      <a:pt x="2132648" y="3667125"/>
                      <a:pt x="2132648" y="3671888"/>
                    </a:cubicBezTo>
                    <a:cubicBezTo>
                      <a:pt x="2132648" y="3971925"/>
                      <a:pt x="2133600" y="4271963"/>
                      <a:pt x="2133600" y="4572000"/>
                    </a:cubicBezTo>
                    <a:cubicBezTo>
                      <a:pt x="1422083" y="4572000"/>
                      <a:pt x="711518" y="4572000"/>
                      <a:pt x="0" y="4572000"/>
                    </a:cubicBezTo>
                    <a:cubicBezTo>
                      <a:pt x="0" y="3859530"/>
                      <a:pt x="0" y="3148965"/>
                      <a:pt x="0" y="2437448"/>
                    </a:cubicBezTo>
                    <a:close/>
                    <a:moveTo>
                      <a:pt x="1223010" y="304800"/>
                    </a:moveTo>
                    <a:cubicBezTo>
                      <a:pt x="1223010" y="1018223"/>
                      <a:pt x="1223010" y="1726883"/>
                      <a:pt x="1223010" y="2440305"/>
                    </a:cubicBezTo>
                    <a:cubicBezTo>
                      <a:pt x="1526858" y="2440305"/>
                      <a:pt x="1827848" y="2440305"/>
                      <a:pt x="2133600" y="2440305"/>
                    </a:cubicBezTo>
                    <a:cubicBezTo>
                      <a:pt x="2133600" y="2746058"/>
                      <a:pt x="2133600" y="3046095"/>
                      <a:pt x="2133600" y="3347085"/>
                    </a:cubicBezTo>
                    <a:cubicBezTo>
                      <a:pt x="2847975" y="3347085"/>
                      <a:pt x="3556635" y="3347085"/>
                      <a:pt x="4264343" y="3347085"/>
                    </a:cubicBezTo>
                    <a:cubicBezTo>
                      <a:pt x="4264343" y="2331720"/>
                      <a:pt x="4264343" y="1319213"/>
                      <a:pt x="4264343" y="304800"/>
                    </a:cubicBezTo>
                    <a:cubicBezTo>
                      <a:pt x="3249930" y="304800"/>
                      <a:pt x="2237423" y="304800"/>
                      <a:pt x="1223010" y="304800"/>
                    </a:cubicBezTo>
                    <a:close/>
                    <a:moveTo>
                      <a:pt x="914400" y="2745105"/>
                    </a:moveTo>
                    <a:cubicBezTo>
                      <a:pt x="707708" y="2745105"/>
                      <a:pt x="507683" y="2745105"/>
                      <a:pt x="306705" y="2745105"/>
                    </a:cubicBezTo>
                    <a:cubicBezTo>
                      <a:pt x="306705" y="3251835"/>
                      <a:pt x="306705" y="3755708"/>
                      <a:pt x="306705" y="4261485"/>
                    </a:cubicBezTo>
                    <a:cubicBezTo>
                      <a:pt x="813435" y="4261485"/>
                      <a:pt x="1317308" y="4261485"/>
                      <a:pt x="1822133" y="4261485"/>
                    </a:cubicBezTo>
                    <a:cubicBezTo>
                      <a:pt x="1822133" y="4058603"/>
                      <a:pt x="1822133" y="3858578"/>
                      <a:pt x="1822133" y="3652838"/>
                    </a:cubicBezTo>
                    <a:cubicBezTo>
                      <a:pt x="1517333" y="3652838"/>
                      <a:pt x="1217295" y="3652838"/>
                      <a:pt x="913448" y="3652838"/>
                    </a:cubicBezTo>
                    <a:cubicBezTo>
                      <a:pt x="914400" y="3348038"/>
                      <a:pt x="914400" y="3048953"/>
                      <a:pt x="914400" y="2745105"/>
                    </a:cubicBezTo>
                    <a:close/>
                    <a:moveTo>
                      <a:pt x="1824038" y="3348038"/>
                    </a:moveTo>
                    <a:cubicBezTo>
                      <a:pt x="1824038" y="3143250"/>
                      <a:pt x="1824038" y="2945130"/>
                      <a:pt x="1824038" y="2744153"/>
                    </a:cubicBezTo>
                    <a:cubicBezTo>
                      <a:pt x="1622108" y="2744153"/>
                      <a:pt x="1423035" y="2744153"/>
                      <a:pt x="1223010" y="2744153"/>
                    </a:cubicBezTo>
                    <a:cubicBezTo>
                      <a:pt x="1223010" y="2947035"/>
                      <a:pt x="1223010" y="3147060"/>
                      <a:pt x="1223010" y="3348038"/>
                    </a:cubicBezTo>
                    <a:cubicBezTo>
                      <a:pt x="1423988" y="3348038"/>
                      <a:pt x="1622108" y="3348038"/>
                      <a:pt x="1824038" y="334803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38B5D8C8-6ED6-4164-B33A-82B4A9427066}"/>
                  </a:ext>
                </a:extLst>
              </p:cNvPr>
              <p:cNvSpPr/>
              <p:nvPr/>
            </p:nvSpPr>
            <p:spPr>
              <a:xfrm>
                <a:off x="12091987" y="5334952"/>
                <a:ext cx="1620202" cy="1629727"/>
              </a:xfrm>
              <a:custGeom>
                <a:avLst/>
                <a:gdLst>
                  <a:gd name="connsiteX0" fmla="*/ 1620203 w 1620202"/>
                  <a:gd name="connsiteY0" fmla="*/ 1214438 h 1629727"/>
                  <a:gd name="connsiteX1" fmla="*/ 1320165 w 1620202"/>
                  <a:gd name="connsiteY1" fmla="*/ 1214438 h 1629727"/>
                  <a:gd name="connsiteX2" fmla="*/ 1320165 w 1620202"/>
                  <a:gd name="connsiteY2" fmla="*/ 531495 h 1629727"/>
                  <a:gd name="connsiteX3" fmla="*/ 221932 w 1620202"/>
                  <a:gd name="connsiteY3" fmla="*/ 1629728 h 1629727"/>
                  <a:gd name="connsiteX4" fmla="*/ 0 w 1620202"/>
                  <a:gd name="connsiteY4" fmla="*/ 1406843 h 1629727"/>
                  <a:gd name="connsiteX5" fmla="*/ 1102995 w 1620202"/>
                  <a:gd name="connsiteY5" fmla="*/ 303848 h 1629727"/>
                  <a:gd name="connsiteX6" fmla="*/ 407670 w 1620202"/>
                  <a:gd name="connsiteY6" fmla="*/ 303848 h 1629727"/>
                  <a:gd name="connsiteX7" fmla="*/ 407670 w 1620202"/>
                  <a:gd name="connsiteY7" fmla="*/ 0 h 1629727"/>
                  <a:gd name="connsiteX8" fmla="*/ 1620203 w 1620202"/>
                  <a:gd name="connsiteY8" fmla="*/ 0 h 1629727"/>
                  <a:gd name="connsiteX9" fmla="*/ 1620203 w 1620202"/>
                  <a:gd name="connsiteY9" fmla="*/ 1214438 h 1629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0202" h="1629727">
                    <a:moveTo>
                      <a:pt x="1620203" y="1214438"/>
                    </a:moveTo>
                    <a:cubicBezTo>
                      <a:pt x="1520190" y="1214438"/>
                      <a:pt x="1423035" y="1214438"/>
                      <a:pt x="1320165" y="1214438"/>
                    </a:cubicBezTo>
                    <a:cubicBezTo>
                      <a:pt x="1320165" y="985838"/>
                      <a:pt x="1320165" y="758190"/>
                      <a:pt x="1320165" y="531495"/>
                    </a:cubicBezTo>
                    <a:cubicBezTo>
                      <a:pt x="951547" y="900113"/>
                      <a:pt x="584835" y="1266825"/>
                      <a:pt x="221932" y="1629728"/>
                    </a:cubicBezTo>
                    <a:cubicBezTo>
                      <a:pt x="142875" y="1550670"/>
                      <a:pt x="73342" y="1480185"/>
                      <a:pt x="0" y="1406843"/>
                    </a:cubicBezTo>
                    <a:cubicBezTo>
                      <a:pt x="360997" y="1046798"/>
                      <a:pt x="726757" y="680085"/>
                      <a:pt x="1102995" y="303848"/>
                    </a:cubicBezTo>
                    <a:cubicBezTo>
                      <a:pt x="862965" y="303848"/>
                      <a:pt x="637222" y="303848"/>
                      <a:pt x="407670" y="303848"/>
                    </a:cubicBezTo>
                    <a:cubicBezTo>
                      <a:pt x="407670" y="200025"/>
                      <a:pt x="407670" y="100965"/>
                      <a:pt x="407670" y="0"/>
                    </a:cubicBezTo>
                    <a:cubicBezTo>
                      <a:pt x="811530" y="0"/>
                      <a:pt x="1214438" y="0"/>
                      <a:pt x="1620203" y="0"/>
                    </a:cubicBezTo>
                    <a:cubicBezTo>
                      <a:pt x="1620203" y="404813"/>
                      <a:pt x="1620203" y="807720"/>
                      <a:pt x="1620203" y="121443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</p:grpSp>
        <p:pic>
          <p:nvPicPr>
            <p:cNvPr id="591" name="Graphic 590" descr="Beaker">
              <a:extLst>
                <a:ext uri="{FF2B5EF4-FFF2-40B4-BE49-F238E27FC236}">
                  <a16:creationId xmlns:a16="http://schemas.microsoft.com/office/drawing/2014/main" id="{8422F651-A8BC-4B5A-B8BE-D0B933419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47359" y="2260353"/>
              <a:ext cx="1360892" cy="1360892"/>
            </a:xfrm>
            <a:prstGeom prst="rect">
              <a:avLst/>
            </a:prstGeom>
          </p:spPr>
        </p:pic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6C6AA996-DA7C-45C8-8DE9-19E0716A9822}"/>
                </a:ext>
              </a:extLst>
            </p:cNvPr>
            <p:cNvGrpSpPr/>
            <p:nvPr/>
          </p:nvGrpSpPr>
          <p:grpSpPr>
            <a:xfrm>
              <a:off x="7640630" y="7038135"/>
              <a:ext cx="1326422" cy="903844"/>
              <a:chOff x="7085399" y="229409"/>
              <a:chExt cx="682530" cy="465086"/>
            </a:xfrm>
            <a:solidFill>
              <a:schemeClr val="accent5"/>
            </a:solidFill>
          </p:grpSpPr>
          <p:sp>
            <p:nvSpPr>
              <p:cNvPr id="593" name="Freeform 29">
                <a:extLst>
                  <a:ext uri="{FF2B5EF4-FFF2-40B4-BE49-F238E27FC236}">
                    <a16:creationId xmlns:a16="http://schemas.microsoft.com/office/drawing/2014/main" id="{46778F50-C896-44F3-83BB-CADAFBCA78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5461" y="567653"/>
                <a:ext cx="190264" cy="126842"/>
              </a:xfrm>
              <a:custGeom>
                <a:avLst/>
                <a:gdLst>
                  <a:gd name="T0" fmla="*/ 29 w 57"/>
                  <a:gd name="T1" fmla="*/ 0 h 38"/>
                  <a:gd name="T2" fmla="*/ 0 w 57"/>
                  <a:gd name="T3" fmla="*/ 19 h 38"/>
                  <a:gd name="T4" fmla="*/ 29 w 57"/>
                  <a:gd name="T5" fmla="*/ 38 h 38"/>
                  <a:gd name="T6" fmla="*/ 57 w 57"/>
                  <a:gd name="T7" fmla="*/ 19 h 38"/>
                  <a:gd name="T8" fmla="*/ 29 w 57"/>
                  <a:gd name="T9" fmla="*/ 0 h 38"/>
                  <a:gd name="T10" fmla="*/ 29 w 57"/>
                  <a:gd name="T11" fmla="*/ 31 h 38"/>
                  <a:gd name="T12" fmla="*/ 10 w 57"/>
                  <a:gd name="T13" fmla="*/ 19 h 38"/>
                  <a:gd name="T14" fmla="*/ 29 w 57"/>
                  <a:gd name="T15" fmla="*/ 7 h 38"/>
                  <a:gd name="T16" fmla="*/ 47 w 57"/>
                  <a:gd name="T17" fmla="*/ 19 h 38"/>
                  <a:gd name="T18" fmla="*/ 29 w 57"/>
                  <a:gd name="T19" fmla="*/ 3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38">
                    <a:moveTo>
                      <a:pt x="29" y="0"/>
                    </a:moveTo>
                    <a:cubicBezTo>
                      <a:pt x="13" y="0"/>
                      <a:pt x="0" y="8"/>
                      <a:pt x="0" y="19"/>
                    </a:cubicBezTo>
                    <a:cubicBezTo>
                      <a:pt x="0" y="29"/>
                      <a:pt x="13" y="38"/>
                      <a:pt x="29" y="38"/>
                    </a:cubicBezTo>
                    <a:cubicBezTo>
                      <a:pt x="45" y="38"/>
                      <a:pt x="57" y="29"/>
                      <a:pt x="57" y="19"/>
                    </a:cubicBezTo>
                    <a:cubicBezTo>
                      <a:pt x="57" y="8"/>
                      <a:pt x="45" y="0"/>
                      <a:pt x="29" y="0"/>
                    </a:cubicBezTo>
                    <a:close/>
                    <a:moveTo>
                      <a:pt x="29" y="31"/>
                    </a:moveTo>
                    <a:cubicBezTo>
                      <a:pt x="18" y="31"/>
                      <a:pt x="10" y="26"/>
                      <a:pt x="10" y="19"/>
                    </a:cubicBezTo>
                    <a:cubicBezTo>
                      <a:pt x="10" y="12"/>
                      <a:pt x="18" y="7"/>
                      <a:pt x="29" y="7"/>
                    </a:cubicBezTo>
                    <a:cubicBezTo>
                      <a:pt x="39" y="7"/>
                      <a:pt x="47" y="12"/>
                      <a:pt x="47" y="19"/>
                    </a:cubicBezTo>
                    <a:cubicBezTo>
                      <a:pt x="47" y="26"/>
                      <a:pt x="39" y="31"/>
                      <a:pt x="29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4" name="Freeform 30">
                <a:extLst>
                  <a:ext uri="{FF2B5EF4-FFF2-40B4-BE49-F238E27FC236}">
                    <a16:creationId xmlns:a16="http://schemas.microsoft.com/office/drawing/2014/main" id="{78A87E12-7E80-4311-9A33-FD22A5158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6125" y="271689"/>
                <a:ext cx="132882" cy="356365"/>
              </a:xfrm>
              <a:custGeom>
                <a:avLst/>
                <a:gdLst>
                  <a:gd name="T0" fmla="*/ 7 w 44"/>
                  <a:gd name="T1" fmla="*/ 0 h 118"/>
                  <a:gd name="T2" fmla="*/ 0 w 44"/>
                  <a:gd name="T3" fmla="*/ 5 h 118"/>
                  <a:gd name="T4" fmla="*/ 33 w 44"/>
                  <a:gd name="T5" fmla="*/ 118 h 118"/>
                  <a:gd name="T6" fmla="*/ 44 w 44"/>
                  <a:gd name="T7" fmla="*/ 118 h 118"/>
                  <a:gd name="T8" fmla="*/ 7 w 44"/>
                  <a:gd name="T9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18">
                    <a:moveTo>
                      <a:pt x="7" y="0"/>
                    </a:moveTo>
                    <a:lnTo>
                      <a:pt x="0" y="5"/>
                    </a:lnTo>
                    <a:lnTo>
                      <a:pt x="33" y="118"/>
                    </a:lnTo>
                    <a:lnTo>
                      <a:pt x="44" y="118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5" name="Freeform 31">
                <a:extLst>
                  <a:ext uri="{FF2B5EF4-FFF2-40B4-BE49-F238E27FC236}">
                    <a16:creationId xmlns:a16="http://schemas.microsoft.com/office/drawing/2014/main" id="{9F6B4D17-02A5-4ECF-A8F0-8D326BC89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5399" y="522354"/>
                <a:ext cx="63422" cy="135903"/>
              </a:xfrm>
              <a:custGeom>
                <a:avLst/>
                <a:gdLst>
                  <a:gd name="T0" fmla="*/ 12 w 21"/>
                  <a:gd name="T1" fmla="*/ 4 h 45"/>
                  <a:gd name="T2" fmla="*/ 0 w 21"/>
                  <a:gd name="T3" fmla="*/ 0 h 45"/>
                  <a:gd name="T4" fmla="*/ 14 w 21"/>
                  <a:gd name="T5" fmla="*/ 45 h 45"/>
                  <a:gd name="T6" fmla="*/ 21 w 21"/>
                  <a:gd name="T7" fmla="*/ 35 h 45"/>
                  <a:gd name="T8" fmla="*/ 12 w 21"/>
                  <a:gd name="T9" fmla="*/ 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5">
                    <a:moveTo>
                      <a:pt x="12" y="4"/>
                    </a:moveTo>
                    <a:lnTo>
                      <a:pt x="0" y="0"/>
                    </a:lnTo>
                    <a:lnTo>
                      <a:pt x="14" y="45"/>
                    </a:lnTo>
                    <a:lnTo>
                      <a:pt x="21" y="35"/>
                    </a:ln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6" name="Freeform 32">
                <a:extLst>
                  <a:ext uri="{FF2B5EF4-FFF2-40B4-BE49-F238E27FC236}">
                    <a16:creationId xmlns:a16="http://schemas.microsoft.com/office/drawing/2014/main" id="{0948A9A6-0E18-4C6C-9FAB-31EB431B5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6739" y="295850"/>
                <a:ext cx="446966" cy="332205"/>
              </a:xfrm>
              <a:custGeom>
                <a:avLst/>
                <a:gdLst>
                  <a:gd name="T0" fmla="*/ 104 w 134"/>
                  <a:gd name="T1" fmla="*/ 0 h 99"/>
                  <a:gd name="T2" fmla="*/ 0 w 134"/>
                  <a:gd name="T3" fmla="*/ 70 h 99"/>
                  <a:gd name="T4" fmla="*/ 6 w 134"/>
                  <a:gd name="T5" fmla="*/ 85 h 99"/>
                  <a:gd name="T6" fmla="*/ 8 w 134"/>
                  <a:gd name="T7" fmla="*/ 99 h 99"/>
                  <a:gd name="T8" fmla="*/ 134 w 134"/>
                  <a:gd name="T9" fmla="*/ 99 h 99"/>
                  <a:gd name="T10" fmla="*/ 104 w 134"/>
                  <a:gd name="T1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" h="99">
                    <a:moveTo>
                      <a:pt x="104" y="0"/>
                    </a:moveTo>
                    <a:cubicBezTo>
                      <a:pt x="0" y="70"/>
                      <a:pt x="0" y="70"/>
                      <a:pt x="0" y="70"/>
                    </a:cubicBezTo>
                    <a:cubicBezTo>
                      <a:pt x="0" y="70"/>
                      <a:pt x="4" y="78"/>
                      <a:pt x="6" y="85"/>
                    </a:cubicBezTo>
                    <a:cubicBezTo>
                      <a:pt x="8" y="92"/>
                      <a:pt x="8" y="99"/>
                      <a:pt x="8" y="99"/>
                    </a:cubicBezTo>
                    <a:cubicBezTo>
                      <a:pt x="134" y="99"/>
                      <a:pt x="134" y="99"/>
                      <a:pt x="134" y="99"/>
                    </a:cubicBezTo>
                    <a:lnTo>
                      <a:pt x="10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7" name="Freeform 33">
                <a:extLst>
                  <a:ext uri="{FF2B5EF4-FFF2-40B4-BE49-F238E27FC236}">
                    <a16:creationId xmlns:a16="http://schemas.microsoft.com/office/drawing/2014/main" id="{009A60E1-AF82-479B-9F1D-8F4988793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665" y="229409"/>
                <a:ext cx="108722" cy="99662"/>
              </a:xfrm>
              <a:custGeom>
                <a:avLst/>
                <a:gdLst>
                  <a:gd name="T0" fmla="*/ 31 w 36"/>
                  <a:gd name="T1" fmla="*/ 0 h 33"/>
                  <a:gd name="T2" fmla="*/ 0 w 36"/>
                  <a:gd name="T3" fmla="*/ 29 h 33"/>
                  <a:gd name="T4" fmla="*/ 7 w 36"/>
                  <a:gd name="T5" fmla="*/ 33 h 33"/>
                  <a:gd name="T6" fmla="*/ 36 w 36"/>
                  <a:gd name="T7" fmla="*/ 8 h 33"/>
                  <a:gd name="T8" fmla="*/ 31 w 3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3">
                    <a:moveTo>
                      <a:pt x="31" y="0"/>
                    </a:moveTo>
                    <a:lnTo>
                      <a:pt x="0" y="29"/>
                    </a:lnTo>
                    <a:lnTo>
                      <a:pt x="7" y="33"/>
                    </a:lnTo>
                    <a:lnTo>
                      <a:pt x="36" y="8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8" name="Freeform 34">
                <a:extLst>
                  <a:ext uri="{FF2B5EF4-FFF2-40B4-BE49-F238E27FC236}">
                    <a16:creationId xmlns:a16="http://schemas.microsoft.com/office/drawing/2014/main" id="{F1BEEBE4-5329-4293-BCDD-B7D00BD05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4106" y="528394"/>
                <a:ext cx="123823" cy="54361"/>
              </a:xfrm>
              <a:custGeom>
                <a:avLst/>
                <a:gdLst>
                  <a:gd name="T0" fmla="*/ 0 w 41"/>
                  <a:gd name="T1" fmla="*/ 0 h 18"/>
                  <a:gd name="T2" fmla="*/ 1 w 41"/>
                  <a:gd name="T3" fmla="*/ 7 h 18"/>
                  <a:gd name="T4" fmla="*/ 37 w 41"/>
                  <a:gd name="T5" fmla="*/ 18 h 18"/>
                  <a:gd name="T6" fmla="*/ 41 w 41"/>
                  <a:gd name="T7" fmla="*/ 11 h 18"/>
                  <a:gd name="T8" fmla="*/ 0 w 41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18">
                    <a:moveTo>
                      <a:pt x="0" y="0"/>
                    </a:moveTo>
                    <a:lnTo>
                      <a:pt x="1" y="7"/>
                    </a:lnTo>
                    <a:lnTo>
                      <a:pt x="37" y="18"/>
                    </a:lnTo>
                    <a:lnTo>
                      <a:pt x="41" y="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  <p:sp>
            <p:nvSpPr>
              <p:cNvPr id="599" name="Freeform 35">
                <a:extLst>
                  <a:ext uri="{FF2B5EF4-FFF2-40B4-BE49-F238E27FC236}">
                    <a16:creationId xmlns:a16="http://schemas.microsoft.com/office/drawing/2014/main" id="{AAE350A3-167E-4FD0-AA08-5A133A7C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6927" y="368331"/>
                <a:ext cx="144962" cy="81542"/>
              </a:xfrm>
              <a:custGeom>
                <a:avLst/>
                <a:gdLst>
                  <a:gd name="T0" fmla="*/ 45 w 48"/>
                  <a:gd name="T1" fmla="*/ 0 h 27"/>
                  <a:gd name="T2" fmla="*/ 0 w 48"/>
                  <a:gd name="T3" fmla="*/ 22 h 27"/>
                  <a:gd name="T4" fmla="*/ 4 w 48"/>
                  <a:gd name="T5" fmla="*/ 27 h 27"/>
                  <a:gd name="T6" fmla="*/ 48 w 48"/>
                  <a:gd name="T7" fmla="*/ 7 h 27"/>
                  <a:gd name="T8" fmla="*/ 45 w 4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7">
                    <a:moveTo>
                      <a:pt x="45" y="0"/>
                    </a:moveTo>
                    <a:lnTo>
                      <a:pt x="0" y="22"/>
                    </a:lnTo>
                    <a:lnTo>
                      <a:pt x="4" y="27"/>
                    </a:lnTo>
                    <a:lnTo>
                      <a:pt x="48" y="7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77">
                  <a:defRPr/>
                </a:pPr>
                <a:endParaRPr lang="en-US" sz="900" kern="0">
                  <a:solidFill>
                    <a:prstClr val="black"/>
                  </a:solidFill>
                  <a:latin typeface="Roboto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D0F8AC-A05A-F0C1-A456-B7188531FD54}"/>
              </a:ext>
            </a:extLst>
          </p:cNvPr>
          <p:cNvSpPr txBox="1">
            <a:spLocks/>
          </p:cNvSpPr>
          <p:nvPr/>
        </p:nvSpPr>
        <p:spPr>
          <a:xfrm>
            <a:off x="651648" y="202906"/>
            <a:ext cx="6399320" cy="817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b="1" kern="1200" dirty="0">
                <a:solidFill>
                  <a:srgbClr val="364556"/>
                </a:solidFill>
                <a:latin typeface="Lato Heavy" charset="0"/>
                <a:ea typeface="+mn-ea"/>
                <a:cs typeface="+mn-cs"/>
              </a:rPr>
              <a:t>Project Methodology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91367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black">
          <a:xfrm>
            <a:off x="9294983" y="1825568"/>
            <a:ext cx="2897017" cy="137826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Regulatory &amp; Compliance Risk</a:t>
            </a:r>
          </a:p>
          <a:p>
            <a:pPr defTabSz="1219170">
              <a:lnSpc>
                <a:spcPct val="80000"/>
              </a:lnSpc>
            </a:pPr>
            <a:endParaRPr lang="en-US" sz="1467" dirty="0">
              <a:solidFill>
                <a:srgbClr val="57565A"/>
              </a:solidFill>
              <a:latin typeface="Montserrat Light "/>
            </a:endParaRPr>
          </a:p>
          <a:p>
            <a:pPr defTabSz="1219170">
              <a:lnSpc>
                <a:spcPct val="80000"/>
              </a:lnSpc>
            </a:pPr>
            <a:r>
              <a:rPr lang="en-US" sz="1050" b="1" dirty="0">
                <a:cs typeface="Poppins" pitchFamily="2" charset="77"/>
              </a:rPr>
              <a:t>Cross-border compliance exposure</a:t>
            </a:r>
            <a:br>
              <a:rPr lang="en-US" sz="1050" dirty="0">
                <a:cs typeface="Poppins" pitchFamily="2" charset="77"/>
              </a:rPr>
            </a:br>
            <a:endParaRPr lang="en-US" sz="1050" dirty="0">
              <a:cs typeface="Poppins" pitchFamily="2" charset="77"/>
            </a:endParaRP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Cross-border transactions show a ~6.1%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laundering rate, compared to ~1.6% for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domestic transactions, indicating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nearly 4× higher risk.</a:t>
            </a:r>
          </a:p>
          <a:p>
            <a:pPr defTabSz="1219170">
              <a:lnSpc>
                <a:spcPct val="80000"/>
              </a:lnSpc>
            </a:pPr>
            <a:endParaRPr lang="en-US" sz="1467" dirty="0">
              <a:solidFill>
                <a:srgbClr val="57565A"/>
              </a:solidFill>
              <a:latin typeface="Montserrat Light "/>
            </a:endParaRPr>
          </a:p>
        </p:txBody>
      </p:sp>
      <p:sp>
        <p:nvSpPr>
          <p:cNvPr id="11" name="Rectangle 10"/>
          <p:cNvSpPr/>
          <p:nvPr/>
        </p:nvSpPr>
        <p:spPr bwMode="black">
          <a:xfrm>
            <a:off x="9404897" y="3519161"/>
            <a:ext cx="2581156" cy="1566454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Cross-Border Movement</a:t>
            </a:r>
          </a:p>
          <a:p>
            <a:pPr defTabSz="1219170">
              <a:lnSpc>
                <a:spcPct val="80000"/>
              </a:lnSpc>
            </a:pPr>
            <a:endParaRPr lang="en-US" sz="1050" b="1" dirty="0">
              <a:cs typeface="Poppins" pitchFamily="2" charset="77"/>
            </a:endParaRPr>
          </a:p>
          <a:p>
            <a:pPr defTabSz="1219170">
              <a:lnSpc>
                <a:spcPct val="80000"/>
              </a:lnSpc>
            </a:pPr>
            <a:r>
              <a:rPr lang="en-US" sz="1050" b="1" dirty="0">
                <a:cs typeface="Poppins" pitchFamily="2" charset="77"/>
              </a:rPr>
              <a:t>International transfers amplify risk</a:t>
            </a:r>
          </a:p>
          <a:p>
            <a:pPr defTabSz="1219170">
              <a:lnSpc>
                <a:spcPct val="80000"/>
              </a:lnSpc>
            </a:pPr>
            <a:endParaRPr lang="en-US" sz="1467" dirty="0">
              <a:solidFill>
                <a:srgbClr val="57565A"/>
              </a:solidFill>
              <a:latin typeface="Montserrat Light "/>
            </a:endParaRP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Transactions involving cross-border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movement contribute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disproportionately to laundering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activity due to regulatory and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jurisdictional gaps. </a:t>
            </a:r>
          </a:p>
          <a:p>
            <a:pPr defTabSz="1219170">
              <a:lnSpc>
                <a:spcPct val="80000"/>
              </a:lnSpc>
            </a:pPr>
            <a:endParaRPr lang="en-US" sz="1050" dirty="0">
              <a:cs typeface="Poppins" pitchFamily="2" charset="77"/>
            </a:endParaRPr>
          </a:p>
          <a:p>
            <a:pPr defTabSz="1219170">
              <a:lnSpc>
                <a:spcPct val="80000"/>
              </a:lnSpc>
            </a:pPr>
            <a:r>
              <a:rPr lang="en-US" sz="900" dirty="0"/>
              <a:t>(~6.1% laundering rate vs ~1.6% domestic)</a:t>
            </a:r>
            <a:endParaRPr lang="en-US" sz="900" dirty="0">
              <a:cs typeface="Poppins" pitchFamily="2" charset="77"/>
            </a:endParaRPr>
          </a:p>
        </p:txBody>
      </p:sp>
      <p:sp>
        <p:nvSpPr>
          <p:cNvPr id="12" name="Rectangle 11"/>
          <p:cNvSpPr/>
          <p:nvPr/>
        </p:nvSpPr>
        <p:spPr bwMode="black">
          <a:xfrm>
            <a:off x="9269405" y="5347271"/>
            <a:ext cx="2922595" cy="101662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Continuous Risk Surveillance</a:t>
            </a:r>
          </a:p>
          <a:p>
            <a:pPr defTabSz="1219170">
              <a:lnSpc>
                <a:spcPct val="80000"/>
              </a:lnSpc>
            </a:pPr>
            <a:endParaRPr lang="en-US" sz="1050" b="1" dirty="0">
              <a:cs typeface="Poppins" pitchFamily="2" charset="77"/>
            </a:endParaRPr>
          </a:p>
          <a:p>
            <a:pPr defTabSz="1219170">
              <a:lnSpc>
                <a:spcPct val="80000"/>
              </a:lnSpc>
            </a:pPr>
            <a:r>
              <a:rPr lang="en-US" sz="1050" b="1" dirty="0">
                <a:cs typeface="Poppins" pitchFamily="2" charset="77"/>
              </a:rPr>
              <a:t>FX transactions as risk amplifiers</a:t>
            </a:r>
          </a:p>
          <a:p>
            <a:pPr defTabSz="1219170">
              <a:lnSpc>
                <a:spcPct val="80000"/>
              </a:lnSpc>
            </a:pPr>
            <a:endParaRPr lang="en-US" sz="1050" b="1" dirty="0">
              <a:cs typeface="Poppins" pitchFamily="2" charset="77"/>
            </a:endParaRPr>
          </a:p>
          <a:p>
            <a:pPr defTabSz="1219170">
              <a:lnSpc>
                <a:spcPct val="80000"/>
              </a:lnSpc>
            </a:pPr>
            <a:r>
              <a:rPr lang="en-US" sz="1050" dirty="0"/>
              <a:t>Foreign exchange transactions show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/>
              <a:t>a </a:t>
            </a:r>
            <a:r>
              <a:rPr lang="en-US" sz="1050" b="1" dirty="0"/>
              <a:t>~6.3% laundering rate</a:t>
            </a:r>
            <a:r>
              <a:rPr lang="en-US" sz="1050" dirty="0"/>
              <a:t>, compared </a:t>
            </a:r>
          </a:p>
          <a:p>
            <a:pPr defTabSz="1219170">
              <a:lnSpc>
                <a:spcPct val="80000"/>
              </a:lnSpc>
            </a:pPr>
            <a:r>
              <a:rPr lang="en-US" sz="1050" dirty="0"/>
              <a:t>to </a:t>
            </a:r>
            <a:r>
              <a:rPr lang="en-US" sz="1050" b="1" dirty="0"/>
              <a:t>~1.5% for same-currency transactions</a:t>
            </a:r>
            <a:r>
              <a:rPr lang="en-US" sz="1050" dirty="0"/>
              <a:t>.</a:t>
            </a:r>
            <a:endParaRPr lang="en-US" sz="1050" b="1" dirty="0">
              <a:cs typeface="Poppins" pitchFamily="2" charset="77"/>
            </a:endParaRPr>
          </a:p>
        </p:txBody>
      </p:sp>
      <p:sp>
        <p:nvSpPr>
          <p:cNvPr id="13" name="Freeform 12"/>
          <p:cNvSpPr/>
          <p:nvPr/>
        </p:nvSpPr>
        <p:spPr bwMode="black">
          <a:xfrm flipH="1">
            <a:off x="7295978" y="2408274"/>
            <a:ext cx="1017538" cy="442757"/>
          </a:xfrm>
          <a:custGeom>
            <a:avLst/>
            <a:gdLst>
              <a:gd name="connsiteX0" fmla="*/ 0 w 1112520"/>
              <a:gd name="connsiteY0" fmla="*/ 0 h 508000"/>
              <a:gd name="connsiteX1" fmla="*/ 604520 w 1112520"/>
              <a:gd name="connsiteY1" fmla="*/ 0 h 508000"/>
              <a:gd name="connsiteX2" fmla="*/ 1112520 w 111252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2520" h="508000">
                <a:moveTo>
                  <a:pt x="0" y="0"/>
                </a:moveTo>
                <a:lnTo>
                  <a:pt x="604520" y="0"/>
                </a:lnTo>
                <a:lnTo>
                  <a:pt x="1112520" y="508000"/>
                </a:lnTo>
              </a:path>
            </a:pathLst>
          </a:custGeom>
          <a:noFill/>
          <a:ln w="12700">
            <a:solidFill>
              <a:schemeClr val="accent1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defTabSz="1219170"/>
            <a:endParaRPr lang="en-US" sz="2133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14" name="Freeform 13"/>
          <p:cNvSpPr/>
          <p:nvPr/>
        </p:nvSpPr>
        <p:spPr bwMode="black">
          <a:xfrm flipH="1" flipV="1">
            <a:off x="7295978" y="5381091"/>
            <a:ext cx="1017538" cy="408798"/>
          </a:xfrm>
          <a:custGeom>
            <a:avLst/>
            <a:gdLst>
              <a:gd name="connsiteX0" fmla="*/ 0 w 1112520"/>
              <a:gd name="connsiteY0" fmla="*/ 0 h 508000"/>
              <a:gd name="connsiteX1" fmla="*/ 604520 w 1112520"/>
              <a:gd name="connsiteY1" fmla="*/ 0 h 508000"/>
              <a:gd name="connsiteX2" fmla="*/ 1112520 w 111252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2520" h="508000">
                <a:moveTo>
                  <a:pt x="0" y="0"/>
                </a:moveTo>
                <a:lnTo>
                  <a:pt x="604520" y="0"/>
                </a:lnTo>
                <a:lnTo>
                  <a:pt x="1112520" y="508000"/>
                </a:lnTo>
              </a:path>
            </a:pathLst>
          </a:custGeom>
          <a:noFill/>
          <a:ln w="12700">
            <a:solidFill>
              <a:schemeClr val="tx2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defTabSz="1219170"/>
            <a:endParaRPr lang="en-US" sz="2133">
              <a:solidFill>
                <a:prstClr val="white"/>
              </a:solidFill>
              <a:latin typeface="Open Sans Light"/>
            </a:endParaRPr>
          </a:p>
        </p:txBody>
      </p:sp>
      <p:cxnSp>
        <p:nvCxnSpPr>
          <p:cNvPr id="15" name="Straight Connector 14"/>
          <p:cNvCxnSpPr>
            <a:stCxn id="23" idx="2"/>
          </p:cNvCxnSpPr>
          <p:nvPr/>
        </p:nvCxnSpPr>
        <p:spPr bwMode="black">
          <a:xfrm flipH="1">
            <a:off x="7821153" y="4143971"/>
            <a:ext cx="727134" cy="0"/>
          </a:xfrm>
          <a:prstGeom prst="line">
            <a:avLst/>
          </a:prstGeom>
          <a:noFill/>
          <a:ln w="12700">
            <a:solidFill>
              <a:schemeClr val="accent4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/>
          <p:cNvSpPr/>
          <p:nvPr/>
        </p:nvSpPr>
        <p:spPr bwMode="black">
          <a:xfrm>
            <a:off x="0" y="1907984"/>
            <a:ext cx="2767490" cy="88735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r"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Transaction </a:t>
            </a:r>
            <a:r>
              <a:rPr lang="en-US" sz="1200" b="1" dirty="0" err="1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Behaviour</a:t>
            </a: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Patterns</a:t>
            </a:r>
            <a:endParaRPr lang="en-US" sz="1050" b="1" dirty="0">
              <a:solidFill>
                <a:srgbClr val="272E3A"/>
              </a:solidFill>
              <a:latin typeface="Poppins" pitchFamily="2" charset="77"/>
              <a:ea typeface="Roboto Light" panose="02000000000000000000" pitchFamily="2" charset="0"/>
              <a:cs typeface="Poppins" pitchFamily="2" charset="77"/>
            </a:endParaRPr>
          </a:p>
          <a:p>
            <a:pPr algn="r" defTabSz="1219170">
              <a:lnSpc>
                <a:spcPct val="80000"/>
              </a:lnSpc>
            </a:pPr>
            <a:endParaRPr lang="en-US" sz="1050" dirty="0">
              <a:latin typeface="Poppins" pitchFamily="2" charset="77"/>
              <a:cs typeface="Poppins" pitchFamily="2" charset="77"/>
            </a:endParaRPr>
          </a:p>
          <a:p>
            <a:pPr algn="r" defTabSz="1219170">
              <a:lnSpc>
                <a:spcPct val="80000"/>
              </a:lnSpc>
            </a:pPr>
            <a:r>
              <a:rPr lang="en-US" sz="1050" dirty="0"/>
              <a:t>Laundering transactions heavily overlap with normal transaction amounts, so value alone is not sufficient.</a:t>
            </a:r>
            <a:endParaRPr lang="en-US" sz="1050" dirty="0">
              <a:cs typeface="Poppins" pitchFamily="2" charset="77"/>
            </a:endParaRPr>
          </a:p>
        </p:txBody>
      </p:sp>
      <p:sp>
        <p:nvSpPr>
          <p:cNvPr id="18" name="Rectangle 17"/>
          <p:cNvSpPr/>
          <p:nvPr/>
        </p:nvSpPr>
        <p:spPr bwMode="black">
          <a:xfrm>
            <a:off x="9771" y="3519161"/>
            <a:ext cx="2606867" cy="1176669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r"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Digital &amp; Cash Channels</a:t>
            </a:r>
          </a:p>
          <a:p>
            <a:pPr algn="r" defTabSz="1219170">
              <a:lnSpc>
                <a:spcPct val="80000"/>
              </a:lnSpc>
            </a:pPr>
            <a:endParaRPr lang="en-US" sz="1200" b="1" dirty="0">
              <a:solidFill>
                <a:srgbClr val="272E3A"/>
              </a:solidFill>
              <a:latin typeface="Montserrat" panose="000005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 defTabSz="1219170">
              <a:lnSpc>
                <a:spcPct val="80000"/>
              </a:lnSpc>
            </a:pPr>
            <a:r>
              <a:rPr lang="en-US" sz="1100" b="1" dirty="0"/>
              <a:t>Payment channel risk variation</a:t>
            </a:r>
          </a:p>
          <a:p>
            <a:pPr algn="r" defTabSz="1219170">
              <a:lnSpc>
                <a:spcPct val="80000"/>
              </a:lnSpc>
            </a:pPr>
            <a:br>
              <a:rPr lang="en-US" sz="1100" dirty="0"/>
            </a:br>
            <a:r>
              <a:rPr lang="en-US" sz="1050" dirty="0">
                <a:cs typeface="Poppins" pitchFamily="2" charset="77"/>
              </a:rPr>
              <a:t>Cash deposits exhibit the highest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laundering rate at ~11%, significantly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higher than digital and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>
                <a:cs typeface="Poppins" pitchFamily="2" charset="77"/>
              </a:rPr>
              <a:t>card-based payment methods.</a:t>
            </a:r>
          </a:p>
        </p:txBody>
      </p:sp>
      <p:sp>
        <p:nvSpPr>
          <p:cNvPr id="19" name="Rectangle 18"/>
          <p:cNvSpPr/>
          <p:nvPr/>
        </p:nvSpPr>
        <p:spPr bwMode="black">
          <a:xfrm>
            <a:off x="75502" y="5173809"/>
            <a:ext cx="2616486" cy="116435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r" defTabSz="1219170">
              <a:lnSpc>
                <a:spcPct val="80000"/>
              </a:lnSpc>
            </a:pPr>
            <a:r>
              <a:rPr lang="en-US" sz="1200" b="1" dirty="0">
                <a:solidFill>
                  <a:srgbClr val="272E3A"/>
                </a:solidFill>
                <a:latin typeface="Montserrat" panose="000005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Data-Driven Monitoring</a:t>
            </a:r>
          </a:p>
          <a:p>
            <a:pPr algn="r" defTabSz="1219170">
              <a:lnSpc>
                <a:spcPct val="80000"/>
              </a:lnSpc>
            </a:pPr>
            <a:endParaRPr lang="en-US" sz="1200" b="1" dirty="0">
              <a:solidFill>
                <a:srgbClr val="272E3A"/>
              </a:solidFill>
              <a:latin typeface="Montserrat" panose="000005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 defTabSz="1219170">
              <a:lnSpc>
                <a:spcPct val="80000"/>
              </a:lnSpc>
            </a:pPr>
            <a:r>
              <a:rPr lang="en-US" sz="1050" b="1" dirty="0">
                <a:cs typeface="Poppins" pitchFamily="2" charset="77"/>
              </a:rPr>
              <a:t>Centralized risk visibility</a:t>
            </a:r>
          </a:p>
          <a:p>
            <a:pPr algn="r" defTabSz="1219170">
              <a:lnSpc>
                <a:spcPct val="80000"/>
              </a:lnSpc>
            </a:pPr>
            <a:endParaRPr lang="en-US" sz="1050" b="1" dirty="0">
              <a:cs typeface="Poppins" pitchFamily="2" charset="77"/>
            </a:endParaRPr>
          </a:p>
          <a:p>
            <a:pPr algn="r" defTabSz="1219170">
              <a:lnSpc>
                <a:spcPct val="80000"/>
              </a:lnSpc>
            </a:pPr>
            <a:r>
              <a:rPr lang="en-US" sz="1050" dirty="0"/>
              <a:t>Combining transaction amount,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/>
              <a:t>channel, geography, and currency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/>
              <a:t>improves detection performance </a:t>
            </a:r>
          </a:p>
          <a:p>
            <a:pPr algn="r" defTabSz="1219170">
              <a:lnSpc>
                <a:spcPct val="80000"/>
              </a:lnSpc>
            </a:pPr>
            <a:r>
              <a:rPr lang="en-US" sz="1050" dirty="0"/>
              <a:t>compared to single-rule monitoring.</a:t>
            </a:r>
            <a:endParaRPr lang="en-US" sz="1050" b="1" dirty="0">
              <a:cs typeface="Poppins" pitchFamily="2" charset="77"/>
            </a:endParaRPr>
          </a:p>
        </p:txBody>
      </p:sp>
      <p:sp>
        <p:nvSpPr>
          <p:cNvPr id="20" name="Freeform 19"/>
          <p:cNvSpPr/>
          <p:nvPr/>
        </p:nvSpPr>
        <p:spPr bwMode="black">
          <a:xfrm>
            <a:off x="3584510" y="2408274"/>
            <a:ext cx="1017538" cy="442757"/>
          </a:xfrm>
          <a:custGeom>
            <a:avLst/>
            <a:gdLst>
              <a:gd name="connsiteX0" fmla="*/ 0 w 1112520"/>
              <a:gd name="connsiteY0" fmla="*/ 0 h 508000"/>
              <a:gd name="connsiteX1" fmla="*/ 604520 w 1112520"/>
              <a:gd name="connsiteY1" fmla="*/ 0 h 508000"/>
              <a:gd name="connsiteX2" fmla="*/ 1112520 w 111252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2520" h="508000">
                <a:moveTo>
                  <a:pt x="0" y="0"/>
                </a:moveTo>
                <a:lnTo>
                  <a:pt x="604520" y="0"/>
                </a:lnTo>
                <a:lnTo>
                  <a:pt x="1112520" y="508000"/>
                </a:lnTo>
              </a:path>
            </a:pathLst>
          </a:custGeom>
          <a:noFill/>
          <a:ln w="12700">
            <a:solidFill>
              <a:schemeClr val="accent1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defTabSz="1219170"/>
            <a:endParaRPr lang="en-US" sz="2133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1" name="Freeform 20"/>
          <p:cNvSpPr/>
          <p:nvPr/>
        </p:nvSpPr>
        <p:spPr bwMode="black">
          <a:xfrm flipV="1">
            <a:off x="3584510" y="5381091"/>
            <a:ext cx="1017538" cy="408798"/>
          </a:xfrm>
          <a:custGeom>
            <a:avLst/>
            <a:gdLst>
              <a:gd name="connsiteX0" fmla="*/ 0 w 1112520"/>
              <a:gd name="connsiteY0" fmla="*/ 0 h 508000"/>
              <a:gd name="connsiteX1" fmla="*/ 604520 w 1112520"/>
              <a:gd name="connsiteY1" fmla="*/ 0 h 508000"/>
              <a:gd name="connsiteX2" fmla="*/ 1112520 w 111252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2520" h="508000">
                <a:moveTo>
                  <a:pt x="0" y="0"/>
                </a:moveTo>
                <a:lnTo>
                  <a:pt x="604520" y="0"/>
                </a:lnTo>
                <a:lnTo>
                  <a:pt x="1112520" y="508000"/>
                </a:lnTo>
              </a:path>
            </a:pathLst>
          </a:custGeom>
          <a:noFill/>
          <a:ln w="12700">
            <a:solidFill>
              <a:schemeClr val="tx2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 defTabSz="1219170"/>
            <a:endParaRPr lang="en-US" sz="2133">
              <a:solidFill>
                <a:prstClr val="white"/>
              </a:solidFill>
              <a:latin typeface="Open Sans Light"/>
            </a:endParaRPr>
          </a:p>
        </p:txBody>
      </p:sp>
      <p:cxnSp>
        <p:nvCxnSpPr>
          <p:cNvPr id="22" name="Straight Connector 21"/>
          <p:cNvCxnSpPr>
            <a:stCxn id="26" idx="6"/>
          </p:cNvCxnSpPr>
          <p:nvPr/>
        </p:nvCxnSpPr>
        <p:spPr bwMode="black">
          <a:xfrm>
            <a:off x="3423576" y="4143971"/>
            <a:ext cx="678698" cy="0"/>
          </a:xfrm>
          <a:prstGeom prst="line">
            <a:avLst/>
          </a:prstGeom>
          <a:noFill/>
          <a:ln w="12700">
            <a:solidFill>
              <a:schemeClr val="accent4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Oval 15"/>
          <p:cNvSpPr/>
          <p:nvPr/>
        </p:nvSpPr>
        <p:spPr>
          <a:xfrm>
            <a:off x="8314126" y="1958892"/>
            <a:ext cx="890382" cy="89038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548286" y="3698781"/>
            <a:ext cx="890382" cy="89038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302550" y="5347271"/>
            <a:ext cx="890382" cy="890382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730809" y="1958892"/>
            <a:ext cx="890382" cy="89038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533194" y="3698781"/>
            <a:ext cx="890382" cy="89038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719233" y="5347271"/>
            <a:ext cx="890382" cy="890382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>
              <a:solidFill>
                <a:prstClr val="white"/>
              </a:solidFill>
              <a:latin typeface="Open Sans Light"/>
            </a:endParaRPr>
          </a:p>
        </p:txBody>
      </p:sp>
      <p:sp>
        <p:nvSpPr>
          <p:cNvPr id="37" name="Freeform 8"/>
          <p:cNvSpPr>
            <a:spLocks noEditPoints="1"/>
          </p:cNvSpPr>
          <p:nvPr/>
        </p:nvSpPr>
        <p:spPr bwMode="auto">
          <a:xfrm>
            <a:off x="2917502" y="2105269"/>
            <a:ext cx="516996" cy="597632"/>
          </a:xfrm>
          <a:custGeom>
            <a:avLst/>
            <a:gdLst>
              <a:gd name="T0" fmla="*/ 99 w 206"/>
              <a:gd name="T1" fmla="*/ 210 h 238"/>
              <a:gd name="T2" fmla="*/ 74 w 206"/>
              <a:gd name="T3" fmla="*/ 210 h 238"/>
              <a:gd name="T4" fmla="*/ 86 w 206"/>
              <a:gd name="T5" fmla="*/ 203 h 238"/>
              <a:gd name="T6" fmla="*/ 86 w 206"/>
              <a:gd name="T7" fmla="*/ 218 h 238"/>
              <a:gd name="T8" fmla="*/ 86 w 206"/>
              <a:gd name="T9" fmla="*/ 203 h 238"/>
              <a:gd name="T10" fmla="*/ 203 w 206"/>
              <a:gd name="T11" fmla="*/ 180 h 238"/>
              <a:gd name="T12" fmla="*/ 196 w 206"/>
              <a:gd name="T13" fmla="*/ 147 h 238"/>
              <a:gd name="T14" fmla="*/ 176 w 206"/>
              <a:gd name="T15" fmla="*/ 116 h 238"/>
              <a:gd name="T16" fmla="*/ 172 w 206"/>
              <a:gd name="T17" fmla="*/ 14 h 238"/>
              <a:gd name="T18" fmla="*/ 14 w 206"/>
              <a:gd name="T19" fmla="*/ 0 h 238"/>
              <a:gd name="T20" fmla="*/ 0 w 206"/>
              <a:gd name="T21" fmla="*/ 219 h 238"/>
              <a:gd name="T22" fmla="*/ 146 w 206"/>
              <a:gd name="T23" fmla="*/ 233 h 238"/>
              <a:gd name="T24" fmla="*/ 151 w 206"/>
              <a:gd name="T25" fmla="*/ 238 h 238"/>
              <a:gd name="T26" fmla="*/ 153 w 206"/>
              <a:gd name="T27" fmla="*/ 235 h 238"/>
              <a:gd name="T28" fmla="*/ 98 w 206"/>
              <a:gd name="T29" fmla="*/ 182 h 238"/>
              <a:gd name="T30" fmla="*/ 87 w 206"/>
              <a:gd name="T31" fmla="*/ 164 h 238"/>
              <a:gd name="T32" fmla="*/ 98 w 206"/>
              <a:gd name="T33" fmla="*/ 165 h 238"/>
              <a:gd name="T34" fmla="*/ 119 w 206"/>
              <a:gd name="T35" fmla="*/ 180 h 238"/>
              <a:gd name="T36" fmla="*/ 123 w 206"/>
              <a:gd name="T37" fmla="*/ 168 h 238"/>
              <a:gd name="T38" fmla="*/ 97 w 206"/>
              <a:gd name="T39" fmla="*/ 94 h 238"/>
              <a:gd name="T40" fmla="*/ 108 w 206"/>
              <a:gd name="T41" fmla="*/ 99 h 238"/>
              <a:gd name="T42" fmla="*/ 125 w 206"/>
              <a:gd name="T43" fmla="*/ 136 h 238"/>
              <a:gd name="T44" fmla="*/ 130 w 206"/>
              <a:gd name="T45" fmla="*/ 135 h 238"/>
              <a:gd name="T46" fmla="*/ 146 w 206"/>
              <a:gd name="T47" fmla="*/ 128 h 238"/>
              <a:gd name="T48" fmla="*/ 157 w 206"/>
              <a:gd name="T49" fmla="*/ 122 h 238"/>
              <a:gd name="T50" fmla="*/ 167 w 206"/>
              <a:gd name="T51" fmla="*/ 125 h 238"/>
              <a:gd name="T52" fmla="*/ 176 w 206"/>
              <a:gd name="T53" fmla="*/ 120 h 238"/>
              <a:gd name="T54" fmla="*/ 192 w 206"/>
              <a:gd name="T55" fmla="*/ 148 h 238"/>
              <a:gd name="T56" fmla="*/ 198 w 206"/>
              <a:gd name="T57" fmla="*/ 180 h 238"/>
              <a:gd name="T58" fmla="*/ 204 w 206"/>
              <a:gd name="T59" fmla="*/ 208 h 238"/>
              <a:gd name="T60" fmla="*/ 151 w 206"/>
              <a:gd name="T61" fmla="*/ 119 h 238"/>
              <a:gd name="T62" fmla="*/ 130 w 206"/>
              <a:gd name="T63" fmla="*/ 126 h 238"/>
              <a:gd name="T64" fmla="*/ 113 w 206"/>
              <a:gd name="T65" fmla="*/ 98 h 238"/>
              <a:gd name="T66" fmla="*/ 95 w 206"/>
              <a:gd name="T67" fmla="*/ 89 h 238"/>
              <a:gd name="T68" fmla="*/ 119 w 206"/>
              <a:gd name="T69" fmla="*/ 169 h 238"/>
              <a:gd name="T70" fmla="*/ 100 w 206"/>
              <a:gd name="T71" fmla="*/ 162 h 238"/>
              <a:gd name="T72" fmla="*/ 83 w 206"/>
              <a:gd name="T73" fmla="*/ 161 h 238"/>
              <a:gd name="T74" fmla="*/ 95 w 206"/>
              <a:gd name="T75" fmla="*/ 186 h 238"/>
              <a:gd name="T76" fmla="*/ 21 w 206"/>
              <a:gd name="T77" fmla="*/ 188 h 238"/>
              <a:gd name="T78" fmla="*/ 151 w 206"/>
              <a:gd name="T79" fmla="*/ 22 h 238"/>
              <a:gd name="T80" fmla="*/ 167 w 206"/>
              <a:gd name="T81" fmla="*/ 119 h 238"/>
              <a:gd name="T82" fmla="*/ 157 w 206"/>
              <a:gd name="T83" fmla="*/ 117 h 238"/>
              <a:gd name="T84" fmla="*/ 155 w 206"/>
              <a:gd name="T85" fmla="*/ 20 h 238"/>
              <a:gd name="T86" fmla="*/ 19 w 206"/>
              <a:gd name="T87" fmla="*/ 18 h 238"/>
              <a:gd name="T88" fmla="*/ 17 w 206"/>
              <a:gd name="T89" fmla="*/ 190 h 238"/>
              <a:gd name="T90" fmla="*/ 103 w 206"/>
              <a:gd name="T91" fmla="*/ 192 h 238"/>
              <a:gd name="T92" fmla="*/ 144 w 206"/>
              <a:gd name="T93" fmla="*/ 228 h 238"/>
              <a:gd name="T94" fmla="*/ 5 w 206"/>
              <a:gd name="T95" fmla="*/ 219 h 238"/>
              <a:gd name="T96" fmla="*/ 14 w 206"/>
              <a:gd name="T97" fmla="*/ 5 h 238"/>
              <a:gd name="T98" fmla="*/ 167 w 206"/>
              <a:gd name="T99" fmla="*/ 14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6" h="238">
                <a:moveTo>
                  <a:pt x="86" y="223"/>
                </a:moveTo>
                <a:cubicBezTo>
                  <a:pt x="93" y="223"/>
                  <a:pt x="99" y="217"/>
                  <a:pt x="99" y="210"/>
                </a:cubicBezTo>
                <a:cubicBezTo>
                  <a:pt x="99" y="203"/>
                  <a:pt x="93" y="198"/>
                  <a:pt x="86" y="198"/>
                </a:cubicBezTo>
                <a:cubicBezTo>
                  <a:pt x="79" y="198"/>
                  <a:pt x="74" y="204"/>
                  <a:pt x="74" y="210"/>
                </a:cubicBezTo>
                <a:cubicBezTo>
                  <a:pt x="74" y="217"/>
                  <a:pt x="79" y="223"/>
                  <a:pt x="86" y="223"/>
                </a:cubicBezTo>
                <a:close/>
                <a:moveTo>
                  <a:pt x="86" y="203"/>
                </a:moveTo>
                <a:cubicBezTo>
                  <a:pt x="91" y="203"/>
                  <a:pt x="94" y="206"/>
                  <a:pt x="94" y="210"/>
                </a:cubicBezTo>
                <a:cubicBezTo>
                  <a:pt x="94" y="214"/>
                  <a:pt x="91" y="218"/>
                  <a:pt x="86" y="218"/>
                </a:cubicBezTo>
                <a:cubicBezTo>
                  <a:pt x="81" y="218"/>
                  <a:pt x="79" y="214"/>
                  <a:pt x="79" y="210"/>
                </a:cubicBezTo>
                <a:cubicBezTo>
                  <a:pt x="79" y="206"/>
                  <a:pt x="81" y="203"/>
                  <a:pt x="86" y="203"/>
                </a:cubicBezTo>
                <a:close/>
                <a:moveTo>
                  <a:pt x="205" y="205"/>
                </a:moveTo>
                <a:cubicBezTo>
                  <a:pt x="202" y="197"/>
                  <a:pt x="202" y="188"/>
                  <a:pt x="203" y="180"/>
                </a:cubicBezTo>
                <a:cubicBezTo>
                  <a:pt x="203" y="174"/>
                  <a:pt x="204" y="169"/>
                  <a:pt x="202" y="165"/>
                </a:cubicBezTo>
                <a:cubicBezTo>
                  <a:pt x="200" y="162"/>
                  <a:pt x="198" y="154"/>
                  <a:pt x="196" y="147"/>
                </a:cubicBezTo>
                <a:cubicBezTo>
                  <a:pt x="194" y="138"/>
                  <a:pt x="192" y="130"/>
                  <a:pt x="190" y="126"/>
                </a:cubicBezTo>
                <a:cubicBezTo>
                  <a:pt x="187" y="120"/>
                  <a:pt x="182" y="116"/>
                  <a:pt x="176" y="116"/>
                </a:cubicBezTo>
                <a:cubicBezTo>
                  <a:pt x="175" y="115"/>
                  <a:pt x="173" y="116"/>
                  <a:pt x="172" y="116"/>
                </a:cubicBezTo>
                <a:cubicBezTo>
                  <a:pt x="172" y="14"/>
                  <a:pt x="172" y="14"/>
                  <a:pt x="172" y="14"/>
                </a:cubicBezTo>
                <a:cubicBezTo>
                  <a:pt x="172" y="5"/>
                  <a:pt x="164" y="0"/>
                  <a:pt x="158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8" y="0"/>
                  <a:pt x="0" y="5"/>
                  <a:pt x="0" y="14"/>
                </a:cubicBezTo>
                <a:cubicBezTo>
                  <a:pt x="0" y="219"/>
                  <a:pt x="0" y="219"/>
                  <a:pt x="0" y="219"/>
                </a:cubicBezTo>
                <a:cubicBezTo>
                  <a:pt x="0" y="227"/>
                  <a:pt x="8" y="233"/>
                  <a:pt x="14" y="233"/>
                </a:cubicBezTo>
                <a:cubicBezTo>
                  <a:pt x="146" y="233"/>
                  <a:pt x="146" y="233"/>
                  <a:pt x="146" y="233"/>
                </a:cubicBezTo>
                <a:cubicBezTo>
                  <a:pt x="147" y="234"/>
                  <a:pt x="148" y="235"/>
                  <a:pt x="149" y="237"/>
                </a:cubicBezTo>
                <a:cubicBezTo>
                  <a:pt x="149" y="238"/>
                  <a:pt x="150" y="238"/>
                  <a:pt x="151" y="238"/>
                </a:cubicBezTo>
                <a:cubicBezTo>
                  <a:pt x="151" y="238"/>
                  <a:pt x="152" y="238"/>
                  <a:pt x="152" y="238"/>
                </a:cubicBezTo>
                <a:cubicBezTo>
                  <a:pt x="153" y="238"/>
                  <a:pt x="154" y="236"/>
                  <a:pt x="153" y="235"/>
                </a:cubicBezTo>
                <a:cubicBezTo>
                  <a:pt x="147" y="221"/>
                  <a:pt x="136" y="209"/>
                  <a:pt x="129" y="207"/>
                </a:cubicBezTo>
                <a:cubicBezTo>
                  <a:pt x="125" y="205"/>
                  <a:pt x="108" y="191"/>
                  <a:pt x="98" y="182"/>
                </a:cubicBezTo>
                <a:cubicBezTo>
                  <a:pt x="93" y="178"/>
                  <a:pt x="90" y="175"/>
                  <a:pt x="88" y="173"/>
                </a:cubicBezTo>
                <a:cubicBezTo>
                  <a:pt x="84" y="170"/>
                  <a:pt x="85" y="166"/>
                  <a:pt x="87" y="164"/>
                </a:cubicBezTo>
                <a:cubicBezTo>
                  <a:pt x="87" y="163"/>
                  <a:pt x="90" y="160"/>
                  <a:pt x="94" y="163"/>
                </a:cubicBezTo>
                <a:cubicBezTo>
                  <a:pt x="95" y="163"/>
                  <a:pt x="96" y="164"/>
                  <a:pt x="98" y="165"/>
                </a:cubicBezTo>
                <a:cubicBezTo>
                  <a:pt x="103" y="169"/>
                  <a:pt x="111" y="175"/>
                  <a:pt x="115" y="179"/>
                </a:cubicBezTo>
                <a:cubicBezTo>
                  <a:pt x="117" y="181"/>
                  <a:pt x="119" y="180"/>
                  <a:pt x="119" y="180"/>
                </a:cubicBezTo>
                <a:cubicBezTo>
                  <a:pt x="122" y="179"/>
                  <a:pt x="123" y="173"/>
                  <a:pt x="123" y="169"/>
                </a:cubicBezTo>
                <a:cubicBezTo>
                  <a:pt x="123" y="169"/>
                  <a:pt x="123" y="168"/>
                  <a:pt x="123" y="168"/>
                </a:cubicBezTo>
                <a:cubicBezTo>
                  <a:pt x="94" y="107"/>
                  <a:pt x="94" y="107"/>
                  <a:pt x="94" y="107"/>
                </a:cubicBezTo>
                <a:cubicBezTo>
                  <a:pt x="92" y="101"/>
                  <a:pt x="93" y="96"/>
                  <a:pt x="97" y="94"/>
                </a:cubicBezTo>
                <a:cubicBezTo>
                  <a:pt x="99" y="93"/>
                  <a:pt x="102" y="93"/>
                  <a:pt x="104" y="94"/>
                </a:cubicBezTo>
                <a:cubicBezTo>
                  <a:pt x="106" y="95"/>
                  <a:pt x="108" y="97"/>
                  <a:pt x="108" y="99"/>
                </a:cubicBezTo>
                <a:cubicBezTo>
                  <a:pt x="108" y="100"/>
                  <a:pt x="108" y="100"/>
                  <a:pt x="108" y="100"/>
                </a:cubicBezTo>
                <a:cubicBezTo>
                  <a:pt x="125" y="136"/>
                  <a:pt x="125" y="136"/>
                  <a:pt x="125" y="136"/>
                </a:cubicBezTo>
                <a:cubicBezTo>
                  <a:pt x="126" y="137"/>
                  <a:pt x="127" y="137"/>
                  <a:pt x="128" y="137"/>
                </a:cubicBezTo>
                <a:cubicBezTo>
                  <a:pt x="129" y="137"/>
                  <a:pt x="130" y="136"/>
                  <a:pt x="130" y="135"/>
                </a:cubicBezTo>
                <a:cubicBezTo>
                  <a:pt x="130" y="133"/>
                  <a:pt x="130" y="131"/>
                  <a:pt x="132" y="130"/>
                </a:cubicBezTo>
                <a:cubicBezTo>
                  <a:pt x="136" y="127"/>
                  <a:pt x="141" y="127"/>
                  <a:pt x="146" y="128"/>
                </a:cubicBezTo>
                <a:cubicBezTo>
                  <a:pt x="147" y="129"/>
                  <a:pt x="148" y="129"/>
                  <a:pt x="149" y="127"/>
                </a:cubicBezTo>
                <a:cubicBezTo>
                  <a:pt x="150" y="124"/>
                  <a:pt x="154" y="122"/>
                  <a:pt x="157" y="122"/>
                </a:cubicBezTo>
                <a:cubicBezTo>
                  <a:pt x="161" y="122"/>
                  <a:pt x="164" y="122"/>
                  <a:pt x="165" y="124"/>
                </a:cubicBezTo>
                <a:cubicBezTo>
                  <a:pt x="166" y="125"/>
                  <a:pt x="166" y="125"/>
                  <a:pt x="167" y="125"/>
                </a:cubicBezTo>
                <a:cubicBezTo>
                  <a:pt x="168" y="125"/>
                  <a:pt x="169" y="125"/>
                  <a:pt x="169" y="124"/>
                </a:cubicBezTo>
                <a:cubicBezTo>
                  <a:pt x="170" y="122"/>
                  <a:pt x="173" y="120"/>
                  <a:pt x="176" y="120"/>
                </a:cubicBezTo>
                <a:cubicBezTo>
                  <a:pt x="178" y="120"/>
                  <a:pt x="183" y="121"/>
                  <a:pt x="186" y="128"/>
                </a:cubicBezTo>
                <a:cubicBezTo>
                  <a:pt x="188" y="132"/>
                  <a:pt x="190" y="140"/>
                  <a:pt x="192" y="148"/>
                </a:cubicBezTo>
                <a:cubicBezTo>
                  <a:pt x="194" y="156"/>
                  <a:pt x="196" y="164"/>
                  <a:pt x="198" y="167"/>
                </a:cubicBezTo>
                <a:cubicBezTo>
                  <a:pt x="199" y="170"/>
                  <a:pt x="199" y="175"/>
                  <a:pt x="198" y="180"/>
                </a:cubicBezTo>
                <a:cubicBezTo>
                  <a:pt x="198" y="188"/>
                  <a:pt x="197" y="198"/>
                  <a:pt x="201" y="207"/>
                </a:cubicBezTo>
                <a:cubicBezTo>
                  <a:pt x="202" y="208"/>
                  <a:pt x="203" y="208"/>
                  <a:pt x="204" y="208"/>
                </a:cubicBezTo>
                <a:cubicBezTo>
                  <a:pt x="205" y="207"/>
                  <a:pt x="206" y="206"/>
                  <a:pt x="205" y="205"/>
                </a:cubicBezTo>
                <a:close/>
                <a:moveTo>
                  <a:pt x="151" y="119"/>
                </a:moveTo>
                <a:cubicBezTo>
                  <a:pt x="149" y="120"/>
                  <a:pt x="147" y="122"/>
                  <a:pt x="145" y="124"/>
                </a:cubicBezTo>
                <a:cubicBezTo>
                  <a:pt x="140" y="122"/>
                  <a:pt x="134" y="123"/>
                  <a:pt x="130" y="126"/>
                </a:cubicBezTo>
                <a:cubicBezTo>
                  <a:pt x="129" y="127"/>
                  <a:pt x="128" y="127"/>
                  <a:pt x="127" y="128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112" y="94"/>
                  <a:pt x="109" y="91"/>
                  <a:pt x="106" y="89"/>
                </a:cubicBezTo>
                <a:cubicBezTo>
                  <a:pt x="102" y="88"/>
                  <a:pt x="99" y="88"/>
                  <a:pt x="95" y="89"/>
                </a:cubicBezTo>
                <a:cubicBezTo>
                  <a:pt x="89" y="92"/>
                  <a:pt x="86" y="101"/>
                  <a:pt x="90" y="109"/>
                </a:cubicBezTo>
                <a:cubicBezTo>
                  <a:pt x="119" y="169"/>
                  <a:pt x="119" y="169"/>
                  <a:pt x="119" y="169"/>
                </a:cubicBezTo>
                <a:cubicBezTo>
                  <a:pt x="119" y="172"/>
                  <a:pt x="118" y="174"/>
                  <a:pt x="118" y="175"/>
                </a:cubicBezTo>
                <a:cubicBezTo>
                  <a:pt x="113" y="171"/>
                  <a:pt x="106" y="166"/>
                  <a:pt x="100" y="162"/>
                </a:cubicBezTo>
                <a:cubicBezTo>
                  <a:pt x="99" y="161"/>
                  <a:pt x="98" y="160"/>
                  <a:pt x="97" y="159"/>
                </a:cubicBezTo>
                <a:cubicBezTo>
                  <a:pt x="92" y="156"/>
                  <a:pt x="87" y="157"/>
                  <a:pt x="83" y="161"/>
                </a:cubicBezTo>
                <a:cubicBezTo>
                  <a:pt x="80" y="166"/>
                  <a:pt x="79" y="173"/>
                  <a:pt x="85" y="177"/>
                </a:cubicBezTo>
                <a:cubicBezTo>
                  <a:pt x="87" y="178"/>
                  <a:pt x="91" y="182"/>
                  <a:pt x="95" y="186"/>
                </a:cubicBezTo>
                <a:cubicBezTo>
                  <a:pt x="96" y="186"/>
                  <a:pt x="97" y="187"/>
                  <a:pt x="98" y="188"/>
                </a:cubicBezTo>
                <a:cubicBezTo>
                  <a:pt x="21" y="188"/>
                  <a:pt x="21" y="188"/>
                  <a:pt x="21" y="188"/>
                </a:cubicBezTo>
                <a:cubicBezTo>
                  <a:pt x="21" y="22"/>
                  <a:pt x="21" y="22"/>
                  <a:pt x="21" y="22"/>
                </a:cubicBezTo>
                <a:cubicBezTo>
                  <a:pt x="151" y="22"/>
                  <a:pt x="151" y="22"/>
                  <a:pt x="151" y="22"/>
                </a:cubicBezTo>
                <a:lnTo>
                  <a:pt x="151" y="119"/>
                </a:lnTo>
                <a:close/>
                <a:moveTo>
                  <a:pt x="167" y="119"/>
                </a:moveTo>
                <a:cubicBezTo>
                  <a:pt x="167" y="119"/>
                  <a:pt x="167" y="119"/>
                  <a:pt x="167" y="119"/>
                </a:cubicBezTo>
                <a:cubicBezTo>
                  <a:pt x="164" y="118"/>
                  <a:pt x="161" y="117"/>
                  <a:pt x="157" y="117"/>
                </a:cubicBezTo>
                <a:cubicBezTo>
                  <a:pt x="156" y="117"/>
                  <a:pt x="156" y="117"/>
                  <a:pt x="155" y="118"/>
                </a:cubicBezTo>
                <a:cubicBezTo>
                  <a:pt x="155" y="20"/>
                  <a:pt x="155" y="20"/>
                  <a:pt x="155" y="20"/>
                </a:cubicBezTo>
                <a:cubicBezTo>
                  <a:pt x="155" y="19"/>
                  <a:pt x="154" y="18"/>
                  <a:pt x="153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8" y="18"/>
                  <a:pt x="17" y="19"/>
                  <a:pt x="17" y="20"/>
                </a:cubicBezTo>
                <a:cubicBezTo>
                  <a:pt x="17" y="190"/>
                  <a:pt x="17" y="190"/>
                  <a:pt x="17" y="190"/>
                </a:cubicBezTo>
                <a:cubicBezTo>
                  <a:pt x="17" y="191"/>
                  <a:pt x="18" y="192"/>
                  <a:pt x="19" y="192"/>
                </a:cubicBezTo>
                <a:cubicBezTo>
                  <a:pt x="103" y="192"/>
                  <a:pt x="103" y="192"/>
                  <a:pt x="103" y="192"/>
                </a:cubicBezTo>
                <a:cubicBezTo>
                  <a:pt x="115" y="202"/>
                  <a:pt x="124" y="210"/>
                  <a:pt x="127" y="211"/>
                </a:cubicBezTo>
                <a:cubicBezTo>
                  <a:pt x="131" y="212"/>
                  <a:pt x="138" y="219"/>
                  <a:pt x="144" y="228"/>
                </a:cubicBezTo>
                <a:cubicBezTo>
                  <a:pt x="14" y="228"/>
                  <a:pt x="14" y="228"/>
                  <a:pt x="14" y="228"/>
                </a:cubicBezTo>
                <a:cubicBezTo>
                  <a:pt x="10" y="228"/>
                  <a:pt x="5" y="224"/>
                  <a:pt x="5" y="219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8"/>
                  <a:pt x="10" y="5"/>
                  <a:pt x="14" y="5"/>
                </a:cubicBezTo>
                <a:cubicBezTo>
                  <a:pt x="158" y="5"/>
                  <a:pt x="158" y="5"/>
                  <a:pt x="158" y="5"/>
                </a:cubicBezTo>
                <a:cubicBezTo>
                  <a:pt x="162" y="5"/>
                  <a:pt x="167" y="8"/>
                  <a:pt x="167" y="14"/>
                </a:cubicBezTo>
                <a:lnTo>
                  <a:pt x="167" y="1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38" name="Freeform 9"/>
          <p:cNvSpPr>
            <a:spLocks noEditPoints="1"/>
          </p:cNvSpPr>
          <p:nvPr/>
        </p:nvSpPr>
        <p:spPr bwMode="auto">
          <a:xfrm>
            <a:off x="2805008" y="3847842"/>
            <a:ext cx="346756" cy="592263"/>
          </a:xfrm>
          <a:custGeom>
            <a:avLst/>
            <a:gdLst>
              <a:gd name="T0" fmla="*/ 120 w 138"/>
              <a:gd name="T1" fmla="*/ 0 h 236"/>
              <a:gd name="T2" fmla="*/ 18 w 138"/>
              <a:gd name="T3" fmla="*/ 0 h 236"/>
              <a:gd name="T4" fmla="*/ 0 w 138"/>
              <a:gd name="T5" fmla="*/ 18 h 236"/>
              <a:gd name="T6" fmla="*/ 0 w 138"/>
              <a:gd name="T7" fmla="*/ 219 h 236"/>
              <a:gd name="T8" fmla="*/ 18 w 138"/>
              <a:gd name="T9" fmla="*/ 236 h 236"/>
              <a:gd name="T10" fmla="*/ 120 w 138"/>
              <a:gd name="T11" fmla="*/ 236 h 236"/>
              <a:gd name="T12" fmla="*/ 138 w 138"/>
              <a:gd name="T13" fmla="*/ 219 h 236"/>
              <a:gd name="T14" fmla="*/ 138 w 138"/>
              <a:gd name="T15" fmla="*/ 18 h 236"/>
              <a:gd name="T16" fmla="*/ 120 w 138"/>
              <a:gd name="T17" fmla="*/ 0 h 236"/>
              <a:gd name="T18" fmla="*/ 133 w 138"/>
              <a:gd name="T19" fmla="*/ 219 h 236"/>
              <a:gd name="T20" fmla="*/ 120 w 138"/>
              <a:gd name="T21" fmla="*/ 232 h 236"/>
              <a:gd name="T22" fmla="*/ 18 w 138"/>
              <a:gd name="T23" fmla="*/ 232 h 236"/>
              <a:gd name="T24" fmla="*/ 5 w 138"/>
              <a:gd name="T25" fmla="*/ 219 h 236"/>
              <a:gd name="T26" fmla="*/ 5 w 138"/>
              <a:gd name="T27" fmla="*/ 199 h 236"/>
              <a:gd name="T28" fmla="*/ 133 w 138"/>
              <a:gd name="T29" fmla="*/ 199 h 236"/>
              <a:gd name="T30" fmla="*/ 133 w 138"/>
              <a:gd name="T31" fmla="*/ 219 h 236"/>
              <a:gd name="T32" fmla="*/ 133 w 138"/>
              <a:gd name="T33" fmla="*/ 194 h 236"/>
              <a:gd name="T34" fmla="*/ 5 w 138"/>
              <a:gd name="T35" fmla="*/ 194 h 236"/>
              <a:gd name="T36" fmla="*/ 5 w 138"/>
              <a:gd name="T37" fmla="*/ 35 h 236"/>
              <a:gd name="T38" fmla="*/ 133 w 138"/>
              <a:gd name="T39" fmla="*/ 35 h 236"/>
              <a:gd name="T40" fmla="*/ 133 w 138"/>
              <a:gd name="T41" fmla="*/ 194 h 236"/>
              <a:gd name="T42" fmla="*/ 133 w 138"/>
              <a:gd name="T43" fmla="*/ 30 h 236"/>
              <a:gd name="T44" fmla="*/ 5 w 138"/>
              <a:gd name="T45" fmla="*/ 30 h 236"/>
              <a:gd name="T46" fmla="*/ 5 w 138"/>
              <a:gd name="T47" fmla="*/ 18 h 236"/>
              <a:gd name="T48" fmla="*/ 18 w 138"/>
              <a:gd name="T49" fmla="*/ 5 h 236"/>
              <a:gd name="T50" fmla="*/ 120 w 138"/>
              <a:gd name="T51" fmla="*/ 5 h 236"/>
              <a:gd name="T52" fmla="*/ 133 w 138"/>
              <a:gd name="T53" fmla="*/ 18 h 236"/>
              <a:gd name="T54" fmla="*/ 133 w 138"/>
              <a:gd name="T55" fmla="*/ 30 h 236"/>
              <a:gd name="T56" fmla="*/ 87 w 138"/>
              <a:gd name="T57" fmla="*/ 16 h 236"/>
              <a:gd name="T58" fmla="*/ 51 w 138"/>
              <a:gd name="T59" fmla="*/ 16 h 236"/>
              <a:gd name="T60" fmla="*/ 49 w 138"/>
              <a:gd name="T61" fmla="*/ 18 h 236"/>
              <a:gd name="T62" fmla="*/ 51 w 138"/>
              <a:gd name="T63" fmla="*/ 20 h 236"/>
              <a:gd name="T64" fmla="*/ 87 w 138"/>
              <a:gd name="T65" fmla="*/ 20 h 236"/>
              <a:gd name="T66" fmla="*/ 89 w 138"/>
              <a:gd name="T67" fmla="*/ 18 h 236"/>
              <a:gd name="T68" fmla="*/ 87 w 138"/>
              <a:gd name="T69" fmla="*/ 16 h 236"/>
              <a:gd name="T70" fmla="*/ 69 w 138"/>
              <a:gd name="T71" fmla="*/ 226 h 236"/>
              <a:gd name="T72" fmla="*/ 79 w 138"/>
              <a:gd name="T73" fmla="*/ 216 h 236"/>
              <a:gd name="T74" fmla="*/ 69 w 138"/>
              <a:gd name="T75" fmla="*/ 205 h 236"/>
              <a:gd name="T76" fmla="*/ 59 w 138"/>
              <a:gd name="T77" fmla="*/ 216 h 236"/>
              <a:gd name="T78" fmla="*/ 69 w 138"/>
              <a:gd name="T79" fmla="*/ 226 h 236"/>
              <a:gd name="T80" fmla="*/ 69 w 138"/>
              <a:gd name="T81" fmla="*/ 210 h 236"/>
              <a:gd name="T82" fmla="*/ 75 w 138"/>
              <a:gd name="T83" fmla="*/ 216 h 236"/>
              <a:gd name="T84" fmla="*/ 69 w 138"/>
              <a:gd name="T85" fmla="*/ 221 h 236"/>
              <a:gd name="T86" fmla="*/ 63 w 138"/>
              <a:gd name="T87" fmla="*/ 216 h 236"/>
              <a:gd name="T88" fmla="*/ 69 w 138"/>
              <a:gd name="T89" fmla="*/ 210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8" h="236">
                <a:moveTo>
                  <a:pt x="120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19"/>
                  <a:pt x="0" y="219"/>
                  <a:pt x="0" y="219"/>
                </a:cubicBezTo>
                <a:cubicBezTo>
                  <a:pt x="0" y="228"/>
                  <a:pt x="8" y="236"/>
                  <a:pt x="18" y="236"/>
                </a:cubicBezTo>
                <a:cubicBezTo>
                  <a:pt x="120" y="236"/>
                  <a:pt x="120" y="236"/>
                  <a:pt x="120" y="236"/>
                </a:cubicBezTo>
                <a:cubicBezTo>
                  <a:pt x="130" y="236"/>
                  <a:pt x="138" y="228"/>
                  <a:pt x="138" y="219"/>
                </a:cubicBezTo>
                <a:cubicBezTo>
                  <a:pt x="138" y="18"/>
                  <a:pt x="138" y="18"/>
                  <a:pt x="138" y="18"/>
                </a:cubicBezTo>
                <a:cubicBezTo>
                  <a:pt x="138" y="8"/>
                  <a:pt x="130" y="0"/>
                  <a:pt x="120" y="0"/>
                </a:cubicBezTo>
                <a:close/>
                <a:moveTo>
                  <a:pt x="133" y="219"/>
                </a:moveTo>
                <a:cubicBezTo>
                  <a:pt x="133" y="226"/>
                  <a:pt x="127" y="232"/>
                  <a:pt x="120" y="232"/>
                </a:cubicBezTo>
                <a:cubicBezTo>
                  <a:pt x="18" y="232"/>
                  <a:pt x="18" y="232"/>
                  <a:pt x="18" y="232"/>
                </a:cubicBezTo>
                <a:cubicBezTo>
                  <a:pt x="11" y="232"/>
                  <a:pt x="5" y="226"/>
                  <a:pt x="5" y="219"/>
                </a:cubicBezTo>
                <a:cubicBezTo>
                  <a:pt x="5" y="199"/>
                  <a:pt x="5" y="199"/>
                  <a:pt x="5" y="199"/>
                </a:cubicBezTo>
                <a:cubicBezTo>
                  <a:pt x="133" y="199"/>
                  <a:pt x="133" y="199"/>
                  <a:pt x="133" y="199"/>
                </a:cubicBezTo>
                <a:lnTo>
                  <a:pt x="133" y="219"/>
                </a:lnTo>
                <a:close/>
                <a:moveTo>
                  <a:pt x="133" y="194"/>
                </a:moveTo>
                <a:cubicBezTo>
                  <a:pt x="5" y="194"/>
                  <a:pt x="5" y="194"/>
                  <a:pt x="5" y="194"/>
                </a:cubicBezTo>
                <a:cubicBezTo>
                  <a:pt x="5" y="35"/>
                  <a:pt x="5" y="35"/>
                  <a:pt x="5" y="35"/>
                </a:cubicBezTo>
                <a:cubicBezTo>
                  <a:pt x="133" y="35"/>
                  <a:pt x="133" y="35"/>
                  <a:pt x="133" y="35"/>
                </a:cubicBezTo>
                <a:lnTo>
                  <a:pt x="133" y="194"/>
                </a:lnTo>
                <a:close/>
                <a:moveTo>
                  <a:pt x="133" y="30"/>
                </a:moveTo>
                <a:cubicBezTo>
                  <a:pt x="5" y="30"/>
                  <a:pt x="5" y="30"/>
                  <a:pt x="5" y="30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1"/>
                  <a:pt x="11" y="5"/>
                  <a:pt x="18" y="5"/>
                </a:cubicBezTo>
                <a:cubicBezTo>
                  <a:pt x="120" y="5"/>
                  <a:pt x="120" y="5"/>
                  <a:pt x="120" y="5"/>
                </a:cubicBezTo>
                <a:cubicBezTo>
                  <a:pt x="127" y="5"/>
                  <a:pt x="133" y="11"/>
                  <a:pt x="133" y="18"/>
                </a:cubicBezTo>
                <a:lnTo>
                  <a:pt x="133" y="30"/>
                </a:lnTo>
                <a:close/>
                <a:moveTo>
                  <a:pt x="87" y="16"/>
                </a:moveTo>
                <a:cubicBezTo>
                  <a:pt x="51" y="16"/>
                  <a:pt x="51" y="16"/>
                  <a:pt x="51" y="16"/>
                </a:cubicBezTo>
                <a:cubicBezTo>
                  <a:pt x="50" y="16"/>
                  <a:pt x="49" y="17"/>
                  <a:pt x="49" y="18"/>
                </a:cubicBezTo>
                <a:cubicBezTo>
                  <a:pt x="49" y="19"/>
                  <a:pt x="50" y="20"/>
                  <a:pt x="51" y="20"/>
                </a:cubicBezTo>
                <a:cubicBezTo>
                  <a:pt x="87" y="20"/>
                  <a:pt x="87" y="20"/>
                  <a:pt x="87" y="20"/>
                </a:cubicBezTo>
                <a:cubicBezTo>
                  <a:pt x="88" y="20"/>
                  <a:pt x="89" y="19"/>
                  <a:pt x="89" y="18"/>
                </a:cubicBezTo>
                <a:cubicBezTo>
                  <a:pt x="89" y="17"/>
                  <a:pt x="88" y="16"/>
                  <a:pt x="87" y="16"/>
                </a:cubicBezTo>
                <a:close/>
                <a:moveTo>
                  <a:pt x="69" y="226"/>
                </a:moveTo>
                <a:cubicBezTo>
                  <a:pt x="75" y="226"/>
                  <a:pt x="79" y="221"/>
                  <a:pt x="79" y="216"/>
                </a:cubicBezTo>
                <a:cubicBezTo>
                  <a:pt x="79" y="210"/>
                  <a:pt x="75" y="205"/>
                  <a:pt x="69" y="205"/>
                </a:cubicBezTo>
                <a:cubicBezTo>
                  <a:pt x="63" y="205"/>
                  <a:pt x="59" y="210"/>
                  <a:pt x="59" y="216"/>
                </a:cubicBezTo>
                <a:cubicBezTo>
                  <a:pt x="59" y="221"/>
                  <a:pt x="63" y="226"/>
                  <a:pt x="69" y="226"/>
                </a:cubicBezTo>
                <a:close/>
                <a:moveTo>
                  <a:pt x="69" y="210"/>
                </a:moveTo>
                <a:cubicBezTo>
                  <a:pt x="72" y="210"/>
                  <a:pt x="75" y="213"/>
                  <a:pt x="75" y="216"/>
                </a:cubicBezTo>
                <a:cubicBezTo>
                  <a:pt x="75" y="219"/>
                  <a:pt x="72" y="221"/>
                  <a:pt x="69" y="221"/>
                </a:cubicBezTo>
                <a:cubicBezTo>
                  <a:pt x="66" y="221"/>
                  <a:pt x="63" y="219"/>
                  <a:pt x="63" y="216"/>
                </a:cubicBezTo>
                <a:cubicBezTo>
                  <a:pt x="63" y="213"/>
                  <a:pt x="66" y="210"/>
                  <a:pt x="69" y="2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39" name="Freeform 10"/>
          <p:cNvSpPr>
            <a:spLocks noEditPoints="1"/>
          </p:cNvSpPr>
          <p:nvPr/>
        </p:nvSpPr>
        <p:spPr bwMode="auto">
          <a:xfrm>
            <a:off x="8751557" y="3906980"/>
            <a:ext cx="483842" cy="473987"/>
          </a:xfrm>
          <a:custGeom>
            <a:avLst/>
            <a:gdLst>
              <a:gd name="T0" fmla="*/ 44 w 193"/>
              <a:gd name="T1" fmla="*/ 157 h 189"/>
              <a:gd name="T2" fmla="*/ 17 w 193"/>
              <a:gd name="T3" fmla="*/ 182 h 189"/>
              <a:gd name="T4" fmla="*/ 7 w 193"/>
              <a:gd name="T5" fmla="*/ 175 h 189"/>
              <a:gd name="T6" fmla="*/ 32 w 193"/>
              <a:gd name="T7" fmla="*/ 145 h 189"/>
              <a:gd name="T8" fmla="*/ 33 w 193"/>
              <a:gd name="T9" fmla="*/ 140 h 189"/>
              <a:gd name="T10" fmla="*/ 2 w 193"/>
              <a:gd name="T11" fmla="*/ 174 h 189"/>
              <a:gd name="T12" fmla="*/ 0 w 193"/>
              <a:gd name="T13" fmla="*/ 189 h 189"/>
              <a:gd name="T14" fmla="*/ 3 w 193"/>
              <a:gd name="T15" fmla="*/ 189 h 189"/>
              <a:gd name="T16" fmla="*/ 42 w 193"/>
              <a:gd name="T17" fmla="*/ 177 h 189"/>
              <a:gd name="T18" fmla="*/ 46 w 193"/>
              <a:gd name="T19" fmla="*/ 154 h 189"/>
              <a:gd name="T20" fmla="*/ 120 w 193"/>
              <a:gd name="T21" fmla="*/ 46 h 189"/>
              <a:gd name="T22" fmla="*/ 132 w 193"/>
              <a:gd name="T23" fmla="*/ 73 h 189"/>
              <a:gd name="T24" fmla="*/ 143 w 193"/>
              <a:gd name="T25" fmla="*/ 46 h 189"/>
              <a:gd name="T26" fmla="*/ 140 w 193"/>
              <a:gd name="T27" fmla="*/ 65 h 189"/>
              <a:gd name="T28" fmla="*/ 124 w 193"/>
              <a:gd name="T29" fmla="*/ 65 h 189"/>
              <a:gd name="T30" fmla="*/ 132 w 193"/>
              <a:gd name="T31" fmla="*/ 46 h 189"/>
              <a:gd name="T32" fmla="*/ 140 w 193"/>
              <a:gd name="T33" fmla="*/ 65 h 189"/>
              <a:gd name="T34" fmla="*/ 176 w 193"/>
              <a:gd name="T35" fmla="*/ 0 h 189"/>
              <a:gd name="T36" fmla="*/ 79 w 193"/>
              <a:gd name="T37" fmla="*/ 65 h 189"/>
              <a:gd name="T38" fmla="*/ 14 w 193"/>
              <a:gd name="T39" fmla="*/ 95 h 189"/>
              <a:gd name="T40" fmla="*/ 17 w 193"/>
              <a:gd name="T41" fmla="*/ 98 h 189"/>
              <a:gd name="T42" fmla="*/ 46 w 193"/>
              <a:gd name="T43" fmla="*/ 101 h 189"/>
              <a:gd name="T44" fmla="*/ 36 w 193"/>
              <a:gd name="T45" fmla="*/ 120 h 189"/>
              <a:gd name="T46" fmla="*/ 65 w 193"/>
              <a:gd name="T47" fmla="*/ 155 h 189"/>
              <a:gd name="T48" fmla="*/ 79 w 193"/>
              <a:gd name="T49" fmla="*/ 143 h 189"/>
              <a:gd name="T50" fmla="*/ 88 w 193"/>
              <a:gd name="T51" fmla="*/ 144 h 189"/>
              <a:gd name="T52" fmla="*/ 91 w 193"/>
              <a:gd name="T53" fmla="*/ 172 h 189"/>
              <a:gd name="T54" fmla="*/ 93 w 193"/>
              <a:gd name="T55" fmla="*/ 175 h 189"/>
              <a:gd name="T56" fmla="*/ 121 w 193"/>
              <a:gd name="T57" fmla="*/ 151 h 189"/>
              <a:gd name="T58" fmla="*/ 160 w 193"/>
              <a:gd name="T59" fmla="*/ 78 h 189"/>
              <a:gd name="T60" fmla="*/ 21 w 193"/>
              <a:gd name="T61" fmla="*/ 92 h 189"/>
              <a:gd name="T62" fmla="*/ 74 w 193"/>
              <a:gd name="T63" fmla="*/ 69 h 189"/>
              <a:gd name="T64" fmla="*/ 21 w 193"/>
              <a:gd name="T65" fmla="*/ 92 h 189"/>
              <a:gd name="T66" fmla="*/ 49 w 193"/>
              <a:gd name="T67" fmla="*/ 140 h 189"/>
              <a:gd name="T68" fmla="*/ 48 w 193"/>
              <a:gd name="T69" fmla="*/ 115 h 189"/>
              <a:gd name="T70" fmla="*/ 75 w 193"/>
              <a:gd name="T71" fmla="*/ 141 h 189"/>
              <a:gd name="T72" fmla="*/ 117 w 193"/>
              <a:gd name="T73" fmla="*/ 149 h 189"/>
              <a:gd name="T74" fmla="*/ 94 w 193"/>
              <a:gd name="T75" fmla="*/ 138 h 189"/>
              <a:gd name="T76" fmla="*/ 117 w 193"/>
              <a:gd name="T77" fmla="*/ 149 h 189"/>
              <a:gd name="T78" fmla="*/ 90 w 193"/>
              <a:gd name="T79" fmla="*/ 135 h 189"/>
              <a:gd name="T80" fmla="*/ 84 w 193"/>
              <a:gd name="T81" fmla="*/ 140 h 189"/>
              <a:gd name="T82" fmla="*/ 49 w 193"/>
              <a:gd name="T83" fmla="*/ 104 h 189"/>
              <a:gd name="T84" fmla="*/ 54 w 193"/>
              <a:gd name="T85" fmla="*/ 99 h 189"/>
              <a:gd name="T86" fmla="*/ 176 w 193"/>
              <a:gd name="T87" fmla="*/ 4 h 189"/>
              <a:gd name="T88" fmla="*/ 157 w 193"/>
              <a:gd name="T89" fmla="*/ 75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" h="189">
                <a:moveTo>
                  <a:pt x="46" y="154"/>
                </a:moveTo>
                <a:cubicBezTo>
                  <a:pt x="45" y="154"/>
                  <a:pt x="44" y="156"/>
                  <a:pt x="44" y="157"/>
                </a:cubicBezTo>
                <a:cubicBezTo>
                  <a:pt x="46" y="163"/>
                  <a:pt x="44" y="168"/>
                  <a:pt x="39" y="174"/>
                </a:cubicBezTo>
                <a:cubicBezTo>
                  <a:pt x="33" y="179"/>
                  <a:pt x="25" y="180"/>
                  <a:pt x="17" y="182"/>
                </a:cubicBezTo>
                <a:cubicBezTo>
                  <a:pt x="13" y="182"/>
                  <a:pt x="9" y="183"/>
                  <a:pt x="5" y="184"/>
                </a:cubicBezTo>
                <a:cubicBezTo>
                  <a:pt x="6" y="181"/>
                  <a:pt x="6" y="178"/>
                  <a:pt x="7" y="175"/>
                </a:cubicBezTo>
                <a:cubicBezTo>
                  <a:pt x="8" y="166"/>
                  <a:pt x="10" y="156"/>
                  <a:pt x="16" y="150"/>
                </a:cubicBezTo>
                <a:cubicBezTo>
                  <a:pt x="21" y="145"/>
                  <a:pt x="27" y="143"/>
                  <a:pt x="32" y="145"/>
                </a:cubicBezTo>
                <a:cubicBezTo>
                  <a:pt x="33" y="145"/>
                  <a:pt x="35" y="144"/>
                  <a:pt x="35" y="143"/>
                </a:cubicBezTo>
                <a:cubicBezTo>
                  <a:pt x="35" y="142"/>
                  <a:pt x="35" y="140"/>
                  <a:pt x="33" y="140"/>
                </a:cubicBezTo>
                <a:cubicBezTo>
                  <a:pt x="26" y="138"/>
                  <a:pt x="19" y="141"/>
                  <a:pt x="12" y="147"/>
                </a:cubicBezTo>
                <a:cubicBezTo>
                  <a:pt x="5" y="154"/>
                  <a:pt x="4" y="164"/>
                  <a:pt x="2" y="174"/>
                </a:cubicBezTo>
                <a:cubicBezTo>
                  <a:pt x="2" y="178"/>
                  <a:pt x="1" y="183"/>
                  <a:pt x="0" y="186"/>
                </a:cubicBezTo>
                <a:cubicBezTo>
                  <a:pt x="0" y="187"/>
                  <a:pt x="0" y="188"/>
                  <a:pt x="0" y="189"/>
                </a:cubicBezTo>
                <a:cubicBezTo>
                  <a:pt x="1" y="189"/>
                  <a:pt x="1" y="189"/>
                  <a:pt x="2" y="189"/>
                </a:cubicBezTo>
                <a:cubicBezTo>
                  <a:pt x="2" y="189"/>
                  <a:pt x="3" y="189"/>
                  <a:pt x="3" y="189"/>
                </a:cubicBezTo>
                <a:cubicBezTo>
                  <a:pt x="7" y="188"/>
                  <a:pt x="12" y="187"/>
                  <a:pt x="17" y="186"/>
                </a:cubicBezTo>
                <a:cubicBezTo>
                  <a:pt x="26" y="185"/>
                  <a:pt x="36" y="183"/>
                  <a:pt x="42" y="177"/>
                </a:cubicBezTo>
                <a:cubicBezTo>
                  <a:pt x="48" y="171"/>
                  <a:pt x="51" y="163"/>
                  <a:pt x="49" y="156"/>
                </a:cubicBezTo>
                <a:cubicBezTo>
                  <a:pt x="49" y="154"/>
                  <a:pt x="47" y="154"/>
                  <a:pt x="46" y="154"/>
                </a:cubicBezTo>
                <a:close/>
                <a:moveTo>
                  <a:pt x="132" y="42"/>
                </a:moveTo>
                <a:cubicBezTo>
                  <a:pt x="127" y="42"/>
                  <a:pt x="123" y="43"/>
                  <a:pt x="120" y="46"/>
                </a:cubicBezTo>
                <a:cubicBezTo>
                  <a:pt x="114" y="52"/>
                  <a:pt x="114" y="63"/>
                  <a:pt x="120" y="69"/>
                </a:cubicBezTo>
                <a:cubicBezTo>
                  <a:pt x="123" y="72"/>
                  <a:pt x="127" y="73"/>
                  <a:pt x="132" y="73"/>
                </a:cubicBezTo>
                <a:cubicBezTo>
                  <a:pt x="136" y="73"/>
                  <a:pt x="140" y="72"/>
                  <a:pt x="143" y="69"/>
                </a:cubicBezTo>
                <a:cubicBezTo>
                  <a:pt x="149" y="63"/>
                  <a:pt x="149" y="52"/>
                  <a:pt x="143" y="46"/>
                </a:cubicBezTo>
                <a:cubicBezTo>
                  <a:pt x="140" y="43"/>
                  <a:pt x="136" y="42"/>
                  <a:pt x="132" y="42"/>
                </a:cubicBezTo>
                <a:close/>
                <a:moveTo>
                  <a:pt x="140" y="65"/>
                </a:moveTo>
                <a:cubicBezTo>
                  <a:pt x="137" y="68"/>
                  <a:pt x="135" y="69"/>
                  <a:pt x="132" y="69"/>
                </a:cubicBezTo>
                <a:cubicBezTo>
                  <a:pt x="129" y="69"/>
                  <a:pt x="126" y="68"/>
                  <a:pt x="124" y="65"/>
                </a:cubicBezTo>
                <a:cubicBezTo>
                  <a:pt x="119" y="61"/>
                  <a:pt x="119" y="54"/>
                  <a:pt x="124" y="50"/>
                </a:cubicBezTo>
                <a:cubicBezTo>
                  <a:pt x="126" y="47"/>
                  <a:pt x="129" y="46"/>
                  <a:pt x="132" y="46"/>
                </a:cubicBezTo>
                <a:cubicBezTo>
                  <a:pt x="135" y="46"/>
                  <a:pt x="137" y="47"/>
                  <a:pt x="140" y="50"/>
                </a:cubicBezTo>
                <a:cubicBezTo>
                  <a:pt x="144" y="54"/>
                  <a:pt x="144" y="61"/>
                  <a:pt x="140" y="65"/>
                </a:cubicBezTo>
                <a:close/>
                <a:moveTo>
                  <a:pt x="187" y="2"/>
                </a:moveTo>
                <a:cubicBezTo>
                  <a:pt x="185" y="1"/>
                  <a:pt x="181" y="0"/>
                  <a:pt x="176" y="0"/>
                </a:cubicBezTo>
                <a:cubicBezTo>
                  <a:pt x="164" y="0"/>
                  <a:pt x="134" y="6"/>
                  <a:pt x="111" y="29"/>
                </a:cubicBezTo>
                <a:cubicBezTo>
                  <a:pt x="79" y="65"/>
                  <a:pt x="79" y="65"/>
                  <a:pt x="79" y="65"/>
                </a:cubicBezTo>
                <a:cubicBezTo>
                  <a:pt x="73" y="65"/>
                  <a:pt x="51" y="63"/>
                  <a:pt x="38" y="68"/>
                </a:cubicBezTo>
                <a:cubicBezTo>
                  <a:pt x="24" y="73"/>
                  <a:pt x="14" y="94"/>
                  <a:pt x="14" y="95"/>
                </a:cubicBezTo>
                <a:cubicBezTo>
                  <a:pt x="14" y="96"/>
                  <a:pt x="14" y="97"/>
                  <a:pt x="14" y="97"/>
                </a:cubicBezTo>
                <a:cubicBezTo>
                  <a:pt x="15" y="98"/>
                  <a:pt x="16" y="98"/>
                  <a:pt x="17" y="98"/>
                </a:cubicBezTo>
                <a:cubicBezTo>
                  <a:pt x="29" y="94"/>
                  <a:pt x="42" y="97"/>
                  <a:pt x="48" y="99"/>
                </a:cubicBezTo>
                <a:cubicBezTo>
                  <a:pt x="46" y="101"/>
                  <a:pt x="46" y="101"/>
                  <a:pt x="46" y="101"/>
                </a:cubicBezTo>
                <a:cubicBezTo>
                  <a:pt x="44" y="103"/>
                  <a:pt x="44" y="107"/>
                  <a:pt x="46" y="110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31" y="125"/>
                  <a:pt x="38" y="135"/>
                  <a:pt x="46" y="143"/>
                </a:cubicBezTo>
                <a:cubicBezTo>
                  <a:pt x="52" y="149"/>
                  <a:pt x="60" y="155"/>
                  <a:pt x="65" y="155"/>
                </a:cubicBezTo>
                <a:cubicBezTo>
                  <a:pt x="67" y="155"/>
                  <a:pt x="68" y="154"/>
                  <a:pt x="69" y="153"/>
                </a:cubicBezTo>
                <a:cubicBezTo>
                  <a:pt x="79" y="143"/>
                  <a:pt x="79" y="143"/>
                  <a:pt x="79" y="143"/>
                </a:cubicBezTo>
                <a:cubicBezTo>
                  <a:pt x="81" y="144"/>
                  <a:pt x="83" y="145"/>
                  <a:pt x="84" y="145"/>
                </a:cubicBezTo>
                <a:cubicBezTo>
                  <a:pt x="86" y="145"/>
                  <a:pt x="87" y="144"/>
                  <a:pt x="88" y="144"/>
                </a:cubicBezTo>
                <a:cubicBezTo>
                  <a:pt x="91" y="141"/>
                  <a:pt x="91" y="141"/>
                  <a:pt x="91" y="141"/>
                </a:cubicBezTo>
                <a:cubicBezTo>
                  <a:pt x="92" y="147"/>
                  <a:pt x="95" y="160"/>
                  <a:pt x="91" y="172"/>
                </a:cubicBezTo>
                <a:cubicBezTo>
                  <a:pt x="91" y="173"/>
                  <a:pt x="91" y="174"/>
                  <a:pt x="92" y="175"/>
                </a:cubicBezTo>
                <a:cubicBezTo>
                  <a:pt x="92" y="175"/>
                  <a:pt x="93" y="175"/>
                  <a:pt x="93" y="175"/>
                </a:cubicBezTo>
                <a:cubicBezTo>
                  <a:pt x="94" y="175"/>
                  <a:pt x="94" y="175"/>
                  <a:pt x="94" y="175"/>
                </a:cubicBezTo>
                <a:cubicBezTo>
                  <a:pt x="95" y="175"/>
                  <a:pt x="116" y="165"/>
                  <a:pt x="121" y="151"/>
                </a:cubicBezTo>
                <a:cubicBezTo>
                  <a:pt x="126" y="139"/>
                  <a:pt x="125" y="116"/>
                  <a:pt x="124" y="111"/>
                </a:cubicBezTo>
                <a:cubicBezTo>
                  <a:pt x="160" y="78"/>
                  <a:pt x="160" y="78"/>
                  <a:pt x="160" y="78"/>
                </a:cubicBezTo>
                <a:cubicBezTo>
                  <a:pt x="188" y="50"/>
                  <a:pt x="193" y="9"/>
                  <a:pt x="187" y="2"/>
                </a:cubicBezTo>
                <a:close/>
                <a:moveTo>
                  <a:pt x="21" y="92"/>
                </a:moveTo>
                <a:cubicBezTo>
                  <a:pt x="24" y="86"/>
                  <a:pt x="31" y="75"/>
                  <a:pt x="40" y="72"/>
                </a:cubicBezTo>
                <a:cubicBezTo>
                  <a:pt x="49" y="69"/>
                  <a:pt x="66" y="69"/>
                  <a:pt x="74" y="69"/>
                </a:cubicBezTo>
                <a:cubicBezTo>
                  <a:pt x="51" y="95"/>
                  <a:pt x="51" y="95"/>
                  <a:pt x="51" y="95"/>
                </a:cubicBezTo>
                <a:cubicBezTo>
                  <a:pt x="47" y="93"/>
                  <a:pt x="34" y="89"/>
                  <a:pt x="21" y="92"/>
                </a:cubicBezTo>
                <a:close/>
                <a:moveTo>
                  <a:pt x="66" y="150"/>
                </a:moveTo>
                <a:cubicBezTo>
                  <a:pt x="65" y="151"/>
                  <a:pt x="58" y="148"/>
                  <a:pt x="49" y="140"/>
                </a:cubicBezTo>
                <a:cubicBezTo>
                  <a:pt x="41" y="132"/>
                  <a:pt x="38" y="125"/>
                  <a:pt x="39" y="123"/>
                </a:cubicBezTo>
                <a:cubicBezTo>
                  <a:pt x="48" y="115"/>
                  <a:pt x="48" y="115"/>
                  <a:pt x="48" y="115"/>
                </a:cubicBezTo>
                <a:cubicBezTo>
                  <a:pt x="51" y="120"/>
                  <a:pt x="56" y="125"/>
                  <a:pt x="60" y="129"/>
                </a:cubicBezTo>
                <a:cubicBezTo>
                  <a:pt x="65" y="134"/>
                  <a:pt x="70" y="138"/>
                  <a:pt x="75" y="141"/>
                </a:cubicBezTo>
                <a:lnTo>
                  <a:pt x="66" y="150"/>
                </a:lnTo>
                <a:close/>
                <a:moveTo>
                  <a:pt x="117" y="149"/>
                </a:moveTo>
                <a:cubicBezTo>
                  <a:pt x="114" y="158"/>
                  <a:pt x="103" y="165"/>
                  <a:pt x="97" y="169"/>
                </a:cubicBezTo>
                <a:cubicBezTo>
                  <a:pt x="100" y="155"/>
                  <a:pt x="96" y="142"/>
                  <a:pt x="94" y="138"/>
                </a:cubicBezTo>
                <a:cubicBezTo>
                  <a:pt x="120" y="115"/>
                  <a:pt x="120" y="115"/>
                  <a:pt x="120" y="115"/>
                </a:cubicBezTo>
                <a:cubicBezTo>
                  <a:pt x="120" y="123"/>
                  <a:pt x="121" y="140"/>
                  <a:pt x="117" y="149"/>
                </a:cubicBezTo>
                <a:close/>
                <a:moveTo>
                  <a:pt x="90" y="135"/>
                </a:moveTo>
                <a:cubicBezTo>
                  <a:pt x="90" y="135"/>
                  <a:pt x="90" y="135"/>
                  <a:pt x="90" y="135"/>
                </a:cubicBezTo>
                <a:cubicBezTo>
                  <a:pt x="85" y="140"/>
                  <a:pt x="85" y="140"/>
                  <a:pt x="85" y="140"/>
                </a:cubicBezTo>
                <a:cubicBezTo>
                  <a:pt x="85" y="140"/>
                  <a:pt x="85" y="140"/>
                  <a:pt x="84" y="140"/>
                </a:cubicBezTo>
                <a:cubicBezTo>
                  <a:pt x="81" y="140"/>
                  <a:pt x="72" y="135"/>
                  <a:pt x="63" y="126"/>
                </a:cubicBezTo>
                <a:cubicBezTo>
                  <a:pt x="52" y="115"/>
                  <a:pt x="48" y="106"/>
                  <a:pt x="49" y="104"/>
                </a:cubicBezTo>
                <a:cubicBezTo>
                  <a:pt x="54" y="99"/>
                  <a:pt x="54" y="99"/>
                  <a:pt x="54" y="99"/>
                </a:cubicBezTo>
                <a:cubicBezTo>
                  <a:pt x="54" y="99"/>
                  <a:pt x="54" y="99"/>
                  <a:pt x="54" y="99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135" y="12"/>
                  <a:pt x="163" y="4"/>
                  <a:pt x="176" y="4"/>
                </a:cubicBezTo>
                <a:cubicBezTo>
                  <a:pt x="181" y="4"/>
                  <a:pt x="183" y="5"/>
                  <a:pt x="183" y="6"/>
                </a:cubicBezTo>
                <a:cubicBezTo>
                  <a:pt x="188" y="10"/>
                  <a:pt x="184" y="48"/>
                  <a:pt x="157" y="75"/>
                </a:cubicBezTo>
                <a:lnTo>
                  <a:pt x="90" y="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42" name="Freeform 13"/>
          <p:cNvSpPr>
            <a:spLocks noEditPoints="1"/>
          </p:cNvSpPr>
          <p:nvPr/>
        </p:nvSpPr>
        <p:spPr bwMode="auto">
          <a:xfrm>
            <a:off x="2952521" y="5585488"/>
            <a:ext cx="423809" cy="413953"/>
          </a:xfrm>
          <a:custGeom>
            <a:avLst/>
            <a:gdLst>
              <a:gd name="T0" fmla="*/ 153 w 169"/>
              <a:gd name="T1" fmla="*/ 144 h 165"/>
              <a:gd name="T2" fmla="*/ 134 w 169"/>
              <a:gd name="T3" fmla="*/ 144 h 165"/>
              <a:gd name="T4" fmla="*/ 144 w 169"/>
              <a:gd name="T5" fmla="*/ 139 h 165"/>
              <a:gd name="T6" fmla="*/ 144 w 169"/>
              <a:gd name="T7" fmla="*/ 149 h 165"/>
              <a:gd name="T8" fmla="*/ 144 w 169"/>
              <a:gd name="T9" fmla="*/ 139 h 165"/>
              <a:gd name="T10" fmla="*/ 168 w 169"/>
              <a:gd name="T11" fmla="*/ 49 h 165"/>
              <a:gd name="T12" fmla="*/ 143 w 169"/>
              <a:gd name="T13" fmla="*/ 0 h 165"/>
              <a:gd name="T14" fmla="*/ 24 w 169"/>
              <a:gd name="T15" fmla="*/ 2 h 165"/>
              <a:gd name="T16" fmla="*/ 0 w 169"/>
              <a:gd name="T17" fmla="*/ 49 h 165"/>
              <a:gd name="T18" fmla="*/ 0 w 169"/>
              <a:gd name="T19" fmla="*/ 163 h 165"/>
              <a:gd name="T20" fmla="*/ 166 w 169"/>
              <a:gd name="T21" fmla="*/ 165 h 165"/>
              <a:gd name="T22" fmla="*/ 169 w 169"/>
              <a:gd name="T23" fmla="*/ 50 h 165"/>
              <a:gd name="T24" fmla="*/ 27 w 169"/>
              <a:gd name="T25" fmla="*/ 5 h 165"/>
              <a:gd name="T26" fmla="*/ 163 w 169"/>
              <a:gd name="T27" fmla="*/ 48 h 165"/>
              <a:gd name="T28" fmla="*/ 27 w 169"/>
              <a:gd name="T29" fmla="*/ 5 h 165"/>
              <a:gd name="T30" fmla="*/ 5 w 169"/>
              <a:gd name="T31" fmla="*/ 160 h 165"/>
              <a:gd name="T32" fmla="*/ 164 w 169"/>
              <a:gd name="T33" fmla="*/ 127 h 165"/>
              <a:gd name="T34" fmla="*/ 164 w 169"/>
              <a:gd name="T35" fmla="*/ 123 h 165"/>
              <a:gd name="T36" fmla="*/ 5 w 169"/>
              <a:gd name="T37" fmla="*/ 90 h 165"/>
              <a:gd name="T38" fmla="*/ 164 w 169"/>
              <a:gd name="T39" fmla="*/ 123 h 165"/>
              <a:gd name="T40" fmla="*/ 5 w 169"/>
              <a:gd name="T41" fmla="*/ 85 h 165"/>
              <a:gd name="T42" fmla="*/ 164 w 169"/>
              <a:gd name="T43" fmla="*/ 53 h 165"/>
              <a:gd name="T44" fmla="*/ 122 w 169"/>
              <a:gd name="T45" fmla="*/ 79 h 165"/>
              <a:gd name="T46" fmla="*/ 122 w 169"/>
              <a:gd name="T47" fmla="*/ 59 h 165"/>
              <a:gd name="T48" fmla="*/ 122 w 169"/>
              <a:gd name="T49" fmla="*/ 79 h 165"/>
              <a:gd name="T50" fmla="*/ 127 w 169"/>
              <a:gd name="T51" fmla="*/ 69 h 165"/>
              <a:gd name="T52" fmla="*/ 117 w 169"/>
              <a:gd name="T53" fmla="*/ 69 h 165"/>
              <a:gd name="T54" fmla="*/ 144 w 169"/>
              <a:gd name="T55" fmla="*/ 79 h 165"/>
              <a:gd name="T56" fmla="*/ 144 w 169"/>
              <a:gd name="T57" fmla="*/ 59 h 165"/>
              <a:gd name="T58" fmla="*/ 144 w 169"/>
              <a:gd name="T59" fmla="*/ 79 h 165"/>
              <a:gd name="T60" fmla="*/ 149 w 169"/>
              <a:gd name="T61" fmla="*/ 69 h 165"/>
              <a:gd name="T62" fmla="*/ 139 w 169"/>
              <a:gd name="T63" fmla="*/ 69 h 165"/>
              <a:gd name="T64" fmla="*/ 122 w 169"/>
              <a:gd name="T65" fmla="*/ 116 h 165"/>
              <a:gd name="T66" fmla="*/ 122 w 169"/>
              <a:gd name="T67" fmla="*/ 97 h 165"/>
              <a:gd name="T68" fmla="*/ 122 w 169"/>
              <a:gd name="T69" fmla="*/ 116 h 165"/>
              <a:gd name="T70" fmla="*/ 127 w 169"/>
              <a:gd name="T71" fmla="*/ 106 h 165"/>
              <a:gd name="T72" fmla="*/ 117 w 169"/>
              <a:gd name="T73" fmla="*/ 106 h 165"/>
              <a:gd name="T74" fmla="*/ 122 w 169"/>
              <a:gd name="T75" fmla="*/ 154 h 165"/>
              <a:gd name="T76" fmla="*/ 122 w 169"/>
              <a:gd name="T77" fmla="*/ 134 h 165"/>
              <a:gd name="T78" fmla="*/ 122 w 169"/>
              <a:gd name="T79" fmla="*/ 154 h 165"/>
              <a:gd name="T80" fmla="*/ 127 w 169"/>
              <a:gd name="T81" fmla="*/ 144 h 165"/>
              <a:gd name="T82" fmla="*/ 117 w 169"/>
              <a:gd name="T83" fmla="*/ 144 h 165"/>
              <a:gd name="T84" fmla="*/ 144 w 169"/>
              <a:gd name="T85" fmla="*/ 116 h 165"/>
              <a:gd name="T86" fmla="*/ 144 w 169"/>
              <a:gd name="T87" fmla="*/ 97 h 165"/>
              <a:gd name="T88" fmla="*/ 144 w 169"/>
              <a:gd name="T89" fmla="*/ 116 h 165"/>
              <a:gd name="T90" fmla="*/ 149 w 169"/>
              <a:gd name="T91" fmla="*/ 106 h 165"/>
              <a:gd name="T92" fmla="*/ 139 w 169"/>
              <a:gd name="T93" fmla="*/ 106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9" h="165">
                <a:moveTo>
                  <a:pt x="144" y="154"/>
                </a:moveTo>
                <a:cubicBezTo>
                  <a:pt x="149" y="154"/>
                  <a:pt x="153" y="149"/>
                  <a:pt x="153" y="144"/>
                </a:cubicBezTo>
                <a:cubicBezTo>
                  <a:pt x="153" y="139"/>
                  <a:pt x="149" y="134"/>
                  <a:pt x="144" y="134"/>
                </a:cubicBezTo>
                <a:cubicBezTo>
                  <a:pt x="138" y="134"/>
                  <a:pt x="134" y="139"/>
                  <a:pt x="134" y="144"/>
                </a:cubicBezTo>
                <a:cubicBezTo>
                  <a:pt x="134" y="149"/>
                  <a:pt x="138" y="154"/>
                  <a:pt x="144" y="154"/>
                </a:cubicBezTo>
                <a:close/>
                <a:moveTo>
                  <a:pt x="144" y="139"/>
                </a:moveTo>
                <a:cubicBezTo>
                  <a:pt x="146" y="139"/>
                  <a:pt x="149" y="141"/>
                  <a:pt x="149" y="144"/>
                </a:cubicBezTo>
                <a:cubicBezTo>
                  <a:pt x="149" y="147"/>
                  <a:pt x="146" y="149"/>
                  <a:pt x="144" y="149"/>
                </a:cubicBezTo>
                <a:cubicBezTo>
                  <a:pt x="141" y="149"/>
                  <a:pt x="139" y="147"/>
                  <a:pt x="139" y="144"/>
                </a:cubicBezTo>
                <a:cubicBezTo>
                  <a:pt x="139" y="141"/>
                  <a:pt x="141" y="139"/>
                  <a:pt x="144" y="139"/>
                </a:cubicBezTo>
                <a:close/>
                <a:moveTo>
                  <a:pt x="168" y="49"/>
                </a:moveTo>
                <a:cubicBezTo>
                  <a:pt x="168" y="49"/>
                  <a:pt x="168" y="49"/>
                  <a:pt x="168" y="49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1"/>
                  <a:pt x="144" y="0"/>
                  <a:pt x="14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5" y="0"/>
                  <a:pt x="24" y="1"/>
                  <a:pt x="24" y="2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64"/>
                  <a:pt x="1" y="165"/>
                  <a:pt x="2" y="165"/>
                </a:cubicBezTo>
                <a:cubicBezTo>
                  <a:pt x="166" y="165"/>
                  <a:pt x="166" y="165"/>
                  <a:pt x="166" y="165"/>
                </a:cubicBezTo>
                <a:cubicBezTo>
                  <a:pt x="168" y="165"/>
                  <a:pt x="169" y="164"/>
                  <a:pt x="169" y="163"/>
                </a:cubicBezTo>
                <a:cubicBezTo>
                  <a:pt x="169" y="50"/>
                  <a:pt x="169" y="50"/>
                  <a:pt x="169" y="50"/>
                </a:cubicBezTo>
                <a:cubicBezTo>
                  <a:pt x="169" y="50"/>
                  <a:pt x="169" y="50"/>
                  <a:pt x="168" y="49"/>
                </a:cubicBezTo>
                <a:close/>
                <a:moveTo>
                  <a:pt x="27" y="5"/>
                </a:moveTo>
                <a:cubicBezTo>
                  <a:pt x="141" y="5"/>
                  <a:pt x="141" y="5"/>
                  <a:pt x="141" y="5"/>
                </a:cubicBezTo>
                <a:cubicBezTo>
                  <a:pt x="163" y="48"/>
                  <a:pt x="163" y="48"/>
                  <a:pt x="163" y="48"/>
                </a:cubicBezTo>
                <a:cubicBezTo>
                  <a:pt x="6" y="48"/>
                  <a:pt x="6" y="48"/>
                  <a:pt x="6" y="48"/>
                </a:cubicBezTo>
                <a:lnTo>
                  <a:pt x="27" y="5"/>
                </a:lnTo>
                <a:close/>
                <a:moveTo>
                  <a:pt x="164" y="160"/>
                </a:moveTo>
                <a:cubicBezTo>
                  <a:pt x="5" y="160"/>
                  <a:pt x="5" y="160"/>
                  <a:pt x="5" y="160"/>
                </a:cubicBezTo>
                <a:cubicBezTo>
                  <a:pt x="5" y="127"/>
                  <a:pt x="5" y="127"/>
                  <a:pt x="5" y="127"/>
                </a:cubicBezTo>
                <a:cubicBezTo>
                  <a:pt x="164" y="127"/>
                  <a:pt x="164" y="127"/>
                  <a:pt x="164" y="127"/>
                </a:cubicBezTo>
                <a:lnTo>
                  <a:pt x="164" y="160"/>
                </a:lnTo>
                <a:close/>
                <a:moveTo>
                  <a:pt x="164" y="123"/>
                </a:moveTo>
                <a:cubicBezTo>
                  <a:pt x="5" y="123"/>
                  <a:pt x="5" y="123"/>
                  <a:pt x="5" y="123"/>
                </a:cubicBezTo>
                <a:cubicBezTo>
                  <a:pt x="5" y="90"/>
                  <a:pt x="5" y="90"/>
                  <a:pt x="5" y="90"/>
                </a:cubicBezTo>
                <a:cubicBezTo>
                  <a:pt x="164" y="90"/>
                  <a:pt x="164" y="90"/>
                  <a:pt x="164" y="90"/>
                </a:cubicBezTo>
                <a:lnTo>
                  <a:pt x="164" y="123"/>
                </a:lnTo>
                <a:close/>
                <a:moveTo>
                  <a:pt x="164" y="85"/>
                </a:moveTo>
                <a:cubicBezTo>
                  <a:pt x="5" y="85"/>
                  <a:pt x="5" y="85"/>
                  <a:pt x="5" y="85"/>
                </a:cubicBezTo>
                <a:cubicBezTo>
                  <a:pt x="5" y="53"/>
                  <a:pt x="5" y="53"/>
                  <a:pt x="5" y="53"/>
                </a:cubicBezTo>
                <a:cubicBezTo>
                  <a:pt x="164" y="53"/>
                  <a:pt x="164" y="53"/>
                  <a:pt x="164" y="53"/>
                </a:cubicBezTo>
                <a:lnTo>
                  <a:pt x="164" y="85"/>
                </a:lnTo>
                <a:close/>
                <a:moveTo>
                  <a:pt x="122" y="79"/>
                </a:moveTo>
                <a:cubicBezTo>
                  <a:pt x="127" y="79"/>
                  <a:pt x="131" y="74"/>
                  <a:pt x="131" y="69"/>
                </a:cubicBezTo>
                <a:cubicBezTo>
                  <a:pt x="131" y="64"/>
                  <a:pt x="127" y="59"/>
                  <a:pt x="122" y="59"/>
                </a:cubicBezTo>
                <a:cubicBezTo>
                  <a:pt x="116" y="59"/>
                  <a:pt x="112" y="64"/>
                  <a:pt x="112" y="69"/>
                </a:cubicBezTo>
                <a:cubicBezTo>
                  <a:pt x="112" y="74"/>
                  <a:pt x="116" y="79"/>
                  <a:pt x="122" y="79"/>
                </a:cubicBezTo>
                <a:close/>
                <a:moveTo>
                  <a:pt x="122" y="64"/>
                </a:moveTo>
                <a:cubicBezTo>
                  <a:pt x="125" y="64"/>
                  <a:pt x="127" y="66"/>
                  <a:pt x="127" y="69"/>
                </a:cubicBezTo>
                <a:cubicBezTo>
                  <a:pt x="127" y="72"/>
                  <a:pt x="125" y="74"/>
                  <a:pt x="122" y="74"/>
                </a:cubicBezTo>
                <a:cubicBezTo>
                  <a:pt x="119" y="74"/>
                  <a:pt x="117" y="72"/>
                  <a:pt x="117" y="69"/>
                </a:cubicBezTo>
                <a:cubicBezTo>
                  <a:pt x="117" y="66"/>
                  <a:pt x="119" y="64"/>
                  <a:pt x="122" y="64"/>
                </a:cubicBezTo>
                <a:close/>
                <a:moveTo>
                  <a:pt x="144" y="79"/>
                </a:moveTo>
                <a:cubicBezTo>
                  <a:pt x="149" y="79"/>
                  <a:pt x="153" y="74"/>
                  <a:pt x="153" y="69"/>
                </a:cubicBezTo>
                <a:cubicBezTo>
                  <a:pt x="153" y="64"/>
                  <a:pt x="149" y="59"/>
                  <a:pt x="144" y="59"/>
                </a:cubicBezTo>
                <a:cubicBezTo>
                  <a:pt x="138" y="59"/>
                  <a:pt x="134" y="64"/>
                  <a:pt x="134" y="69"/>
                </a:cubicBezTo>
                <a:cubicBezTo>
                  <a:pt x="134" y="74"/>
                  <a:pt x="138" y="79"/>
                  <a:pt x="144" y="79"/>
                </a:cubicBezTo>
                <a:close/>
                <a:moveTo>
                  <a:pt x="144" y="64"/>
                </a:moveTo>
                <a:cubicBezTo>
                  <a:pt x="146" y="64"/>
                  <a:pt x="149" y="66"/>
                  <a:pt x="149" y="69"/>
                </a:cubicBezTo>
                <a:cubicBezTo>
                  <a:pt x="149" y="72"/>
                  <a:pt x="146" y="74"/>
                  <a:pt x="144" y="74"/>
                </a:cubicBezTo>
                <a:cubicBezTo>
                  <a:pt x="141" y="74"/>
                  <a:pt x="139" y="72"/>
                  <a:pt x="139" y="69"/>
                </a:cubicBezTo>
                <a:cubicBezTo>
                  <a:pt x="139" y="66"/>
                  <a:pt x="141" y="64"/>
                  <a:pt x="144" y="64"/>
                </a:cubicBezTo>
                <a:close/>
                <a:moveTo>
                  <a:pt x="122" y="116"/>
                </a:moveTo>
                <a:cubicBezTo>
                  <a:pt x="127" y="116"/>
                  <a:pt x="131" y="112"/>
                  <a:pt x="131" y="106"/>
                </a:cubicBezTo>
                <a:cubicBezTo>
                  <a:pt x="131" y="101"/>
                  <a:pt x="127" y="97"/>
                  <a:pt x="122" y="97"/>
                </a:cubicBezTo>
                <a:cubicBezTo>
                  <a:pt x="116" y="97"/>
                  <a:pt x="112" y="101"/>
                  <a:pt x="112" y="106"/>
                </a:cubicBezTo>
                <a:cubicBezTo>
                  <a:pt x="112" y="112"/>
                  <a:pt x="116" y="116"/>
                  <a:pt x="122" y="116"/>
                </a:cubicBezTo>
                <a:close/>
                <a:moveTo>
                  <a:pt x="122" y="101"/>
                </a:moveTo>
                <a:cubicBezTo>
                  <a:pt x="125" y="101"/>
                  <a:pt x="127" y="104"/>
                  <a:pt x="127" y="106"/>
                </a:cubicBezTo>
                <a:cubicBezTo>
                  <a:pt x="127" y="109"/>
                  <a:pt x="125" y="111"/>
                  <a:pt x="122" y="111"/>
                </a:cubicBezTo>
                <a:cubicBezTo>
                  <a:pt x="119" y="111"/>
                  <a:pt x="117" y="109"/>
                  <a:pt x="117" y="106"/>
                </a:cubicBezTo>
                <a:cubicBezTo>
                  <a:pt x="117" y="104"/>
                  <a:pt x="119" y="101"/>
                  <a:pt x="122" y="101"/>
                </a:cubicBezTo>
                <a:close/>
                <a:moveTo>
                  <a:pt x="122" y="154"/>
                </a:moveTo>
                <a:cubicBezTo>
                  <a:pt x="127" y="154"/>
                  <a:pt x="131" y="149"/>
                  <a:pt x="131" y="144"/>
                </a:cubicBezTo>
                <a:cubicBezTo>
                  <a:pt x="131" y="139"/>
                  <a:pt x="127" y="134"/>
                  <a:pt x="122" y="134"/>
                </a:cubicBezTo>
                <a:cubicBezTo>
                  <a:pt x="116" y="134"/>
                  <a:pt x="112" y="139"/>
                  <a:pt x="112" y="144"/>
                </a:cubicBezTo>
                <a:cubicBezTo>
                  <a:pt x="112" y="149"/>
                  <a:pt x="116" y="154"/>
                  <a:pt x="122" y="154"/>
                </a:cubicBezTo>
                <a:close/>
                <a:moveTo>
                  <a:pt x="122" y="139"/>
                </a:moveTo>
                <a:cubicBezTo>
                  <a:pt x="125" y="139"/>
                  <a:pt x="127" y="141"/>
                  <a:pt x="127" y="144"/>
                </a:cubicBezTo>
                <a:cubicBezTo>
                  <a:pt x="127" y="147"/>
                  <a:pt x="125" y="149"/>
                  <a:pt x="122" y="149"/>
                </a:cubicBezTo>
                <a:cubicBezTo>
                  <a:pt x="119" y="149"/>
                  <a:pt x="117" y="147"/>
                  <a:pt x="117" y="144"/>
                </a:cubicBezTo>
                <a:cubicBezTo>
                  <a:pt x="117" y="141"/>
                  <a:pt x="119" y="139"/>
                  <a:pt x="122" y="139"/>
                </a:cubicBezTo>
                <a:close/>
                <a:moveTo>
                  <a:pt x="144" y="116"/>
                </a:moveTo>
                <a:cubicBezTo>
                  <a:pt x="149" y="116"/>
                  <a:pt x="153" y="112"/>
                  <a:pt x="153" y="106"/>
                </a:cubicBezTo>
                <a:cubicBezTo>
                  <a:pt x="153" y="101"/>
                  <a:pt x="149" y="97"/>
                  <a:pt x="144" y="97"/>
                </a:cubicBezTo>
                <a:cubicBezTo>
                  <a:pt x="138" y="97"/>
                  <a:pt x="134" y="101"/>
                  <a:pt x="134" y="106"/>
                </a:cubicBezTo>
                <a:cubicBezTo>
                  <a:pt x="134" y="112"/>
                  <a:pt x="138" y="116"/>
                  <a:pt x="144" y="116"/>
                </a:cubicBezTo>
                <a:close/>
                <a:moveTo>
                  <a:pt x="144" y="101"/>
                </a:moveTo>
                <a:cubicBezTo>
                  <a:pt x="146" y="101"/>
                  <a:pt x="149" y="104"/>
                  <a:pt x="149" y="106"/>
                </a:cubicBezTo>
                <a:cubicBezTo>
                  <a:pt x="149" y="109"/>
                  <a:pt x="146" y="111"/>
                  <a:pt x="144" y="111"/>
                </a:cubicBezTo>
                <a:cubicBezTo>
                  <a:pt x="141" y="111"/>
                  <a:pt x="139" y="109"/>
                  <a:pt x="139" y="106"/>
                </a:cubicBezTo>
                <a:cubicBezTo>
                  <a:pt x="139" y="104"/>
                  <a:pt x="141" y="101"/>
                  <a:pt x="144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43" name="Freeform 14"/>
          <p:cNvSpPr>
            <a:spLocks noEditPoints="1"/>
          </p:cNvSpPr>
          <p:nvPr/>
        </p:nvSpPr>
        <p:spPr bwMode="auto">
          <a:xfrm>
            <a:off x="8507165" y="5551888"/>
            <a:ext cx="481154" cy="481154"/>
          </a:xfrm>
          <a:custGeom>
            <a:avLst/>
            <a:gdLst>
              <a:gd name="T0" fmla="*/ 34 w 192"/>
              <a:gd name="T1" fmla="*/ 158 h 192"/>
              <a:gd name="T2" fmla="*/ 20 w 192"/>
              <a:gd name="T3" fmla="*/ 130 h 192"/>
              <a:gd name="T4" fmla="*/ 30 w 192"/>
              <a:gd name="T5" fmla="*/ 162 h 192"/>
              <a:gd name="T6" fmla="*/ 60 w 192"/>
              <a:gd name="T7" fmla="*/ 174 h 192"/>
              <a:gd name="T8" fmla="*/ 60 w 192"/>
              <a:gd name="T9" fmla="*/ 170 h 192"/>
              <a:gd name="T10" fmla="*/ 25 w 192"/>
              <a:gd name="T11" fmla="*/ 167 h 192"/>
              <a:gd name="T12" fmla="*/ 7 w 192"/>
              <a:gd name="T13" fmla="*/ 130 h 192"/>
              <a:gd name="T14" fmla="*/ 5 w 192"/>
              <a:gd name="T15" fmla="*/ 132 h 192"/>
              <a:gd name="T16" fmla="*/ 60 w 192"/>
              <a:gd name="T17" fmla="*/ 187 h 192"/>
              <a:gd name="T18" fmla="*/ 62 w 192"/>
              <a:gd name="T19" fmla="*/ 184 h 192"/>
              <a:gd name="T20" fmla="*/ 191 w 192"/>
              <a:gd name="T21" fmla="*/ 163 h 192"/>
              <a:gd name="T22" fmla="*/ 144 w 192"/>
              <a:gd name="T23" fmla="*/ 119 h 192"/>
              <a:gd name="T24" fmla="*/ 123 w 192"/>
              <a:gd name="T25" fmla="*/ 119 h 192"/>
              <a:gd name="T26" fmla="*/ 145 w 192"/>
              <a:gd name="T27" fmla="*/ 47 h 192"/>
              <a:gd name="T28" fmla="*/ 94 w 192"/>
              <a:gd name="T29" fmla="*/ 47 h 192"/>
              <a:gd name="T30" fmla="*/ 62 w 192"/>
              <a:gd name="T31" fmla="*/ 59 h 192"/>
              <a:gd name="T32" fmla="*/ 73 w 192"/>
              <a:gd name="T33" fmla="*/ 45 h 192"/>
              <a:gd name="T34" fmla="*/ 25 w 192"/>
              <a:gd name="T35" fmla="*/ 0 h 192"/>
              <a:gd name="T36" fmla="*/ 0 w 192"/>
              <a:gd name="T37" fmla="*/ 29 h 192"/>
              <a:gd name="T38" fmla="*/ 47 w 192"/>
              <a:gd name="T39" fmla="*/ 74 h 192"/>
              <a:gd name="T40" fmla="*/ 59 w 192"/>
              <a:gd name="T41" fmla="*/ 62 h 192"/>
              <a:gd name="T42" fmla="*/ 52 w 192"/>
              <a:gd name="T43" fmla="*/ 90 h 192"/>
              <a:gd name="T44" fmla="*/ 63 w 192"/>
              <a:gd name="T45" fmla="*/ 104 h 192"/>
              <a:gd name="T46" fmla="*/ 28 w 192"/>
              <a:gd name="T47" fmla="*/ 113 h 192"/>
              <a:gd name="T48" fmla="*/ 75 w 192"/>
              <a:gd name="T49" fmla="*/ 164 h 192"/>
              <a:gd name="T50" fmla="*/ 78 w 192"/>
              <a:gd name="T51" fmla="*/ 164 h 192"/>
              <a:gd name="T52" fmla="*/ 88 w 192"/>
              <a:gd name="T53" fmla="*/ 129 h 192"/>
              <a:gd name="T54" fmla="*/ 100 w 192"/>
              <a:gd name="T55" fmla="*/ 141 h 192"/>
              <a:gd name="T56" fmla="*/ 120 w 192"/>
              <a:gd name="T57" fmla="*/ 123 h 192"/>
              <a:gd name="T58" fmla="*/ 119 w 192"/>
              <a:gd name="T59" fmla="*/ 144 h 192"/>
              <a:gd name="T60" fmla="*/ 119 w 192"/>
              <a:gd name="T61" fmla="*/ 147 h 192"/>
              <a:gd name="T62" fmla="*/ 165 w 192"/>
              <a:gd name="T63" fmla="*/ 192 h 192"/>
              <a:gd name="T64" fmla="*/ 191 w 192"/>
              <a:gd name="T65" fmla="*/ 166 h 192"/>
              <a:gd name="T66" fmla="*/ 191 w 192"/>
              <a:gd name="T67" fmla="*/ 163 h 192"/>
              <a:gd name="T68" fmla="*/ 57 w 192"/>
              <a:gd name="T69" fmla="*/ 57 h 192"/>
              <a:gd name="T70" fmla="*/ 47 w 192"/>
              <a:gd name="T71" fmla="*/ 68 h 192"/>
              <a:gd name="T72" fmla="*/ 27 w 192"/>
              <a:gd name="T73" fmla="*/ 5 h 192"/>
              <a:gd name="T74" fmla="*/ 57 w 192"/>
              <a:gd name="T75" fmla="*/ 57 h 192"/>
              <a:gd name="T76" fmla="*/ 33 w 192"/>
              <a:gd name="T77" fmla="*/ 115 h 192"/>
              <a:gd name="T78" fmla="*/ 75 w 192"/>
              <a:gd name="T79" fmla="*/ 117 h 192"/>
              <a:gd name="T80" fmla="*/ 77 w 192"/>
              <a:gd name="T81" fmla="*/ 159 h 192"/>
              <a:gd name="T82" fmla="*/ 118 w 192"/>
              <a:gd name="T83" fmla="*/ 118 h 192"/>
              <a:gd name="T84" fmla="*/ 100 w 192"/>
              <a:gd name="T85" fmla="*/ 135 h 192"/>
              <a:gd name="T86" fmla="*/ 98 w 192"/>
              <a:gd name="T87" fmla="*/ 50 h 192"/>
              <a:gd name="T88" fmla="*/ 142 w 192"/>
              <a:gd name="T89" fmla="*/ 50 h 192"/>
              <a:gd name="T90" fmla="*/ 118 w 192"/>
              <a:gd name="T91" fmla="*/ 118 h 192"/>
              <a:gd name="T92" fmla="*/ 124 w 192"/>
              <a:gd name="T93" fmla="*/ 145 h 192"/>
              <a:gd name="T94" fmla="*/ 186 w 192"/>
              <a:gd name="T95" fmla="*/ 165 h 192"/>
              <a:gd name="T96" fmla="*/ 60 w 192"/>
              <a:gd name="T97" fmla="*/ 157 h 192"/>
              <a:gd name="T98" fmla="*/ 35 w 192"/>
              <a:gd name="T99" fmla="*/ 132 h 192"/>
              <a:gd name="T100" fmla="*/ 32 w 192"/>
              <a:gd name="T101" fmla="*/ 129 h 192"/>
              <a:gd name="T102" fmla="*/ 39 w 192"/>
              <a:gd name="T103" fmla="*/ 153 h 192"/>
              <a:gd name="T104" fmla="*/ 60 w 192"/>
              <a:gd name="T105" fmla="*/ 162 h 192"/>
              <a:gd name="T106" fmla="*/ 60 w 192"/>
              <a:gd name="T107" fmla="*/ 15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2" h="192">
                <a:moveTo>
                  <a:pt x="60" y="170"/>
                </a:moveTo>
                <a:cubicBezTo>
                  <a:pt x="50" y="169"/>
                  <a:pt x="41" y="165"/>
                  <a:pt x="34" y="158"/>
                </a:cubicBezTo>
                <a:cubicBezTo>
                  <a:pt x="26" y="151"/>
                  <a:pt x="22" y="142"/>
                  <a:pt x="22" y="132"/>
                </a:cubicBezTo>
                <a:cubicBezTo>
                  <a:pt x="22" y="131"/>
                  <a:pt x="21" y="129"/>
                  <a:pt x="20" y="130"/>
                </a:cubicBezTo>
                <a:cubicBezTo>
                  <a:pt x="19" y="130"/>
                  <a:pt x="18" y="131"/>
                  <a:pt x="18" y="132"/>
                </a:cubicBezTo>
                <a:cubicBezTo>
                  <a:pt x="18" y="143"/>
                  <a:pt x="22" y="154"/>
                  <a:pt x="30" y="162"/>
                </a:cubicBezTo>
                <a:cubicBezTo>
                  <a:pt x="38" y="169"/>
                  <a:pt x="49" y="174"/>
                  <a:pt x="60" y="174"/>
                </a:cubicBezTo>
                <a:cubicBezTo>
                  <a:pt x="60" y="174"/>
                  <a:pt x="60" y="174"/>
                  <a:pt x="60" y="174"/>
                </a:cubicBezTo>
                <a:cubicBezTo>
                  <a:pt x="61" y="174"/>
                  <a:pt x="62" y="173"/>
                  <a:pt x="62" y="172"/>
                </a:cubicBezTo>
                <a:cubicBezTo>
                  <a:pt x="62" y="171"/>
                  <a:pt x="61" y="170"/>
                  <a:pt x="60" y="170"/>
                </a:cubicBezTo>
                <a:close/>
                <a:moveTo>
                  <a:pt x="60" y="182"/>
                </a:moveTo>
                <a:cubicBezTo>
                  <a:pt x="46" y="182"/>
                  <a:pt x="34" y="176"/>
                  <a:pt x="25" y="167"/>
                </a:cubicBezTo>
                <a:cubicBezTo>
                  <a:pt x="15" y="158"/>
                  <a:pt x="10" y="145"/>
                  <a:pt x="10" y="132"/>
                </a:cubicBezTo>
                <a:cubicBezTo>
                  <a:pt x="10" y="131"/>
                  <a:pt x="9" y="130"/>
                  <a:pt x="7" y="130"/>
                </a:cubicBezTo>
                <a:cubicBezTo>
                  <a:pt x="7" y="130"/>
                  <a:pt x="7" y="130"/>
                  <a:pt x="7" y="130"/>
                </a:cubicBezTo>
                <a:cubicBezTo>
                  <a:pt x="6" y="130"/>
                  <a:pt x="5" y="131"/>
                  <a:pt x="5" y="132"/>
                </a:cubicBezTo>
                <a:cubicBezTo>
                  <a:pt x="5" y="147"/>
                  <a:pt x="11" y="160"/>
                  <a:pt x="21" y="170"/>
                </a:cubicBezTo>
                <a:cubicBezTo>
                  <a:pt x="32" y="181"/>
                  <a:pt x="45" y="186"/>
                  <a:pt x="60" y="187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1" y="187"/>
                  <a:pt x="62" y="186"/>
                  <a:pt x="62" y="184"/>
                </a:cubicBezTo>
                <a:cubicBezTo>
                  <a:pt x="62" y="183"/>
                  <a:pt x="61" y="182"/>
                  <a:pt x="60" y="182"/>
                </a:cubicBezTo>
                <a:close/>
                <a:moveTo>
                  <a:pt x="191" y="163"/>
                </a:moveTo>
                <a:cubicBezTo>
                  <a:pt x="147" y="119"/>
                  <a:pt x="147" y="119"/>
                  <a:pt x="147" y="119"/>
                </a:cubicBezTo>
                <a:cubicBezTo>
                  <a:pt x="146" y="118"/>
                  <a:pt x="145" y="118"/>
                  <a:pt x="144" y="119"/>
                </a:cubicBezTo>
                <a:cubicBezTo>
                  <a:pt x="133" y="129"/>
                  <a:pt x="133" y="129"/>
                  <a:pt x="133" y="12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145" y="98"/>
                  <a:pt x="145" y="98"/>
                  <a:pt x="145" y="98"/>
                </a:cubicBezTo>
                <a:cubicBezTo>
                  <a:pt x="159" y="84"/>
                  <a:pt x="159" y="61"/>
                  <a:pt x="145" y="47"/>
                </a:cubicBezTo>
                <a:cubicBezTo>
                  <a:pt x="138" y="40"/>
                  <a:pt x="129" y="36"/>
                  <a:pt x="120" y="36"/>
                </a:cubicBezTo>
                <a:cubicBezTo>
                  <a:pt x="110" y="36"/>
                  <a:pt x="101" y="40"/>
                  <a:pt x="94" y="47"/>
                </a:cubicBezTo>
                <a:cubicBezTo>
                  <a:pt x="72" y="69"/>
                  <a:pt x="72" y="69"/>
                  <a:pt x="72" y="69"/>
                </a:cubicBezTo>
                <a:cubicBezTo>
                  <a:pt x="62" y="59"/>
                  <a:pt x="62" y="59"/>
                  <a:pt x="62" y="59"/>
                </a:cubicBezTo>
                <a:cubicBezTo>
                  <a:pt x="73" y="48"/>
                  <a:pt x="73" y="48"/>
                  <a:pt x="73" y="48"/>
                </a:cubicBezTo>
                <a:cubicBezTo>
                  <a:pt x="74" y="47"/>
                  <a:pt x="74" y="46"/>
                  <a:pt x="73" y="45"/>
                </a:cubicBezTo>
                <a:cubicBezTo>
                  <a:pt x="29" y="0"/>
                  <a:pt x="29" y="0"/>
                  <a:pt x="29" y="0"/>
                </a:cubicBezTo>
                <a:cubicBezTo>
                  <a:pt x="28" y="0"/>
                  <a:pt x="26" y="0"/>
                  <a:pt x="25" y="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6"/>
                  <a:pt x="0" y="28"/>
                  <a:pt x="0" y="29"/>
                </a:cubicBezTo>
                <a:cubicBezTo>
                  <a:pt x="45" y="73"/>
                  <a:pt x="45" y="73"/>
                  <a:pt x="45" y="73"/>
                </a:cubicBezTo>
                <a:cubicBezTo>
                  <a:pt x="45" y="74"/>
                  <a:pt x="46" y="74"/>
                  <a:pt x="47" y="74"/>
                </a:cubicBezTo>
                <a:cubicBezTo>
                  <a:pt x="47" y="74"/>
                  <a:pt x="48" y="74"/>
                  <a:pt x="48" y="73"/>
                </a:cubicBezTo>
                <a:cubicBezTo>
                  <a:pt x="59" y="62"/>
                  <a:pt x="59" y="62"/>
                  <a:pt x="59" y="62"/>
                </a:cubicBezTo>
                <a:cubicBezTo>
                  <a:pt x="69" y="72"/>
                  <a:pt x="69" y="72"/>
                  <a:pt x="69" y="72"/>
                </a:cubicBezTo>
                <a:cubicBezTo>
                  <a:pt x="52" y="90"/>
                  <a:pt x="52" y="90"/>
                  <a:pt x="52" y="90"/>
                </a:cubicBezTo>
                <a:cubicBezTo>
                  <a:pt x="51" y="91"/>
                  <a:pt x="51" y="92"/>
                  <a:pt x="52" y="93"/>
                </a:cubicBezTo>
                <a:cubicBezTo>
                  <a:pt x="63" y="104"/>
                  <a:pt x="63" y="104"/>
                  <a:pt x="63" y="104"/>
                </a:cubicBezTo>
                <a:cubicBezTo>
                  <a:pt x="60" y="103"/>
                  <a:pt x="56" y="103"/>
                  <a:pt x="53" y="103"/>
                </a:cubicBezTo>
                <a:cubicBezTo>
                  <a:pt x="44" y="103"/>
                  <a:pt x="35" y="107"/>
                  <a:pt x="28" y="113"/>
                </a:cubicBezTo>
                <a:cubicBezTo>
                  <a:pt x="27" y="114"/>
                  <a:pt x="27" y="116"/>
                  <a:pt x="28" y="117"/>
                </a:cubicBezTo>
                <a:cubicBezTo>
                  <a:pt x="75" y="164"/>
                  <a:pt x="75" y="164"/>
                  <a:pt x="75" y="164"/>
                </a:cubicBezTo>
                <a:cubicBezTo>
                  <a:pt x="76" y="164"/>
                  <a:pt x="76" y="165"/>
                  <a:pt x="77" y="165"/>
                </a:cubicBezTo>
                <a:cubicBezTo>
                  <a:pt x="77" y="165"/>
                  <a:pt x="78" y="164"/>
                  <a:pt x="78" y="164"/>
                </a:cubicBezTo>
                <a:cubicBezTo>
                  <a:pt x="85" y="157"/>
                  <a:pt x="89" y="148"/>
                  <a:pt x="89" y="139"/>
                </a:cubicBezTo>
                <a:cubicBezTo>
                  <a:pt x="89" y="135"/>
                  <a:pt x="89" y="132"/>
                  <a:pt x="88" y="129"/>
                </a:cubicBezTo>
                <a:cubicBezTo>
                  <a:pt x="99" y="140"/>
                  <a:pt x="99" y="140"/>
                  <a:pt x="99" y="140"/>
                </a:cubicBezTo>
                <a:cubicBezTo>
                  <a:pt x="99" y="141"/>
                  <a:pt x="100" y="141"/>
                  <a:pt x="100" y="141"/>
                </a:cubicBezTo>
                <a:cubicBezTo>
                  <a:pt x="101" y="141"/>
                  <a:pt x="102" y="141"/>
                  <a:pt x="102" y="140"/>
                </a:cubicBezTo>
                <a:cubicBezTo>
                  <a:pt x="120" y="123"/>
                  <a:pt x="120" y="123"/>
                  <a:pt x="120" y="123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19" y="144"/>
                  <a:pt x="119" y="144"/>
                  <a:pt x="119" y="144"/>
                </a:cubicBezTo>
                <a:cubicBezTo>
                  <a:pt x="118" y="144"/>
                  <a:pt x="118" y="145"/>
                  <a:pt x="118" y="145"/>
                </a:cubicBezTo>
                <a:cubicBezTo>
                  <a:pt x="118" y="146"/>
                  <a:pt x="118" y="146"/>
                  <a:pt x="119" y="147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4" y="192"/>
                  <a:pt x="164" y="192"/>
                  <a:pt x="165" y="192"/>
                </a:cubicBezTo>
                <a:cubicBezTo>
                  <a:pt x="165" y="192"/>
                  <a:pt x="166" y="192"/>
                  <a:pt x="166" y="191"/>
                </a:cubicBezTo>
                <a:cubicBezTo>
                  <a:pt x="191" y="166"/>
                  <a:pt x="191" y="166"/>
                  <a:pt x="191" y="166"/>
                </a:cubicBezTo>
                <a:cubicBezTo>
                  <a:pt x="192" y="166"/>
                  <a:pt x="192" y="165"/>
                  <a:pt x="192" y="165"/>
                </a:cubicBezTo>
                <a:cubicBezTo>
                  <a:pt x="192" y="164"/>
                  <a:pt x="192" y="163"/>
                  <a:pt x="191" y="163"/>
                </a:cubicBezTo>
                <a:close/>
                <a:moveTo>
                  <a:pt x="57" y="57"/>
                </a:moveTo>
                <a:cubicBezTo>
                  <a:pt x="57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47" y="68"/>
                  <a:pt x="47" y="68"/>
                  <a:pt x="47" y="68"/>
                </a:cubicBezTo>
                <a:cubicBezTo>
                  <a:pt x="5" y="27"/>
                  <a:pt x="5" y="27"/>
                  <a:pt x="5" y="27"/>
                </a:cubicBezTo>
                <a:cubicBezTo>
                  <a:pt x="27" y="5"/>
                  <a:pt x="27" y="5"/>
                  <a:pt x="27" y="5"/>
                </a:cubicBezTo>
                <a:cubicBezTo>
                  <a:pt x="68" y="47"/>
                  <a:pt x="68" y="47"/>
                  <a:pt x="68" y="47"/>
                </a:cubicBezTo>
                <a:lnTo>
                  <a:pt x="57" y="57"/>
                </a:lnTo>
                <a:close/>
                <a:moveTo>
                  <a:pt x="77" y="159"/>
                </a:moveTo>
                <a:cubicBezTo>
                  <a:pt x="33" y="115"/>
                  <a:pt x="33" y="115"/>
                  <a:pt x="33" y="115"/>
                </a:cubicBezTo>
                <a:cubicBezTo>
                  <a:pt x="39" y="110"/>
                  <a:pt x="46" y="108"/>
                  <a:pt x="53" y="108"/>
                </a:cubicBezTo>
                <a:cubicBezTo>
                  <a:pt x="62" y="108"/>
                  <a:pt x="69" y="111"/>
                  <a:pt x="75" y="117"/>
                </a:cubicBezTo>
                <a:cubicBezTo>
                  <a:pt x="81" y="122"/>
                  <a:pt x="84" y="130"/>
                  <a:pt x="84" y="139"/>
                </a:cubicBezTo>
                <a:cubicBezTo>
                  <a:pt x="84" y="146"/>
                  <a:pt x="82" y="153"/>
                  <a:pt x="77" y="159"/>
                </a:cubicBezTo>
                <a:close/>
                <a:moveTo>
                  <a:pt x="118" y="118"/>
                </a:moveTo>
                <a:cubicBezTo>
                  <a:pt x="118" y="118"/>
                  <a:pt x="118" y="118"/>
                  <a:pt x="118" y="118"/>
                </a:cubicBezTo>
                <a:cubicBezTo>
                  <a:pt x="118" y="118"/>
                  <a:pt x="118" y="118"/>
                  <a:pt x="118" y="118"/>
                </a:cubicBezTo>
                <a:cubicBezTo>
                  <a:pt x="100" y="135"/>
                  <a:pt x="100" y="135"/>
                  <a:pt x="100" y="135"/>
                </a:cubicBezTo>
                <a:cubicBezTo>
                  <a:pt x="56" y="91"/>
                  <a:pt x="56" y="91"/>
                  <a:pt x="56" y="91"/>
                </a:cubicBezTo>
                <a:cubicBezTo>
                  <a:pt x="98" y="50"/>
                  <a:pt x="98" y="50"/>
                  <a:pt x="98" y="50"/>
                </a:cubicBezTo>
                <a:cubicBezTo>
                  <a:pt x="103" y="44"/>
                  <a:pt x="111" y="41"/>
                  <a:pt x="120" y="41"/>
                </a:cubicBezTo>
                <a:cubicBezTo>
                  <a:pt x="128" y="41"/>
                  <a:pt x="136" y="44"/>
                  <a:pt x="142" y="50"/>
                </a:cubicBezTo>
                <a:cubicBezTo>
                  <a:pt x="154" y="62"/>
                  <a:pt x="154" y="82"/>
                  <a:pt x="142" y="94"/>
                </a:cubicBezTo>
                <a:lnTo>
                  <a:pt x="118" y="118"/>
                </a:lnTo>
                <a:close/>
                <a:moveTo>
                  <a:pt x="165" y="186"/>
                </a:moveTo>
                <a:cubicBezTo>
                  <a:pt x="124" y="145"/>
                  <a:pt x="124" y="145"/>
                  <a:pt x="124" y="145"/>
                </a:cubicBezTo>
                <a:cubicBezTo>
                  <a:pt x="145" y="123"/>
                  <a:pt x="145" y="123"/>
                  <a:pt x="145" y="123"/>
                </a:cubicBezTo>
                <a:cubicBezTo>
                  <a:pt x="186" y="165"/>
                  <a:pt x="186" y="165"/>
                  <a:pt x="186" y="165"/>
                </a:cubicBezTo>
                <a:lnTo>
                  <a:pt x="165" y="186"/>
                </a:lnTo>
                <a:close/>
                <a:moveTo>
                  <a:pt x="60" y="157"/>
                </a:moveTo>
                <a:cubicBezTo>
                  <a:pt x="53" y="157"/>
                  <a:pt x="47" y="154"/>
                  <a:pt x="42" y="149"/>
                </a:cubicBezTo>
                <a:cubicBezTo>
                  <a:pt x="38" y="145"/>
                  <a:pt x="35" y="138"/>
                  <a:pt x="35" y="132"/>
                </a:cubicBezTo>
                <a:cubicBezTo>
                  <a:pt x="35" y="130"/>
                  <a:pt x="34" y="129"/>
                  <a:pt x="32" y="129"/>
                </a:cubicBezTo>
                <a:cubicBezTo>
                  <a:pt x="32" y="129"/>
                  <a:pt x="32" y="129"/>
                  <a:pt x="32" y="129"/>
                </a:cubicBezTo>
                <a:cubicBezTo>
                  <a:pt x="31" y="129"/>
                  <a:pt x="30" y="130"/>
                  <a:pt x="30" y="132"/>
                </a:cubicBezTo>
                <a:cubicBezTo>
                  <a:pt x="30" y="140"/>
                  <a:pt x="33" y="147"/>
                  <a:pt x="39" y="153"/>
                </a:cubicBezTo>
                <a:cubicBezTo>
                  <a:pt x="45" y="158"/>
                  <a:pt x="52" y="162"/>
                  <a:pt x="60" y="162"/>
                </a:cubicBezTo>
                <a:cubicBezTo>
                  <a:pt x="60" y="162"/>
                  <a:pt x="60" y="162"/>
                  <a:pt x="60" y="162"/>
                </a:cubicBezTo>
                <a:cubicBezTo>
                  <a:pt x="61" y="162"/>
                  <a:pt x="62" y="161"/>
                  <a:pt x="63" y="160"/>
                </a:cubicBezTo>
                <a:cubicBezTo>
                  <a:pt x="63" y="158"/>
                  <a:pt x="62" y="157"/>
                  <a:pt x="60" y="1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44" name="Freeform 15"/>
          <p:cNvSpPr>
            <a:spLocks noEditPoints="1"/>
          </p:cNvSpPr>
          <p:nvPr/>
        </p:nvSpPr>
        <p:spPr bwMode="auto">
          <a:xfrm>
            <a:off x="4092028" y="2277022"/>
            <a:ext cx="3727565" cy="3733898"/>
          </a:xfrm>
          <a:custGeom>
            <a:avLst/>
            <a:gdLst>
              <a:gd name="T0" fmla="*/ 757 w 841"/>
              <a:gd name="T1" fmla="*/ 615 h 842"/>
              <a:gd name="T2" fmla="*/ 612 w 841"/>
              <a:gd name="T3" fmla="*/ 274 h 842"/>
              <a:gd name="T4" fmla="*/ 421 w 841"/>
              <a:gd name="T5" fmla="*/ 0 h 842"/>
              <a:gd name="T6" fmla="*/ 783 w 841"/>
              <a:gd name="T7" fmla="*/ 283 h 842"/>
              <a:gd name="T8" fmla="*/ 704 w 841"/>
              <a:gd name="T9" fmla="*/ 230 h 842"/>
              <a:gd name="T10" fmla="*/ 674 w 841"/>
              <a:gd name="T11" fmla="*/ 243 h 842"/>
              <a:gd name="T12" fmla="*/ 599 w 841"/>
              <a:gd name="T13" fmla="*/ 178 h 842"/>
              <a:gd name="T14" fmla="*/ 654 w 841"/>
              <a:gd name="T15" fmla="*/ 139 h 842"/>
              <a:gd name="T16" fmla="*/ 201 w 841"/>
              <a:gd name="T17" fmla="*/ 737 h 842"/>
              <a:gd name="T18" fmla="*/ 20 w 841"/>
              <a:gd name="T19" fmla="*/ 352 h 842"/>
              <a:gd name="T20" fmla="*/ 80 w 841"/>
              <a:gd name="T21" fmla="*/ 403 h 842"/>
              <a:gd name="T22" fmla="*/ 156 w 841"/>
              <a:gd name="T23" fmla="*/ 463 h 842"/>
              <a:gd name="T24" fmla="*/ 201 w 841"/>
              <a:gd name="T25" fmla="*/ 616 h 842"/>
              <a:gd name="T26" fmla="*/ 252 w 841"/>
              <a:gd name="T27" fmla="*/ 783 h 842"/>
              <a:gd name="T28" fmla="*/ 249 w 841"/>
              <a:gd name="T29" fmla="*/ 732 h 842"/>
              <a:gd name="T30" fmla="*/ 309 w 841"/>
              <a:gd name="T31" fmla="*/ 678 h 842"/>
              <a:gd name="T32" fmla="*/ 377 w 841"/>
              <a:gd name="T33" fmla="*/ 539 h 842"/>
              <a:gd name="T34" fmla="*/ 303 w 841"/>
              <a:gd name="T35" fmla="*/ 501 h 842"/>
              <a:gd name="T36" fmla="*/ 221 w 841"/>
              <a:gd name="T37" fmla="*/ 440 h 842"/>
              <a:gd name="T38" fmla="*/ 156 w 841"/>
              <a:gd name="T39" fmla="*/ 448 h 842"/>
              <a:gd name="T40" fmla="*/ 101 w 841"/>
              <a:gd name="T41" fmla="*/ 371 h 842"/>
              <a:gd name="T42" fmla="*/ 103 w 841"/>
              <a:gd name="T43" fmla="*/ 321 h 842"/>
              <a:gd name="T44" fmla="*/ 166 w 841"/>
              <a:gd name="T45" fmla="*/ 268 h 842"/>
              <a:gd name="T46" fmla="*/ 229 w 841"/>
              <a:gd name="T47" fmla="*/ 228 h 842"/>
              <a:gd name="T48" fmla="*/ 201 w 841"/>
              <a:gd name="T49" fmla="*/ 207 h 842"/>
              <a:gd name="T50" fmla="*/ 259 w 841"/>
              <a:gd name="T51" fmla="*/ 206 h 842"/>
              <a:gd name="T52" fmla="*/ 266 w 841"/>
              <a:gd name="T53" fmla="*/ 166 h 842"/>
              <a:gd name="T54" fmla="*/ 169 w 841"/>
              <a:gd name="T55" fmla="*/ 137 h 842"/>
              <a:gd name="T56" fmla="*/ 147 w 841"/>
              <a:gd name="T57" fmla="*/ 178 h 842"/>
              <a:gd name="T58" fmla="*/ 158 w 841"/>
              <a:gd name="T59" fmla="*/ 120 h 842"/>
              <a:gd name="T60" fmla="*/ 194 w 841"/>
              <a:gd name="T61" fmla="*/ 98 h 842"/>
              <a:gd name="T62" fmla="*/ 223 w 841"/>
              <a:gd name="T63" fmla="*/ 127 h 842"/>
              <a:gd name="T64" fmla="*/ 225 w 841"/>
              <a:gd name="T65" fmla="*/ 94 h 842"/>
              <a:gd name="T66" fmla="*/ 274 w 841"/>
              <a:gd name="T67" fmla="*/ 66 h 842"/>
              <a:gd name="T68" fmla="*/ 293 w 841"/>
              <a:gd name="T69" fmla="*/ 112 h 842"/>
              <a:gd name="T70" fmla="*/ 370 w 841"/>
              <a:gd name="T71" fmla="*/ 103 h 842"/>
              <a:gd name="T72" fmla="*/ 442 w 841"/>
              <a:gd name="T73" fmla="*/ 66 h 842"/>
              <a:gd name="T74" fmla="*/ 403 w 841"/>
              <a:gd name="T75" fmla="*/ 12 h 842"/>
              <a:gd name="T76" fmla="*/ 572 w 841"/>
              <a:gd name="T77" fmla="*/ 113 h 842"/>
              <a:gd name="T78" fmla="*/ 574 w 841"/>
              <a:gd name="T79" fmla="*/ 166 h 842"/>
              <a:gd name="T80" fmla="*/ 489 w 841"/>
              <a:gd name="T81" fmla="*/ 227 h 842"/>
              <a:gd name="T82" fmla="*/ 552 w 841"/>
              <a:gd name="T83" fmla="*/ 241 h 842"/>
              <a:gd name="T84" fmla="*/ 608 w 841"/>
              <a:gd name="T85" fmla="*/ 233 h 842"/>
              <a:gd name="T86" fmla="*/ 668 w 841"/>
              <a:gd name="T87" fmla="*/ 269 h 842"/>
              <a:gd name="T88" fmla="*/ 681 w 841"/>
              <a:gd name="T89" fmla="*/ 307 h 842"/>
              <a:gd name="T90" fmla="*/ 534 w 841"/>
              <a:gd name="T91" fmla="*/ 275 h 842"/>
              <a:gd name="T92" fmla="*/ 451 w 841"/>
              <a:gd name="T93" fmla="*/ 436 h 842"/>
              <a:gd name="T94" fmla="*/ 590 w 841"/>
              <a:gd name="T95" fmla="*/ 489 h 842"/>
              <a:gd name="T96" fmla="*/ 615 w 841"/>
              <a:gd name="T97" fmla="*/ 682 h 842"/>
              <a:gd name="T98" fmla="*/ 718 w 841"/>
              <a:gd name="T99" fmla="*/ 596 h 842"/>
              <a:gd name="T100" fmla="*/ 747 w 841"/>
              <a:gd name="T101" fmla="*/ 439 h 842"/>
              <a:gd name="T102" fmla="*/ 738 w 841"/>
              <a:gd name="T103" fmla="*/ 389 h 842"/>
              <a:gd name="T104" fmla="*/ 778 w 841"/>
              <a:gd name="T105" fmla="*/ 360 h 842"/>
              <a:gd name="T106" fmla="*/ 832 w 841"/>
              <a:gd name="T107" fmla="*/ 421 h 842"/>
              <a:gd name="T108" fmla="*/ 119 w 841"/>
              <a:gd name="T109" fmla="*/ 222 h 842"/>
              <a:gd name="T110" fmla="*/ 149 w 841"/>
              <a:gd name="T111" fmla="*/ 238 h 842"/>
              <a:gd name="T112" fmla="*/ 696 w 841"/>
              <a:gd name="T113" fmla="*/ 516 h 842"/>
              <a:gd name="T114" fmla="*/ 279 w 841"/>
              <a:gd name="T115" fmla="*/ 93 h 842"/>
              <a:gd name="T116" fmla="*/ 534 w 841"/>
              <a:gd name="T117" fmla="*/ 169 h 842"/>
              <a:gd name="T118" fmla="*/ 485 w 841"/>
              <a:gd name="T119" fmla="*/ 105 h 842"/>
              <a:gd name="T120" fmla="*/ 184 w 841"/>
              <a:gd name="T121" fmla="*/ 379 h 842"/>
              <a:gd name="T122" fmla="*/ 157 w 841"/>
              <a:gd name="T123" fmla="*/ 392 h 8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41" h="842">
                <a:moveTo>
                  <a:pt x="554" y="253"/>
                </a:moveTo>
                <a:cubicBezTo>
                  <a:pt x="554" y="251"/>
                  <a:pt x="552" y="247"/>
                  <a:pt x="549" y="252"/>
                </a:cubicBezTo>
                <a:cubicBezTo>
                  <a:pt x="548" y="254"/>
                  <a:pt x="553" y="255"/>
                  <a:pt x="554" y="253"/>
                </a:cubicBezTo>
                <a:close/>
                <a:moveTo>
                  <a:pt x="763" y="566"/>
                </a:moveTo>
                <a:cubicBezTo>
                  <a:pt x="759" y="565"/>
                  <a:pt x="758" y="573"/>
                  <a:pt x="755" y="578"/>
                </a:cubicBezTo>
                <a:cubicBezTo>
                  <a:pt x="751" y="584"/>
                  <a:pt x="747" y="589"/>
                  <a:pt x="746" y="588"/>
                </a:cubicBezTo>
                <a:cubicBezTo>
                  <a:pt x="745" y="588"/>
                  <a:pt x="737" y="593"/>
                  <a:pt x="739" y="600"/>
                </a:cubicBezTo>
                <a:cubicBezTo>
                  <a:pt x="740" y="606"/>
                  <a:pt x="740" y="613"/>
                  <a:pt x="737" y="617"/>
                </a:cubicBezTo>
                <a:cubicBezTo>
                  <a:pt x="734" y="621"/>
                  <a:pt x="738" y="629"/>
                  <a:pt x="737" y="634"/>
                </a:cubicBezTo>
                <a:cubicBezTo>
                  <a:pt x="735" y="639"/>
                  <a:pt x="737" y="642"/>
                  <a:pt x="742" y="642"/>
                </a:cubicBezTo>
                <a:cubicBezTo>
                  <a:pt x="746" y="641"/>
                  <a:pt x="748" y="638"/>
                  <a:pt x="751" y="632"/>
                </a:cubicBezTo>
                <a:cubicBezTo>
                  <a:pt x="754" y="626"/>
                  <a:pt x="754" y="620"/>
                  <a:pt x="757" y="615"/>
                </a:cubicBezTo>
                <a:cubicBezTo>
                  <a:pt x="759" y="609"/>
                  <a:pt x="762" y="598"/>
                  <a:pt x="763" y="595"/>
                </a:cubicBezTo>
                <a:cubicBezTo>
                  <a:pt x="764" y="592"/>
                  <a:pt x="766" y="583"/>
                  <a:pt x="766" y="578"/>
                </a:cubicBezTo>
                <a:cubicBezTo>
                  <a:pt x="766" y="573"/>
                  <a:pt x="765" y="567"/>
                  <a:pt x="763" y="566"/>
                </a:cubicBezTo>
                <a:close/>
                <a:moveTo>
                  <a:pt x="143" y="130"/>
                </a:moveTo>
                <a:cubicBezTo>
                  <a:pt x="142" y="131"/>
                  <a:pt x="148" y="133"/>
                  <a:pt x="149" y="131"/>
                </a:cubicBezTo>
                <a:cubicBezTo>
                  <a:pt x="150" y="129"/>
                  <a:pt x="146" y="126"/>
                  <a:pt x="143" y="130"/>
                </a:cubicBezTo>
                <a:close/>
                <a:moveTo>
                  <a:pt x="586" y="254"/>
                </a:moveTo>
                <a:cubicBezTo>
                  <a:pt x="589" y="250"/>
                  <a:pt x="584" y="245"/>
                  <a:pt x="582" y="245"/>
                </a:cubicBezTo>
                <a:cubicBezTo>
                  <a:pt x="578" y="245"/>
                  <a:pt x="576" y="253"/>
                  <a:pt x="579" y="255"/>
                </a:cubicBezTo>
                <a:cubicBezTo>
                  <a:pt x="582" y="258"/>
                  <a:pt x="584" y="258"/>
                  <a:pt x="586" y="254"/>
                </a:cubicBezTo>
                <a:close/>
                <a:moveTo>
                  <a:pt x="606" y="269"/>
                </a:moveTo>
                <a:cubicBezTo>
                  <a:pt x="609" y="270"/>
                  <a:pt x="610" y="273"/>
                  <a:pt x="612" y="274"/>
                </a:cubicBezTo>
                <a:cubicBezTo>
                  <a:pt x="614" y="274"/>
                  <a:pt x="619" y="274"/>
                  <a:pt x="617" y="269"/>
                </a:cubicBezTo>
                <a:cubicBezTo>
                  <a:pt x="615" y="264"/>
                  <a:pt x="612" y="263"/>
                  <a:pt x="610" y="263"/>
                </a:cubicBezTo>
                <a:cubicBezTo>
                  <a:pt x="609" y="263"/>
                  <a:pt x="604" y="261"/>
                  <a:pt x="601" y="263"/>
                </a:cubicBezTo>
                <a:cubicBezTo>
                  <a:pt x="600" y="264"/>
                  <a:pt x="604" y="268"/>
                  <a:pt x="606" y="269"/>
                </a:cubicBezTo>
                <a:close/>
                <a:moveTo>
                  <a:pt x="158" y="131"/>
                </a:moveTo>
                <a:cubicBezTo>
                  <a:pt x="154" y="133"/>
                  <a:pt x="157" y="136"/>
                  <a:pt x="160" y="134"/>
                </a:cubicBezTo>
                <a:cubicBezTo>
                  <a:pt x="163" y="133"/>
                  <a:pt x="162" y="130"/>
                  <a:pt x="158" y="131"/>
                </a:cubicBezTo>
                <a:close/>
                <a:moveTo>
                  <a:pt x="421" y="0"/>
                </a:moveTo>
                <a:cubicBezTo>
                  <a:pt x="189" y="0"/>
                  <a:pt x="0" y="189"/>
                  <a:pt x="0" y="421"/>
                </a:cubicBezTo>
                <a:cubicBezTo>
                  <a:pt x="0" y="653"/>
                  <a:pt x="189" y="842"/>
                  <a:pt x="421" y="842"/>
                </a:cubicBezTo>
                <a:cubicBezTo>
                  <a:pt x="653" y="842"/>
                  <a:pt x="841" y="653"/>
                  <a:pt x="841" y="421"/>
                </a:cubicBezTo>
                <a:cubicBezTo>
                  <a:pt x="841" y="189"/>
                  <a:pt x="653" y="0"/>
                  <a:pt x="421" y="0"/>
                </a:cubicBezTo>
                <a:close/>
                <a:moveTo>
                  <a:pt x="755" y="227"/>
                </a:moveTo>
                <a:cubicBezTo>
                  <a:pt x="757" y="225"/>
                  <a:pt x="762" y="230"/>
                  <a:pt x="764" y="228"/>
                </a:cubicBezTo>
                <a:cubicBezTo>
                  <a:pt x="767" y="226"/>
                  <a:pt x="769" y="223"/>
                  <a:pt x="770" y="223"/>
                </a:cubicBezTo>
                <a:cubicBezTo>
                  <a:pt x="771" y="222"/>
                  <a:pt x="777" y="225"/>
                  <a:pt x="778" y="228"/>
                </a:cubicBezTo>
                <a:cubicBezTo>
                  <a:pt x="779" y="231"/>
                  <a:pt x="783" y="236"/>
                  <a:pt x="782" y="237"/>
                </a:cubicBezTo>
                <a:cubicBezTo>
                  <a:pt x="781" y="238"/>
                  <a:pt x="776" y="239"/>
                  <a:pt x="774" y="236"/>
                </a:cubicBezTo>
                <a:cubicBezTo>
                  <a:pt x="772" y="233"/>
                  <a:pt x="767" y="235"/>
                  <a:pt x="767" y="241"/>
                </a:cubicBezTo>
                <a:cubicBezTo>
                  <a:pt x="767" y="246"/>
                  <a:pt x="769" y="242"/>
                  <a:pt x="771" y="244"/>
                </a:cubicBezTo>
                <a:cubicBezTo>
                  <a:pt x="773" y="247"/>
                  <a:pt x="773" y="249"/>
                  <a:pt x="775" y="252"/>
                </a:cubicBezTo>
                <a:cubicBezTo>
                  <a:pt x="776" y="255"/>
                  <a:pt x="778" y="255"/>
                  <a:pt x="780" y="257"/>
                </a:cubicBezTo>
                <a:cubicBezTo>
                  <a:pt x="781" y="260"/>
                  <a:pt x="776" y="262"/>
                  <a:pt x="778" y="265"/>
                </a:cubicBezTo>
                <a:cubicBezTo>
                  <a:pt x="781" y="268"/>
                  <a:pt x="782" y="280"/>
                  <a:pt x="783" y="283"/>
                </a:cubicBezTo>
                <a:cubicBezTo>
                  <a:pt x="783" y="286"/>
                  <a:pt x="776" y="287"/>
                  <a:pt x="774" y="286"/>
                </a:cubicBezTo>
                <a:cubicBezTo>
                  <a:pt x="772" y="285"/>
                  <a:pt x="766" y="281"/>
                  <a:pt x="763" y="280"/>
                </a:cubicBezTo>
                <a:cubicBezTo>
                  <a:pt x="761" y="279"/>
                  <a:pt x="759" y="266"/>
                  <a:pt x="762" y="267"/>
                </a:cubicBezTo>
                <a:cubicBezTo>
                  <a:pt x="765" y="268"/>
                  <a:pt x="766" y="267"/>
                  <a:pt x="768" y="263"/>
                </a:cubicBezTo>
                <a:cubicBezTo>
                  <a:pt x="771" y="259"/>
                  <a:pt x="764" y="256"/>
                  <a:pt x="761" y="255"/>
                </a:cubicBezTo>
                <a:cubicBezTo>
                  <a:pt x="759" y="253"/>
                  <a:pt x="754" y="242"/>
                  <a:pt x="752" y="239"/>
                </a:cubicBezTo>
                <a:cubicBezTo>
                  <a:pt x="750" y="235"/>
                  <a:pt x="751" y="230"/>
                  <a:pt x="755" y="227"/>
                </a:cubicBezTo>
                <a:close/>
                <a:moveTo>
                  <a:pt x="677" y="234"/>
                </a:moveTo>
                <a:cubicBezTo>
                  <a:pt x="679" y="232"/>
                  <a:pt x="681" y="228"/>
                  <a:pt x="683" y="223"/>
                </a:cubicBezTo>
                <a:cubicBezTo>
                  <a:pt x="685" y="218"/>
                  <a:pt x="688" y="218"/>
                  <a:pt x="690" y="219"/>
                </a:cubicBezTo>
                <a:cubicBezTo>
                  <a:pt x="692" y="219"/>
                  <a:pt x="697" y="229"/>
                  <a:pt x="698" y="232"/>
                </a:cubicBezTo>
                <a:cubicBezTo>
                  <a:pt x="699" y="235"/>
                  <a:pt x="703" y="231"/>
                  <a:pt x="704" y="230"/>
                </a:cubicBezTo>
                <a:cubicBezTo>
                  <a:pt x="706" y="229"/>
                  <a:pt x="708" y="227"/>
                  <a:pt x="708" y="224"/>
                </a:cubicBezTo>
                <a:cubicBezTo>
                  <a:pt x="708" y="222"/>
                  <a:pt x="711" y="221"/>
                  <a:pt x="715" y="221"/>
                </a:cubicBezTo>
                <a:cubicBezTo>
                  <a:pt x="718" y="221"/>
                  <a:pt x="715" y="225"/>
                  <a:pt x="713" y="226"/>
                </a:cubicBezTo>
                <a:cubicBezTo>
                  <a:pt x="711" y="226"/>
                  <a:pt x="712" y="229"/>
                  <a:pt x="717" y="231"/>
                </a:cubicBezTo>
                <a:cubicBezTo>
                  <a:pt x="721" y="233"/>
                  <a:pt x="725" y="239"/>
                  <a:pt x="730" y="243"/>
                </a:cubicBezTo>
                <a:cubicBezTo>
                  <a:pt x="735" y="247"/>
                  <a:pt x="736" y="254"/>
                  <a:pt x="733" y="254"/>
                </a:cubicBezTo>
                <a:cubicBezTo>
                  <a:pt x="730" y="255"/>
                  <a:pt x="722" y="255"/>
                  <a:pt x="719" y="255"/>
                </a:cubicBezTo>
                <a:cubicBezTo>
                  <a:pt x="716" y="254"/>
                  <a:pt x="711" y="249"/>
                  <a:pt x="706" y="248"/>
                </a:cubicBezTo>
                <a:cubicBezTo>
                  <a:pt x="702" y="246"/>
                  <a:pt x="696" y="246"/>
                  <a:pt x="694" y="249"/>
                </a:cubicBezTo>
                <a:cubicBezTo>
                  <a:pt x="692" y="253"/>
                  <a:pt x="685" y="251"/>
                  <a:pt x="682" y="251"/>
                </a:cubicBezTo>
                <a:cubicBezTo>
                  <a:pt x="679" y="250"/>
                  <a:pt x="676" y="255"/>
                  <a:pt x="675" y="253"/>
                </a:cubicBezTo>
                <a:cubicBezTo>
                  <a:pt x="675" y="253"/>
                  <a:pt x="677" y="244"/>
                  <a:pt x="674" y="243"/>
                </a:cubicBezTo>
                <a:cubicBezTo>
                  <a:pt x="672" y="242"/>
                  <a:pt x="675" y="236"/>
                  <a:pt x="677" y="234"/>
                </a:cubicBezTo>
                <a:close/>
                <a:moveTo>
                  <a:pt x="671" y="148"/>
                </a:moveTo>
                <a:cubicBezTo>
                  <a:pt x="668" y="148"/>
                  <a:pt x="664" y="148"/>
                  <a:pt x="657" y="147"/>
                </a:cubicBezTo>
                <a:cubicBezTo>
                  <a:pt x="651" y="147"/>
                  <a:pt x="643" y="147"/>
                  <a:pt x="643" y="148"/>
                </a:cubicBezTo>
                <a:cubicBezTo>
                  <a:pt x="644" y="149"/>
                  <a:pt x="653" y="153"/>
                  <a:pt x="650" y="155"/>
                </a:cubicBezTo>
                <a:cubicBezTo>
                  <a:pt x="647" y="157"/>
                  <a:pt x="644" y="154"/>
                  <a:pt x="640" y="154"/>
                </a:cubicBezTo>
                <a:cubicBezTo>
                  <a:pt x="636" y="153"/>
                  <a:pt x="634" y="159"/>
                  <a:pt x="633" y="163"/>
                </a:cubicBezTo>
                <a:cubicBezTo>
                  <a:pt x="632" y="166"/>
                  <a:pt x="636" y="173"/>
                  <a:pt x="630" y="170"/>
                </a:cubicBezTo>
                <a:cubicBezTo>
                  <a:pt x="623" y="168"/>
                  <a:pt x="619" y="167"/>
                  <a:pt x="617" y="168"/>
                </a:cubicBezTo>
                <a:cubicBezTo>
                  <a:pt x="616" y="169"/>
                  <a:pt x="613" y="172"/>
                  <a:pt x="609" y="173"/>
                </a:cubicBezTo>
                <a:cubicBezTo>
                  <a:pt x="605" y="174"/>
                  <a:pt x="605" y="178"/>
                  <a:pt x="600" y="178"/>
                </a:cubicBezTo>
                <a:cubicBezTo>
                  <a:pt x="599" y="178"/>
                  <a:pt x="599" y="178"/>
                  <a:pt x="599" y="178"/>
                </a:cubicBezTo>
                <a:cubicBezTo>
                  <a:pt x="603" y="162"/>
                  <a:pt x="613" y="167"/>
                  <a:pt x="613" y="167"/>
                </a:cubicBezTo>
                <a:cubicBezTo>
                  <a:pt x="613" y="167"/>
                  <a:pt x="618" y="161"/>
                  <a:pt x="616" y="158"/>
                </a:cubicBezTo>
                <a:cubicBezTo>
                  <a:pt x="615" y="154"/>
                  <a:pt x="621" y="147"/>
                  <a:pt x="622" y="146"/>
                </a:cubicBezTo>
                <a:cubicBezTo>
                  <a:pt x="623" y="145"/>
                  <a:pt x="627" y="139"/>
                  <a:pt x="621" y="137"/>
                </a:cubicBezTo>
                <a:cubicBezTo>
                  <a:pt x="616" y="134"/>
                  <a:pt x="611" y="133"/>
                  <a:pt x="616" y="128"/>
                </a:cubicBezTo>
                <a:cubicBezTo>
                  <a:pt x="622" y="123"/>
                  <a:pt x="626" y="129"/>
                  <a:pt x="632" y="121"/>
                </a:cubicBezTo>
                <a:cubicBezTo>
                  <a:pt x="638" y="114"/>
                  <a:pt x="629" y="111"/>
                  <a:pt x="637" y="111"/>
                </a:cubicBezTo>
                <a:cubicBezTo>
                  <a:pt x="644" y="111"/>
                  <a:pt x="652" y="112"/>
                  <a:pt x="651" y="114"/>
                </a:cubicBezTo>
                <a:cubicBezTo>
                  <a:pt x="649" y="117"/>
                  <a:pt x="641" y="121"/>
                  <a:pt x="636" y="124"/>
                </a:cubicBezTo>
                <a:cubicBezTo>
                  <a:pt x="631" y="126"/>
                  <a:pt x="633" y="131"/>
                  <a:pt x="635" y="134"/>
                </a:cubicBezTo>
                <a:cubicBezTo>
                  <a:pt x="637" y="136"/>
                  <a:pt x="639" y="143"/>
                  <a:pt x="642" y="142"/>
                </a:cubicBezTo>
                <a:cubicBezTo>
                  <a:pt x="646" y="142"/>
                  <a:pt x="650" y="139"/>
                  <a:pt x="654" y="139"/>
                </a:cubicBezTo>
                <a:cubicBezTo>
                  <a:pt x="658" y="140"/>
                  <a:pt x="666" y="140"/>
                  <a:pt x="667" y="140"/>
                </a:cubicBezTo>
                <a:cubicBezTo>
                  <a:pt x="668" y="140"/>
                  <a:pt x="674" y="147"/>
                  <a:pt x="671" y="148"/>
                </a:cubicBezTo>
                <a:close/>
                <a:moveTo>
                  <a:pt x="205" y="669"/>
                </a:moveTo>
                <a:cubicBezTo>
                  <a:pt x="203" y="671"/>
                  <a:pt x="199" y="671"/>
                  <a:pt x="201" y="674"/>
                </a:cubicBezTo>
                <a:cubicBezTo>
                  <a:pt x="204" y="677"/>
                  <a:pt x="199" y="678"/>
                  <a:pt x="199" y="679"/>
                </a:cubicBezTo>
                <a:cubicBezTo>
                  <a:pt x="199" y="681"/>
                  <a:pt x="203" y="688"/>
                  <a:pt x="202" y="691"/>
                </a:cubicBezTo>
                <a:cubicBezTo>
                  <a:pt x="201" y="693"/>
                  <a:pt x="200" y="697"/>
                  <a:pt x="199" y="700"/>
                </a:cubicBezTo>
                <a:cubicBezTo>
                  <a:pt x="199" y="702"/>
                  <a:pt x="196" y="705"/>
                  <a:pt x="197" y="708"/>
                </a:cubicBezTo>
                <a:cubicBezTo>
                  <a:pt x="199" y="712"/>
                  <a:pt x="195" y="710"/>
                  <a:pt x="195" y="714"/>
                </a:cubicBezTo>
                <a:cubicBezTo>
                  <a:pt x="196" y="717"/>
                  <a:pt x="199" y="716"/>
                  <a:pt x="199" y="720"/>
                </a:cubicBezTo>
                <a:cubicBezTo>
                  <a:pt x="199" y="725"/>
                  <a:pt x="197" y="726"/>
                  <a:pt x="198" y="729"/>
                </a:cubicBezTo>
                <a:cubicBezTo>
                  <a:pt x="198" y="732"/>
                  <a:pt x="201" y="736"/>
                  <a:pt x="201" y="737"/>
                </a:cubicBezTo>
                <a:cubicBezTo>
                  <a:pt x="201" y="738"/>
                  <a:pt x="200" y="742"/>
                  <a:pt x="198" y="744"/>
                </a:cubicBezTo>
                <a:cubicBezTo>
                  <a:pt x="196" y="747"/>
                  <a:pt x="194" y="749"/>
                  <a:pt x="195" y="751"/>
                </a:cubicBezTo>
                <a:cubicBezTo>
                  <a:pt x="196" y="752"/>
                  <a:pt x="199" y="754"/>
                  <a:pt x="199" y="755"/>
                </a:cubicBezTo>
                <a:cubicBezTo>
                  <a:pt x="198" y="756"/>
                  <a:pt x="196" y="760"/>
                  <a:pt x="197" y="762"/>
                </a:cubicBezTo>
                <a:cubicBezTo>
                  <a:pt x="197" y="764"/>
                  <a:pt x="201" y="764"/>
                  <a:pt x="202" y="765"/>
                </a:cubicBezTo>
                <a:cubicBezTo>
                  <a:pt x="203" y="766"/>
                  <a:pt x="201" y="767"/>
                  <a:pt x="200" y="768"/>
                </a:cubicBezTo>
                <a:cubicBezTo>
                  <a:pt x="86" y="695"/>
                  <a:pt x="9" y="567"/>
                  <a:pt x="9" y="421"/>
                </a:cubicBezTo>
                <a:cubicBezTo>
                  <a:pt x="9" y="398"/>
                  <a:pt x="11" y="376"/>
                  <a:pt x="15" y="354"/>
                </a:cubicBezTo>
                <a:cubicBezTo>
                  <a:pt x="15" y="354"/>
                  <a:pt x="15" y="354"/>
                  <a:pt x="15" y="354"/>
                </a:cubicBezTo>
                <a:cubicBezTo>
                  <a:pt x="15" y="357"/>
                  <a:pt x="17" y="358"/>
                  <a:pt x="18" y="359"/>
                </a:cubicBezTo>
                <a:cubicBezTo>
                  <a:pt x="20" y="359"/>
                  <a:pt x="22" y="368"/>
                  <a:pt x="25" y="364"/>
                </a:cubicBezTo>
                <a:cubicBezTo>
                  <a:pt x="27" y="360"/>
                  <a:pt x="21" y="354"/>
                  <a:pt x="20" y="352"/>
                </a:cubicBezTo>
                <a:cubicBezTo>
                  <a:pt x="18" y="350"/>
                  <a:pt x="19" y="345"/>
                  <a:pt x="17" y="341"/>
                </a:cubicBezTo>
                <a:cubicBezTo>
                  <a:pt x="18" y="339"/>
                  <a:pt x="18" y="337"/>
                  <a:pt x="18" y="335"/>
                </a:cubicBezTo>
                <a:cubicBezTo>
                  <a:pt x="20" y="337"/>
                  <a:pt x="21" y="338"/>
                  <a:pt x="21" y="340"/>
                </a:cubicBezTo>
                <a:cubicBezTo>
                  <a:pt x="24" y="343"/>
                  <a:pt x="28" y="357"/>
                  <a:pt x="30" y="357"/>
                </a:cubicBezTo>
                <a:cubicBezTo>
                  <a:pt x="31" y="357"/>
                  <a:pt x="36" y="364"/>
                  <a:pt x="36" y="364"/>
                </a:cubicBezTo>
                <a:cubicBezTo>
                  <a:pt x="36" y="364"/>
                  <a:pt x="38" y="371"/>
                  <a:pt x="37" y="373"/>
                </a:cubicBezTo>
                <a:cubicBezTo>
                  <a:pt x="36" y="375"/>
                  <a:pt x="38" y="382"/>
                  <a:pt x="40" y="384"/>
                </a:cubicBezTo>
                <a:cubicBezTo>
                  <a:pt x="43" y="386"/>
                  <a:pt x="52" y="386"/>
                  <a:pt x="53" y="393"/>
                </a:cubicBezTo>
                <a:cubicBezTo>
                  <a:pt x="53" y="395"/>
                  <a:pt x="55" y="405"/>
                  <a:pt x="58" y="405"/>
                </a:cubicBezTo>
                <a:cubicBezTo>
                  <a:pt x="62" y="405"/>
                  <a:pt x="67" y="402"/>
                  <a:pt x="68" y="404"/>
                </a:cubicBezTo>
                <a:cubicBezTo>
                  <a:pt x="69" y="405"/>
                  <a:pt x="72" y="412"/>
                  <a:pt x="74" y="408"/>
                </a:cubicBezTo>
                <a:cubicBezTo>
                  <a:pt x="76" y="404"/>
                  <a:pt x="77" y="403"/>
                  <a:pt x="80" y="403"/>
                </a:cubicBezTo>
                <a:cubicBezTo>
                  <a:pt x="83" y="403"/>
                  <a:pt x="84" y="407"/>
                  <a:pt x="86" y="409"/>
                </a:cubicBezTo>
                <a:cubicBezTo>
                  <a:pt x="88" y="412"/>
                  <a:pt x="93" y="418"/>
                  <a:pt x="96" y="418"/>
                </a:cubicBezTo>
                <a:cubicBezTo>
                  <a:pt x="98" y="418"/>
                  <a:pt x="102" y="422"/>
                  <a:pt x="104" y="421"/>
                </a:cubicBezTo>
                <a:cubicBezTo>
                  <a:pt x="105" y="419"/>
                  <a:pt x="108" y="422"/>
                  <a:pt x="110" y="423"/>
                </a:cubicBezTo>
                <a:cubicBezTo>
                  <a:pt x="112" y="424"/>
                  <a:pt x="115" y="428"/>
                  <a:pt x="114" y="434"/>
                </a:cubicBezTo>
                <a:cubicBezTo>
                  <a:pt x="114" y="440"/>
                  <a:pt x="120" y="442"/>
                  <a:pt x="122" y="444"/>
                </a:cubicBezTo>
                <a:cubicBezTo>
                  <a:pt x="124" y="445"/>
                  <a:pt x="128" y="449"/>
                  <a:pt x="130" y="452"/>
                </a:cubicBezTo>
                <a:cubicBezTo>
                  <a:pt x="132" y="454"/>
                  <a:pt x="136" y="455"/>
                  <a:pt x="137" y="457"/>
                </a:cubicBezTo>
                <a:cubicBezTo>
                  <a:pt x="139" y="458"/>
                  <a:pt x="139" y="461"/>
                  <a:pt x="143" y="459"/>
                </a:cubicBezTo>
                <a:cubicBezTo>
                  <a:pt x="146" y="456"/>
                  <a:pt x="146" y="451"/>
                  <a:pt x="146" y="451"/>
                </a:cubicBezTo>
                <a:cubicBezTo>
                  <a:pt x="146" y="451"/>
                  <a:pt x="150" y="451"/>
                  <a:pt x="152" y="453"/>
                </a:cubicBezTo>
                <a:cubicBezTo>
                  <a:pt x="154" y="455"/>
                  <a:pt x="155" y="462"/>
                  <a:pt x="156" y="463"/>
                </a:cubicBezTo>
                <a:cubicBezTo>
                  <a:pt x="158" y="464"/>
                  <a:pt x="160" y="472"/>
                  <a:pt x="159" y="478"/>
                </a:cubicBezTo>
                <a:cubicBezTo>
                  <a:pt x="157" y="483"/>
                  <a:pt x="158" y="489"/>
                  <a:pt x="156" y="489"/>
                </a:cubicBezTo>
                <a:cubicBezTo>
                  <a:pt x="155" y="489"/>
                  <a:pt x="150" y="494"/>
                  <a:pt x="148" y="496"/>
                </a:cubicBezTo>
                <a:cubicBezTo>
                  <a:pt x="146" y="497"/>
                  <a:pt x="142" y="506"/>
                  <a:pt x="143" y="508"/>
                </a:cubicBezTo>
                <a:cubicBezTo>
                  <a:pt x="143" y="511"/>
                  <a:pt x="145" y="519"/>
                  <a:pt x="144" y="523"/>
                </a:cubicBezTo>
                <a:cubicBezTo>
                  <a:pt x="144" y="526"/>
                  <a:pt x="141" y="530"/>
                  <a:pt x="142" y="535"/>
                </a:cubicBezTo>
                <a:cubicBezTo>
                  <a:pt x="144" y="541"/>
                  <a:pt x="152" y="543"/>
                  <a:pt x="153" y="548"/>
                </a:cubicBezTo>
                <a:cubicBezTo>
                  <a:pt x="154" y="553"/>
                  <a:pt x="160" y="565"/>
                  <a:pt x="161" y="570"/>
                </a:cubicBezTo>
                <a:cubicBezTo>
                  <a:pt x="163" y="575"/>
                  <a:pt x="167" y="581"/>
                  <a:pt x="168" y="588"/>
                </a:cubicBezTo>
                <a:cubicBezTo>
                  <a:pt x="168" y="595"/>
                  <a:pt x="181" y="600"/>
                  <a:pt x="183" y="600"/>
                </a:cubicBezTo>
                <a:cubicBezTo>
                  <a:pt x="185" y="601"/>
                  <a:pt x="189" y="605"/>
                  <a:pt x="192" y="607"/>
                </a:cubicBezTo>
                <a:cubicBezTo>
                  <a:pt x="195" y="609"/>
                  <a:pt x="198" y="612"/>
                  <a:pt x="201" y="616"/>
                </a:cubicBezTo>
                <a:cubicBezTo>
                  <a:pt x="203" y="620"/>
                  <a:pt x="203" y="625"/>
                  <a:pt x="203" y="627"/>
                </a:cubicBezTo>
                <a:cubicBezTo>
                  <a:pt x="203" y="628"/>
                  <a:pt x="203" y="643"/>
                  <a:pt x="203" y="651"/>
                </a:cubicBezTo>
                <a:cubicBezTo>
                  <a:pt x="203" y="659"/>
                  <a:pt x="208" y="667"/>
                  <a:pt x="205" y="669"/>
                </a:cubicBezTo>
                <a:close/>
                <a:moveTo>
                  <a:pt x="226" y="781"/>
                </a:moveTo>
                <a:cubicBezTo>
                  <a:pt x="225" y="781"/>
                  <a:pt x="225" y="782"/>
                  <a:pt x="224" y="782"/>
                </a:cubicBezTo>
                <a:cubicBezTo>
                  <a:pt x="224" y="782"/>
                  <a:pt x="223" y="781"/>
                  <a:pt x="223" y="781"/>
                </a:cubicBezTo>
                <a:cubicBezTo>
                  <a:pt x="223" y="781"/>
                  <a:pt x="223" y="780"/>
                  <a:pt x="223" y="779"/>
                </a:cubicBezTo>
                <a:cubicBezTo>
                  <a:pt x="223" y="776"/>
                  <a:pt x="229" y="779"/>
                  <a:pt x="226" y="781"/>
                </a:cubicBezTo>
                <a:close/>
                <a:moveTo>
                  <a:pt x="421" y="832"/>
                </a:moveTo>
                <a:cubicBezTo>
                  <a:pt x="353" y="832"/>
                  <a:pt x="289" y="816"/>
                  <a:pt x="233" y="787"/>
                </a:cubicBezTo>
                <a:cubicBezTo>
                  <a:pt x="236" y="787"/>
                  <a:pt x="241" y="786"/>
                  <a:pt x="243" y="785"/>
                </a:cubicBezTo>
                <a:cubicBezTo>
                  <a:pt x="244" y="785"/>
                  <a:pt x="252" y="784"/>
                  <a:pt x="252" y="783"/>
                </a:cubicBezTo>
                <a:cubicBezTo>
                  <a:pt x="253" y="783"/>
                  <a:pt x="246" y="783"/>
                  <a:pt x="242" y="782"/>
                </a:cubicBezTo>
                <a:cubicBezTo>
                  <a:pt x="238" y="781"/>
                  <a:pt x="231" y="777"/>
                  <a:pt x="230" y="775"/>
                </a:cubicBezTo>
                <a:cubicBezTo>
                  <a:pt x="229" y="773"/>
                  <a:pt x="228" y="769"/>
                  <a:pt x="230" y="768"/>
                </a:cubicBezTo>
                <a:cubicBezTo>
                  <a:pt x="233" y="767"/>
                  <a:pt x="238" y="763"/>
                  <a:pt x="240" y="762"/>
                </a:cubicBezTo>
                <a:cubicBezTo>
                  <a:pt x="241" y="761"/>
                  <a:pt x="243" y="756"/>
                  <a:pt x="241" y="756"/>
                </a:cubicBezTo>
                <a:cubicBezTo>
                  <a:pt x="240" y="755"/>
                  <a:pt x="234" y="755"/>
                  <a:pt x="233" y="754"/>
                </a:cubicBezTo>
                <a:cubicBezTo>
                  <a:pt x="232" y="753"/>
                  <a:pt x="232" y="752"/>
                  <a:pt x="235" y="750"/>
                </a:cubicBezTo>
                <a:cubicBezTo>
                  <a:pt x="239" y="747"/>
                  <a:pt x="240" y="744"/>
                  <a:pt x="242" y="743"/>
                </a:cubicBezTo>
                <a:cubicBezTo>
                  <a:pt x="243" y="742"/>
                  <a:pt x="246" y="740"/>
                  <a:pt x="247" y="737"/>
                </a:cubicBezTo>
                <a:cubicBezTo>
                  <a:pt x="248" y="735"/>
                  <a:pt x="245" y="736"/>
                  <a:pt x="243" y="736"/>
                </a:cubicBezTo>
                <a:cubicBezTo>
                  <a:pt x="241" y="736"/>
                  <a:pt x="239" y="732"/>
                  <a:pt x="238" y="730"/>
                </a:cubicBezTo>
                <a:cubicBezTo>
                  <a:pt x="238" y="728"/>
                  <a:pt x="245" y="731"/>
                  <a:pt x="249" y="732"/>
                </a:cubicBezTo>
                <a:cubicBezTo>
                  <a:pt x="254" y="733"/>
                  <a:pt x="251" y="730"/>
                  <a:pt x="251" y="728"/>
                </a:cubicBezTo>
                <a:cubicBezTo>
                  <a:pt x="250" y="726"/>
                  <a:pt x="251" y="722"/>
                  <a:pt x="253" y="723"/>
                </a:cubicBezTo>
                <a:cubicBezTo>
                  <a:pt x="256" y="725"/>
                  <a:pt x="268" y="724"/>
                  <a:pt x="270" y="723"/>
                </a:cubicBezTo>
                <a:cubicBezTo>
                  <a:pt x="272" y="723"/>
                  <a:pt x="275" y="716"/>
                  <a:pt x="277" y="714"/>
                </a:cubicBezTo>
                <a:cubicBezTo>
                  <a:pt x="278" y="712"/>
                  <a:pt x="278" y="710"/>
                  <a:pt x="276" y="709"/>
                </a:cubicBezTo>
                <a:cubicBezTo>
                  <a:pt x="274" y="708"/>
                  <a:pt x="268" y="703"/>
                  <a:pt x="267" y="702"/>
                </a:cubicBezTo>
                <a:cubicBezTo>
                  <a:pt x="266" y="701"/>
                  <a:pt x="268" y="693"/>
                  <a:pt x="269" y="691"/>
                </a:cubicBezTo>
                <a:cubicBezTo>
                  <a:pt x="269" y="689"/>
                  <a:pt x="270" y="703"/>
                  <a:pt x="276" y="705"/>
                </a:cubicBezTo>
                <a:cubicBezTo>
                  <a:pt x="282" y="707"/>
                  <a:pt x="285" y="708"/>
                  <a:pt x="290" y="703"/>
                </a:cubicBezTo>
                <a:cubicBezTo>
                  <a:pt x="295" y="699"/>
                  <a:pt x="299" y="695"/>
                  <a:pt x="300" y="692"/>
                </a:cubicBezTo>
                <a:cubicBezTo>
                  <a:pt x="300" y="689"/>
                  <a:pt x="301" y="685"/>
                  <a:pt x="303" y="684"/>
                </a:cubicBezTo>
                <a:cubicBezTo>
                  <a:pt x="305" y="683"/>
                  <a:pt x="307" y="684"/>
                  <a:pt x="309" y="678"/>
                </a:cubicBezTo>
                <a:cubicBezTo>
                  <a:pt x="311" y="673"/>
                  <a:pt x="314" y="677"/>
                  <a:pt x="316" y="672"/>
                </a:cubicBezTo>
                <a:cubicBezTo>
                  <a:pt x="318" y="668"/>
                  <a:pt x="311" y="661"/>
                  <a:pt x="316" y="658"/>
                </a:cubicBezTo>
                <a:cubicBezTo>
                  <a:pt x="321" y="654"/>
                  <a:pt x="330" y="650"/>
                  <a:pt x="330" y="650"/>
                </a:cubicBezTo>
                <a:cubicBezTo>
                  <a:pt x="330" y="650"/>
                  <a:pt x="333" y="649"/>
                  <a:pt x="338" y="647"/>
                </a:cubicBezTo>
                <a:cubicBezTo>
                  <a:pt x="343" y="646"/>
                  <a:pt x="349" y="647"/>
                  <a:pt x="351" y="644"/>
                </a:cubicBezTo>
                <a:cubicBezTo>
                  <a:pt x="353" y="641"/>
                  <a:pt x="354" y="635"/>
                  <a:pt x="357" y="632"/>
                </a:cubicBezTo>
                <a:cubicBezTo>
                  <a:pt x="359" y="629"/>
                  <a:pt x="362" y="624"/>
                  <a:pt x="361" y="621"/>
                </a:cubicBezTo>
                <a:cubicBezTo>
                  <a:pt x="360" y="619"/>
                  <a:pt x="364" y="608"/>
                  <a:pt x="364" y="605"/>
                </a:cubicBezTo>
                <a:cubicBezTo>
                  <a:pt x="363" y="602"/>
                  <a:pt x="359" y="595"/>
                  <a:pt x="366" y="589"/>
                </a:cubicBezTo>
                <a:cubicBezTo>
                  <a:pt x="373" y="583"/>
                  <a:pt x="380" y="574"/>
                  <a:pt x="380" y="571"/>
                </a:cubicBezTo>
                <a:cubicBezTo>
                  <a:pt x="381" y="569"/>
                  <a:pt x="386" y="558"/>
                  <a:pt x="386" y="552"/>
                </a:cubicBezTo>
                <a:cubicBezTo>
                  <a:pt x="385" y="547"/>
                  <a:pt x="380" y="541"/>
                  <a:pt x="377" y="539"/>
                </a:cubicBezTo>
                <a:cubicBezTo>
                  <a:pt x="374" y="538"/>
                  <a:pt x="367" y="537"/>
                  <a:pt x="364" y="533"/>
                </a:cubicBezTo>
                <a:cubicBezTo>
                  <a:pt x="361" y="528"/>
                  <a:pt x="353" y="524"/>
                  <a:pt x="350" y="525"/>
                </a:cubicBezTo>
                <a:cubicBezTo>
                  <a:pt x="348" y="526"/>
                  <a:pt x="343" y="527"/>
                  <a:pt x="339" y="525"/>
                </a:cubicBezTo>
                <a:cubicBezTo>
                  <a:pt x="335" y="522"/>
                  <a:pt x="329" y="519"/>
                  <a:pt x="327" y="516"/>
                </a:cubicBezTo>
                <a:cubicBezTo>
                  <a:pt x="325" y="514"/>
                  <a:pt x="319" y="512"/>
                  <a:pt x="316" y="512"/>
                </a:cubicBezTo>
                <a:cubicBezTo>
                  <a:pt x="313" y="512"/>
                  <a:pt x="314" y="510"/>
                  <a:pt x="310" y="517"/>
                </a:cubicBezTo>
                <a:cubicBezTo>
                  <a:pt x="306" y="523"/>
                  <a:pt x="310" y="525"/>
                  <a:pt x="302" y="524"/>
                </a:cubicBezTo>
                <a:cubicBezTo>
                  <a:pt x="295" y="523"/>
                  <a:pt x="303" y="522"/>
                  <a:pt x="307" y="516"/>
                </a:cubicBezTo>
                <a:cubicBezTo>
                  <a:pt x="311" y="510"/>
                  <a:pt x="307" y="506"/>
                  <a:pt x="302" y="507"/>
                </a:cubicBezTo>
                <a:cubicBezTo>
                  <a:pt x="297" y="509"/>
                  <a:pt x="301" y="512"/>
                  <a:pt x="293" y="514"/>
                </a:cubicBezTo>
                <a:cubicBezTo>
                  <a:pt x="286" y="515"/>
                  <a:pt x="286" y="510"/>
                  <a:pt x="291" y="509"/>
                </a:cubicBezTo>
                <a:cubicBezTo>
                  <a:pt x="295" y="508"/>
                  <a:pt x="303" y="503"/>
                  <a:pt x="303" y="501"/>
                </a:cubicBezTo>
                <a:cubicBezTo>
                  <a:pt x="303" y="499"/>
                  <a:pt x="302" y="493"/>
                  <a:pt x="299" y="493"/>
                </a:cubicBezTo>
                <a:cubicBezTo>
                  <a:pt x="295" y="493"/>
                  <a:pt x="296" y="487"/>
                  <a:pt x="290" y="480"/>
                </a:cubicBezTo>
                <a:cubicBezTo>
                  <a:pt x="284" y="473"/>
                  <a:pt x="276" y="465"/>
                  <a:pt x="271" y="466"/>
                </a:cubicBezTo>
                <a:cubicBezTo>
                  <a:pt x="266" y="467"/>
                  <a:pt x="263" y="472"/>
                  <a:pt x="260" y="466"/>
                </a:cubicBezTo>
                <a:cubicBezTo>
                  <a:pt x="257" y="460"/>
                  <a:pt x="254" y="459"/>
                  <a:pt x="252" y="456"/>
                </a:cubicBezTo>
                <a:cubicBezTo>
                  <a:pt x="250" y="452"/>
                  <a:pt x="246" y="455"/>
                  <a:pt x="244" y="454"/>
                </a:cubicBezTo>
                <a:cubicBezTo>
                  <a:pt x="243" y="452"/>
                  <a:pt x="243" y="452"/>
                  <a:pt x="243" y="452"/>
                </a:cubicBezTo>
                <a:cubicBezTo>
                  <a:pt x="243" y="452"/>
                  <a:pt x="237" y="454"/>
                  <a:pt x="240" y="449"/>
                </a:cubicBezTo>
                <a:cubicBezTo>
                  <a:pt x="243" y="444"/>
                  <a:pt x="245" y="435"/>
                  <a:pt x="243" y="435"/>
                </a:cubicBezTo>
                <a:cubicBezTo>
                  <a:pt x="242" y="436"/>
                  <a:pt x="240" y="443"/>
                  <a:pt x="237" y="443"/>
                </a:cubicBezTo>
                <a:cubicBezTo>
                  <a:pt x="235" y="442"/>
                  <a:pt x="237" y="441"/>
                  <a:pt x="233" y="438"/>
                </a:cubicBezTo>
                <a:cubicBezTo>
                  <a:pt x="228" y="435"/>
                  <a:pt x="221" y="437"/>
                  <a:pt x="221" y="440"/>
                </a:cubicBezTo>
                <a:cubicBezTo>
                  <a:pt x="221" y="443"/>
                  <a:pt x="219" y="445"/>
                  <a:pt x="219" y="445"/>
                </a:cubicBezTo>
                <a:cubicBezTo>
                  <a:pt x="219" y="445"/>
                  <a:pt x="218" y="443"/>
                  <a:pt x="216" y="440"/>
                </a:cubicBezTo>
                <a:cubicBezTo>
                  <a:pt x="215" y="437"/>
                  <a:pt x="209" y="436"/>
                  <a:pt x="206" y="439"/>
                </a:cubicBezTo>
                <a:cubicBezTo>
                  <a:pt x="203" y="442"/>
                  <a:pt x="201" y="431"/>
                  <a:pt x="199" y="431"/>
                </a:cubicBezTo>
                <a:cubicBezTo>
                  <a:pt x="197" y="431"/>
                  <a:pt x="192" y="434"/>
                  <a:pt x="190" y="438"/>
                </a:cubicBezTo>
                <a:cubicBezTo>
                  <a:pt x="188" y="443"/>
                  <a:pt x="189" y="450"/>
                  <a:pt x="187" y="450"/>
                </a:cubicBezTo>
                <a:cubicBezTo>
                  <a:pt x="186" y="449"/>
                  <a:pt x="185" y="440"/>
                  <a:pt x="185" y="437"/>
                </a:cubicBezTo>
                <a:cubicBezTo>
                  <a:pt x="186" y="434"/>
                  <a:pt x="191" y="428"/>
                  <a:pt x="187" y="427"/>
                </a:cubicBezTo>
                <a:cubicBezTo>
                  <a:pt x="184" y="426"/>
                  <a:pt x="179" y="432"/>
                  <a:pt x="177" y="433"/>
                </a:cubicBezTo>
                <a:cubicBezTo>
                  <a:pt x="174" y="433"/>
                  <a:pt x="170" y="437"/>
                  <a:pt x="168" y="441"/>
                </a:cubicBezTo>
                <a:cubicBezTo>
                  <a:pt x="165" y="446"/>
                  <a:pt x="164" y="448"/>
                  <a:pt x="162" y="450"/>
                </a:cubicBezTo>
                <a:cubicBezTo>
                  <a:pt x="159" y="451"/>
                  <a:pt x="156" y="450"/>
                  <a:pt x="156" y="448"/>
                </a:cubicBezTo>
                <a:cubicBezTo>
                  <a:pt x="157" y="446"/>
                  <a:pt x="149" y="440"/>
                  <a:pt x="148" y="443"/>
                </a:cubicBezTo>
                <a:cubicBezTo>
                  <a:pt x="147" y="445"/>
                  <a:pt x="143" y="446"/>
                  <a:pt x="140" y="448"/>
                </a:cubicBezTo>
                <a:cubicBezTo>
                  <a:pt x="136" y="450"/>
                  <a:pt x="133" y="445"/>
                  <a:pt x="132" y="443"/>
                </a:cubicBezTo>
                <a:cubicBezTo>
                  <a:pt x="131" y="441"/>
                  <a:pt x="130" y="441"/>
                  <a:pt x="129" y="434"/>
                </a:cubicBezTo>
                <a:cubicBezTo>
                  <a:pt x="129" y="427"/>
                  <a:pt x="130" y="419"/>
                  <a:pt x="131" y="415"/>
                </a:cubicBezTo>
                <a:cubicBezTo>
                  <a:pt x="132" y="411"/>
                  <a:pt x="125" y="403"/>
                  <a:pt x="123" y="403"/>
                </a:cubicBezTo>
                <a:cubicBezTo>
                  <a:pt x="120" y="404"/>
                  <a:pt x="117" y="407"/>
                  <a:pt x="114" y="407"/>
                </a:cubicBezTo>
                <a:cubicBezTo>
                  <a:pt x="112" y="406"/>
                  <a:pt x="113" y="405"/>
                  <a:pt x="109" y="405"/>
                </a:cubicBezTo>
                <a:cubicBezTo>
                  <a:pt x="105" y="405"/>
                  <a:pt x="108" y="404"/>
                  <a:pt x="109" y="399"/>
                </a:cubicBezTo>
                <a:cubicBezTo>
                  <a:pt x="109" y="395"/>
                  <a:pt x="107" y="388"/>
                  <a:pt x="111" y="384"/>
                </a:cubicBezTo>
                <a:cubicBezTo>
                  <a:pt x="116" y="380"/>
                  <a:pt x="114" y="370"/>
                  <a:pt x="112" y="370"/>
                </a:cubicBezTo>
                <a:cubicBezTo>
                  <a:pt x="109" y="369"/>
                  <a:pt x="104" y="371"/>
                  <a:pt x="101" y="371"/>
                </a:cubicBezTo>
                <a:cubicBezTo>
                  <a:pt x="97" y="370"/>
                  <a:pt x="95" y="375"/>
                  <a:pt x="96" y="379"/>
                </a:cubicBezTo>
                <a:cubicBezTo>
                  <a:pt x="97" y="384"/>
                  <a:pt x="94" y="387"/>
                  <a:pt x="93" y="386"/>
                </a:cubicBezTo>
                <a:cubicBezTo>
                  <a:pt x="92" y="386"/>
                  <a:pt x="90" y="383"/>
                  <a:pt x="86" y="388"/>
                </a:cubicBezTo>
                <a:cubicBezTo>
                  <a:pt x="82" y="392"/>
                  <a:pt x="81" y="390"/>
                  <a:pt x="77" y="386"/>
                </a:cubicBezTo>
                <a:cubicBezTo>
                  <a:pt x="73" y="381"/>
                  <a:pt x="69" y="376"/>
                  <a:pt x="68" y="369"/>
                </a:cubicBezTo>
                <a:cubicBezTo>
                  <a:pt x="68" y="362"/>
                  <a:pt x="68" y="355"/>
                  <a:pt x="69" y="351"/>
                </a:cubicBezTo>
                <a:cubicBezTo>
                  <a:pt x="70" y="347"/>
                  <a:pt x="71" y="340"/>
                  <a:pt x="69" y="339"/>
                </a:cubicBezTo>
                <a:cubicBezTo>
                  <a:pt x="67" y="338"/>
                  <a:pt x="71" y="333"/>
                  <a:pt x="74" y="332"/>
                </a:cubicBezTo>
                <a:cubicBezTo>
                  <a:pt x="76" y="331"/>
                  <a:pt x="80" y="326"/>
                  <a:pt x="81" y="324"/>
                </a:cubicBezTo>
                <a:cubicBezTo>
                  <a:pt x="82" y="322"/>
                  <a:pt x="85" y="322"/>
                  <a:pt x="89" y="322"/>
                </a:cubicBezTo>
                <a:cubicBezTo>
                  <a:pt x="93" y="322"/>
                  <a:pt x="94" y="322"/>
                  <a:pt x="98" y="324"/>
                </a:cubicBezTo>
                <a:cubicBezTo>
                  <a:pt x="102" y="327"/>
                  <a:pt x="103" y="323"/>
                  <a:pt x="103" y="321"/>
                </a:cubicBezTo>
                <a:cubicBezTo>
                  <a:pt x="103" y="320"/>
                  <a:pt x="105" y="318"/>
                  <a:pt x="110" y="319"/>
                </a:cubicBezTo>
                <a:cubicBezTo>
                  <a:pt x="114" y="319"/>
                  <a:pt x="120" y="314"/>
                  <a:pt x="121" y="316"/>
                </a:cubicBezTo>
                <a:cubicBezTo>
                  <a:pt x="122" y="317"/>
                  <a:pt x="124" y="323"/>
                  <a:pt x="127" y="321"/>
                </a:cubicBezTo>
                <a:cubicBezTo>
                  <a:pt x="129" y="319"/>
                  <a:pt x="130" y="315"/>
                  <a:pt x="131" y="322"/>
                </a:cubicBezTo>
                <a:cubicBezTo>
                  <a:pt x="131" y="328"/>
                  <a:pt x="133" y="337"/>
                  <a:pt x="136" y="339"/>
                </a:cubicBezTo>
                <a:cubicBezTo>
                  <a:pt x="140" y="340"/>
                  <a:pt x="138" y="347"/>
                  <a:pt x="141" y="347"/>
                </a:cubicBezTo>
                <a:cubicBezTo>
                  <a:pt x="145" y="347"/>
                  <a:pt x="147" y="337"/>
                  <a:pt x="146" y="333"/>
                </a:cubicBezTo>
                <a:cubicBezTo>
                  <a:pt x="145" y="329"/>
                  <a:pt x="143" y="319"/>
                  <a:pt x="141" y="316"/>
                </a:cubicBezTo>
                <a:cubicBezTo>
                  <a:pt x="139" y="313"/>
                  <a:pt x="142" y="307"/>
                  <a:pt x="146" y="305"/>
                </a:cubicBezTo>
                <a:cubicBezTo>
                  <a:pt x="150" y="302"/>
                  <a:pt x="157" y="291"/>
                  <a:pt x="160" y="288"/>
                </a:cubicBezTo>
                <a:cubicBezTo>
                  <a:pt x="163" y="285"/>
                  <a:pt x="173" y="283"/>
                  <a:pt x="170" y="279"/>
                </a:cubicBezTo>
                <a:cubicBezTo>
                  <a:pt x="168" y="275"/>
                  <a:pt x="166" y="271"/>
                  <a:pt x="166" y="268"/>
                </a:cubicBezTo>
                <a:cubicBezTo>
                  <a:pt x="166" y="265"/>
                  <a:pt x="169" y="266"/>
                  <a:pt x="170" y="268"/>
                </a:cubicBezTo>
                <a:cubicBezTo>
                  <a:pt x="171" y="270"/>
                  <a:pt x="176" y="265"/>
                  <a:pt x="175" y="262"/>
                </a:cubicBezTo>
                <a:cubicBezTo>
                  <a:pt x="174" y="259"/>
                  <a:pt x="174" y="256"/>
                  <a:pt x="177" y="256"/>
                </a:cubicBezTo>
                <a:cubicBezTo>
                  <a:pt x="180" y="257"/>
                  <a:pt x="181" y="253"/>
                  <a:pt x="180" y="252"/>
                </a:cubicBezTo>
                <a:cubicBezTo>
                  <a:pt x="179" y="249"/>
                  <a:pt x="183" y="247"/>
                  <a:pt x="186" y="248"/>
                </a:cubicBezTo>
                <a:cubicBezTo>
                  <a:pt x="189" y="248"/>
                  <a:pt x="199" y="249"/>
                  <a:pt x="200" y="247"/>
                </a:cubicBezTo>
                <a:cubicBezTo>
                  <a:pt x="201" y="245"/>
                  <a:pt x="196" y="241"/>
                  <a:pt x="196" y="236"/>
                </a:cubicBezTo>
                <a:cubicBezTo>
                  <a:pt x="196" y="232"/>
                  <a:pt x="201" y="229"/>
                  <a:pt x="204" y="228"/>
                </a:cubicBezTo>
                <a:cubicBezTo>
                  <a:pt x="207" y="227"/>
                  <a:pt x="211" y="228"/>
                  <a:pt x="212" y="226"/>
                </a:cubicBezTo>
                <a:cubicBezTo>
                  <a:pt x="212" y="225"/>
                  <a:pt x="217" y="220"/>
                  <a:pt x="217" y="224"/>
                </a:cubicBezTo>
                <a:cubicBezTo>
                  <a:pt x="217" y="227"/>
                  <a:pt x="216" y="233"/>
                  <a:pt x="220" y="233"/>
                </a:cubicBezTo>
                <a:cubicBezTo>
                  <a:pt x="223" y="233"/>
                  <a:pt x="228" y="228"/>
                  <a:pt x="229" y="228"/>
                </a:cubicBezTo>
                <a:cubicBezTo>
                  <a:pt x="231" y="227"/>
                  <a:pt x="239" y="225"/>
                  <a:pt x="241" y="224"/>
                </a:cubicBezTo>
                <a:cubicBezTo>
                  <a:pt x="243" y="224"/>
                  <a:pt x="253" y="222"/>
                  <a:pt x="252" y="219"/>
                </a:cubicBezTo>
                <a:cubicBezTo>
                  <a:pt x="251" y="215"/>
                  <a:pt x="250" y="212"/>
                  <a:pt x="248" y="210"/>
                </a:cubicBezTo>
                <a:cubicBezTo>
                  <a:pt x="247" y="209"/>
                  <a:pt x="246" y="211"/>
                  <a:pt x="244" y="214"/>
                </a:cubicBezTo>
                <a:cubicBezTo>
                  <a:pt x="242" y="216"/>
                  <a:pt x="239" y="216"/>
                  <a:pt x="238" y="214"/>
                </a:cubicBezTo>
                <a:cubicBezTo>
                  <a:pt x="238" y="212"/>
                  <a:pt x="239" y="206"/>
                  <a:pt x="236" y="208"/>
                </a:cubicBezTo>
                <a:cubicBezTo>
                  <a:pt x="233" y="211"/>
                  <a:pt x="232" y="213"/>
                  <a:pt x="231" y="212"/>
                </a:cubicBezTo>
                <a:cubicBezTo>
                  <a:pt x="229" y="211"/>
                  <a:pt x="227" y="207"/>
                  <a:pt x="227" y="207"/>
                </a:cubicBezTo>
                <a:cubicBezTo>
                  <a:pt x="227" y="207"/>
                  <a:pt x="232" y="205"/>
                  <a:pt x="229" y="200"/>
                </a:cubicBezTo>
                <a:cubicBezTo>
                  <a:pt x="226" y="196"/>
                  <a:pt x="222" y="197"/>
                  <a:pt x="218" y="200"/>
                </a:cubicBezTo>
                <a:cubicBezTo>
                  <a:pt x="213" y="203"/>
                  <a:pt x="214" y="202"/>
                  <a:pt x="208" y="204"/>
                </a:cubicBezTo>
                <a:cubicBezTo>
                  <a:pt x="203" y="206"/>
                  <a:pt x="201" y="207"/>
                  <a:pt x="201" y="207"/>
                </a:cubicBezTo>
                <a:cubicBezTo>
                  <a:pt x="201" y="207"/>
                  <a:pt x="203" y="199"/>
                  <a:pt x="206" y="196"/>
                </a:cubicBezTo>
                <a:cubicBezTo>
                  <a:pt x="209" y="193"/>
                  <a:pt x="218" y="194"/>
                  <a:pt x="221" y="191"/>
                </a:cubicBezTo>
                <a:cubicBezTo>
                  <a:pt x="224" y="188"/>
                  <a:pt x="230" y="192"/>
                  <a:pt x="230" y="192"/>
                </a:cubicBezTo>
                <a:cubicBezTo>
                  <a:pt x="230" y="192"/>
                  <a:pt x="234" y="188"/>
                  <a:pt x="234" y="190"/>
                </a:cubicBezTo>
                <a:cubicBezTo>
                  <a:pt x="233" y="193"/>
                  <a:pt x="232" y="199"/>
                  <a:pt x="235" y="199"/>
                </a:cubicBezTo>
                <a:cubicBezTo>
                  <a:pt x="237" y="199"/>
                  <a:pt x="245" y="195"/>
                  <a:pt x="242" y="194"/>
                </a:cubicBezTo>
                <a:cubicBezTo>
                  <a:pt x="239" y="193"/>
                  <a:pt x="244" y="191"/>
                  <a:pt x="247" y="188"/>
                </a:cubicBezTo>
                <a:cubicBezTo>
                  <a:pt x="250" y="186"/>
                  <a:pt x="256" y="188"/>
                  <a:pt x="258" y="187"/>
                </a:cubicBezTo>
                <a:cubicBezTo>
                  <a:pt x="260" y="186"/>
                  <a:pt x="261" y="182"/>
                  <a:pt x="264" y="182"/>
                </a:cubicBezTo>
                <a:cubicBezTo>
                  <a:pt x="268" y="182"/>
                  <a:pt x="269" y="186"/>
                  <a:pt x="264" y="189"/>
                </a:cubicBezTo>
                <a:cubicBezTo>
                  <a:pt x="260" y="192"/>
                  <a:pt x="259" y="200"/>
                  <a:pt x="256" y="202"/>
                </a:cubicBezTo>
                <a:cubicBezTo>
                  <a:pt x="254" y="204"/>
                  <a:pt x="255" y="206"/>
                  <a:pt x="259" y="206"/>
                </a:cubicBezTo>
                <a:cubicBezTo>
                  <a:pt x="262" y="205"/>
                  <a:pt x="265" y="206"/>
                  <a:pt x="269" y="205"/>
                </a:cubicBezTo>
                <a:cubicBezTo>
                  <a:pt x="272" y="204"/>
                  <a:pt x="273" y="205"/>
                  <a:pt x="274" y="207"/>
                </a:cubicBezTo>
                <a:cubicBezTo>
                  <a:pt x="275" y="208"/>
                  <a:pt x="278" y="205"/>
                  <a:pt x="278" y="205"/>
                </a:cubicBezTo>
                <a:cubicBezTo>
                  <a:pt x="278" y="205"/>
                  <a:pt x="284" y="204"/>
                  <a:pt x="285" y="206"/>
                </a:cubicBezTo>
                <a:cubicBezTo>
                  <a:pt x="287" y="209"/>
                  <a:pt x="289" y="205"/>
                  <a:pt x="287" y="202"/>
                </a:cubicBezTo>
                <a:cubicBezTo>
                  <a:pt x="286" y="200"/>
                  <a:pt x="284" y="197"/>
                  <a:pt x="283" y="194"/>
                </a:cubicBezTo>
                <a:cubicBezTo>
                  <a:pt x="282" y="191"/>
                  <a:pt x="280" y="190"/>
                  <a:pt x="277" y="192"/>
                </a:cubicBezTo>
                <a:cubicBezTo>
                  <a:pt x="273" y="193"/>
                  <a:pt x="272" y="191"/>
                  <a:pt x="270" y="189"/>
                </a:cubicBezTo>
                <a:cubicBezTo>
                  <a:pt x="268" y="188"/>
                  <a:pt x="266" y="191"/>
                  <a:pt x="268" y="188"/>
                </a:cubicBezTo>
                <a:cubicBezTo>
                  <a:pt x="270" y="184"/>
                  <a:pt x="271" y="183"/>
                  <a:pt x="272" y="180"/>
                </a:cubicBezTo>
                <a:cubicBezTo>
                  <a:pt x="274" y="177"/>
                  <a:pt x="280" y="172"/>
                  <a:pt x="274" y="171"/>
                </a:cubicBezTo>
                <a:cubicBezTo>
                  <a:pt x="269" y="169"/>
                  <a:pt x="267" y="169"/>
                  <a:pt x="266" y="166"/>
                </a:cubicBezTo>
                <a:cubicBezTo>
                  <a:pt x="266" y="163"/>
                  <a:pt x="259" y="158"/>
                  <a:pt x="258" y="158"/>
                </a:cubicBezTo>
                <a:cubicBezTo>
                  <a:pt x="256" y="158"/>
                  <a:pt x="248" y="160"/>
                  <a:pt x="247" y="158"/>
                </a:cubicBezTo>
                <a:cubicBezTo>
                  <a:pt x="247" y="156"/>
                  <a:pt x="246" y="149"/>
                  <a:pt x="244" y="147"/>
                </a:cubicBezTo>
                <a:cubicBezTo>
                  <a:pt x="242" y="145"/>
                  <a:pt x="235" y="135"/>
                  <a:pt x="233" y="134"/>
                </a:cubicBezTo>
                <a:cubicBezTo>
                  <a:pt x="232" y="133"/>
                  <a:pt x="230" y="134"/>
                  <a:pt x="226" y="140"/>
                </a:cubicBezTo>
                <a:cubicBezTo>
                  <a:pt x="222" y="145"/>
                  <a:pt x="218" y="146"/>
                  <a:pt x="216" y="145"/>
                </a:cubicBezTo>
                <a:cubicBezTo>
                  <a:pt x="213" y="144"/>
                  <a:pt x="210" y="145"/>
                  <a:pt x="207" y="142"/>
                </a:cubicBezTo>
                <a:cubicBezTo>
                  <a:pt x="204" y="139"/>
                  <a:pt x="213" y="137"/>
                  <a:pt x="212" y="134"/>
                </a:cubicBezTo>
                <a:cubicBezTo>
                  <a:pt x="211" y="132"/>
                  <a:pt x="205" y="132"/>
                  <a:pt x="201" y="132"/>
                </a:cubicBezTo>
                <a:cubicBezTo>
                  <a:pt x="196" y="131"/>
                  <a:pt x="194" y="127"/>
                  <a:pt x="188" y="127"/>
                </a:cubicBezTo>
                <a:cubicBezTo>
                  <a:pt x="182" y="127"/>
                  <a:pt x="175" y="129"/>
                  <a:pt x="173" y="129"/>
                </a:cubicBezTo>
                <a:cubicBezTo>
                  <a:pt x="171" y="129"/>
                  <a:pt x="170" y="132"/>
                  <a:pt x="169" y="137"/>
                </a:cubicBezTo>
                <a:cubicBezTo>
                  <a:pt x="168" y="142"/>
                  <a:pt x="171" y="143"/>
                  <a:pt x="167" y="144"/>
                </a:cubicBezTo>
                <a:cubicBezTo>
                  <a:pt x="164" y="145"/>
                  <a:pt x="162" y="146"/>
                  <a:pt x="165" y="148"/>
                </a:cubicBezTo>
                <a:cubicBezTo>
                  <a:pt x="169" y="149"/>
                  <a:pt x="173" y="156"/>
                  <a:pt x="173" y="156"/>
                </a:cubicBezTo>
                <a:cubicBezTo>
                  <a:pt x="173" y="156"/>
                  <a:pt x="172" y="160"/>
                  <a:pt x="169" y="163"/>
                </a:cubicBezTo>
                <a:cubicBezTo>
                  <a:pt x="166" y="165"/>
                  <a:pt x="163" y="168"/>
                  <a:pt x="162" y="165"/>
                </a:cubicBezTo>
                <a:cubicBezTo>
                  <a:pt x="161" y="163"/>
                  <a:pt x="156" y="163"/>
                  <a:pt x="157" y="166"/>
                </a:cubicBezTo>
                <a:cubicBezTo>
                  <a:pt x="158" y="169"/>
                  <a:pt x="160" y="170"/>
                  <a:pt x="160" y="173"/>
                </a:cubicBezTo>
                <a:cubicBezTo>
                  <a:pt x="160" y="176"/>
                  <a:pt x="163" y="182"/>
                  <a:pt x="160" y="185"/>
                </a:cubicBezTo>
                <a:cubicBezTo>
                  <a:pt x="158" y="188"/>
                  <a:pt x="155" y="186"/>
                  <a:pt x="153" y="187"/>
                </a:cubicBezTo>
                <a:cubicBezTo>
                  <a:pt x="151" y="187"/>
                  <a:pt x="149" y="183"/>
                  <a:pt x="151" y="182"/>
                </a:cubicBezTo>
                <a:cubicBezTo>
                  <a:pt x="153" y="181"/>
                  <a:pt x="151" y="174"/>
                  <a:pt x="151" y="174"/>
                </a:cubicBezTo>
                <a:cubicBezTo>
                  <a:pt x="151" y="174"/>
                  <a:pt x="146" y="182"/>
                  <a:pt x="147" y="178"/>
                </a:cubicBezTo>
                <a:cubicBezTo>
                  <a:pt x="147" y="174"/>
                  <a:pt x="145" y="174"/>
                  <a:pt x="145" y="170"/>
                </a:cubicBezTo>
                <a:cubicBezTo>
                  <a:pt x="146" y="167"/>
                  <a:pt x="143" y="163"/>
                  <a:pt x="139" y="164"/>
                </a:cubicBezTo>
                <a:cubicBezTo>
                  <a:pt x="135" y="165"/>
                  <a:pt x="132" y="166"/>
                  <a:pt x="126" y="166"/>
                </a:cubicBezTo>
                <a:cubicBezTo>
                  <a:pt x="119" y="165"/>
                  <a:pt x="117" y="164"/>
                  <a:pt x="112" y="161"/>
                </a:cubicBezTo>
                <a:cubicBezTo>
                  <a:pt x="107" y="159"/>
                  <a:pt x="105" y="161"/>
                  <a:pt x="102" y="162"/>
                </a:cubicBezTo>
                <a:cubicBezTo>
                  <a:pt x="102" y="162"/>
                  <a:pt x="102" y="162"/>
                  <a:pt x="102" y="162"/>
                </a:cubicBezTo>
                <a:cubicBezTo>
                  <a:pt x="111" y="150"/>
                  <a:pt x="122" y="138"/>
                  <a:pt x="133" y="127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7" y="127"/>
                  <a:pt x="143" y="123"/>
                  <a:pt x="143" y="123"/>
                </a:cubicBezTo>
                <a:cubicBezTo>
                  <a:pt x="143" y="123"/>
                  <a:pt x="149" y="120"/>
                  <a:pt x="150" y="122"/>
                </a:cubicBezTo>
                <a:cubicBezTo>
                  <a:pt x="152" y="125"/>
                  <a:pt x="151" y="127"/>
                  <a:pt x="154" y="127"/>
                </a:cubicBezTo>
                <a:cubicBezTo>
                  <a:pt x="157" y="127"/>
                  <a:pt x="163" y="123"/>
                  <a:pt x="158" y="120"/>
                </a:cubicBezTo>
                <a:cubicBezTo>
                  <a:pt x="154" y="118"/>
                  <a:pt x="151" y="118"/>
                  <a:pt x="148" y="115"/>
                </a:cubicBezTo>
                <a:cubicBezTo>
                  <a:pt x="148" y="115"/>
                  <a:pt x="147" y="115"/>
                  <a:pt x="147" y="114"/>
                </a:cubicBezTo>
                <a:cubicBezTo>
                  <a:pt x="149" y="112"/>
                  <a:pt x="152" y="110"/>
                  <a:pt x="154" y="108"/>
                </a:cubicBezTo>
                <a:cubicBezTo>
                  <a:pt x="156" y="107"/>
                  <a:pt x="160" y="106"/>
                  <a:pt x="160" y="103"/>
                </a:cubicBezTo>
                <a:cubicBezTo>
                  <a:pt x="164" y="100"/>
                  <a:pt x="169" y="96"/>
                  <a:pt x="173" y="93"/>
                </a:cubicBezTo>
                <a:cubicBezTo>
                  <a:pt x="174" y="94"/>
                  <a:pt x="174" y="94"/>
                  <a:pt x="176" y="94"/>
                </a:cubicBezTo>
                <a:cubicBezTo>
                  <a:pt x="179" y="93"/>
                  <a:pt x="180" y="93"/>
                  <a:pt x="182" y="94"/>
                </a:cubicBezTo>
                <a:cubicBezTo>
                  <a:pt x="184" y="95"/>
                  <a:pt x="180" y="101"/>
                  <a:pt x="178" y="102"/>
                </a:cubicBezTo>
                <a:cubicBezTo>
                  <a:pt x="176" y="103"/>
                  <a:pt x="173" y="104"/>
                  <a:pt x="177" y="105"/>
                </a:cubicBezTo>
                <a:cubicBezTo>
                  <a:pt x="181" y="105"/>
                  <a:pt x="185" y="104"/>
                  <a:pt x="185" y="104"/>
                </a:cubicBezTo>
                <a:cubicBezTo>
                  <a:pt x="185" y="104"/>
                  <a:pt x="188" y="101"/>
                  <a:pt x="189" y="99"/>
                </a:cubicBezTo>
                <a:cubicBezTo>
                  <a:pt x="191" y="96"/>
                  <a:pt x="193" y="98"/>
                  <a:pt x="194" y="98"/>
                </a:cubicBezTo>
                <a:cubicBezTo>
                  <a:pt x="196" y="99"/>
                  <a:pt x="202" y="100"/>
                  <a:pt x="196" y="102"/>
                </a:cubicBezTo>
                <a:cubicBezTo>
                  <a:pt x="190" y="104"/>
                  <a:pt x="188" y="106"/>
                  <a:pt x="187" y="108"/>
                </a:cubicBezTo>
                <a:cubicBezTo>
                  <a:pt x="185" y="111"/>
                  <a:pt x="185" y="112"/>
                  <a:pt x="180" y="111"/>
                </a:cubicBezTo>
                <a:cubicBezTo>
                  <a:pt x="175" y="110"/>
                  <a:pt x="172" y="111"/>
                  <a:pt x="170" y="113"/>
                </a:cubicBezTo>
                <a:cubicBezTo>
                  <a:pt x="169" y="115"/>
                  <a:pt x="169" y="122"/>
                  <a:pt x="171" y="121"/>
                </a:cubicBezTo>
                <a:cubicBezTo>
                  <a:pt x="173" y="120"/>
                  <a:pt x="175" y="120"/>
                  <a:pt x="178" y="119"/>
                </a:cubicBezTo>
                <a:cubicBezTo>
                  <a:pt x="180" y="118"/>
                  <a:pt x="190" y="119"/>
                  <a:pt x="192" y="118"/>
                </a:cubicBezTo>
                <a:cubicBezTo>
                  <a:pt x="194" y="118"/>
                  <a:pt x="198" y="122"/>
                  <a:pt x="199" y="121"/>
                </a:cubicBezTo>
                <a:cubicBezTo>
                  <a:pt x="201" y="120"/>
                  <a:pt x="203" y="123"/>
                  <a:pt x="205" y="124"/>
                </a:cubicBezTo>
                <a:cubicBezTo>
                  <a:pt x="207" y="126"/>
                  <a:pt x="207" y="120"/>
                  <a:pt x="211" y="124"/>
                </a:cubicBezTo>
                <a:cubicBezTo>
                  <a:pt x="215" y="127"/>
                  <a:pt x="213" y="127"/>
                  <a:pt x="215" y="127"/>
                </a:cubicBezTo>
                <a:cubicBezTo>
                  <a:pt x="218" y="127"/>
                  <a:pt x="223" y="127"/>
                  <a:pt x="223" y="127"/>
                </a:cubicBezTo>
                <a:cubicBezTo>
                  <a:pt x="223" y="127"/>
                  <a:pt x="224" y="122"/>
                  <a:pt x="228" y="123"/>
                </a:cubicBezTo>
                <a:cubicBezTo>
                  <a:pt x="232" y="124"/>
                  <a:pt x="236" y="128"/>
                  <a:pt x="236" y="125"/>
                </a:cubicBezTo>
                <a:cubicBezTo>
                  <a:pt x="235" y="121"/>
                  <a:pt x="237" y="119"/>
                  <a:pt x="234" y="116"/>
                </a:cubicBezTo>
                <a:cubicBezTo>
                  <a:pt x="230" y="114"/>
                  <a:pt x="225" y="112"/>
                  <a:pt x="225" y="111"/>
                </a:cubicBezTo>
                <a:cubicBezTo>
                  <a:pt x="224" y="110"/>
                  <a:pt x="223" y="108"/>
                  <a:pt x="225" y="107"/>
                </a:cubicBezTo>
                <a:cubicBezTo>
                  <a:pt x="226" y="107"/>
                  <a:pt x="232" y="107"/>
                  <a:pt x="235" y="109"/>
                </a:cubicBezTo>
                <a:cubicBezTo>
                  <a:pt x="238" y="111"/>
                  <a:pt x="240" y="113"/>
                  <a:pt x="243" y="112"/>
                </a:cubicBezTo>
                <a:cubicBezTo>
                  <a:pt x="246" y="110"/>
                  <a:pt x="249" y="109"/>
                  <a:pt x="250" y="107"/>
                </a:cubicBezTo>
                <a:cubicBezTo>
                  <a:pt x="252" y="106"/>
                  <a:pt x="255" y="102"/>
                  <a:pt x="255" y="102"/>
                </a:cubicBezTo>
                <a:cubicBezTo>
                  <a:pt x="255" y="102"/>
                  <a:pt x="243" y="101"/>
                  <a:pt x="241" y="99"/>
                </a:cubicBezTo>
                <a:cubicBezTo>
                  <a:pt x="240" y="97"/>
                  <a:pt x="234" y="95"/>
                  <a:pt x="233" y="95"/>
                </a:cubicBezTo>
                <a:cubicBezTo>
                  <a:pt x="231" y="95"/>
                  <a:pt x="226" y="98"/>
                  <a:pt x="225" y="94"/>
                </a:cubicBezTo>
                <a:cubicBezTo>
                  <a:pt x="224" y="90"/>
                  <a:pt x="225" y="85"/>
                  <a:pt x="223" y="85"/>
                </a:cubicBezTo>
                <a:cubicBezTo>
                  <a:pt x="221" y="84"/>
                  <a:pt x="205" y="83"/>
                  <a:pt x="203" y="82"/>
                </a:cubicBezTo>
                <a:cubicBezTo>
                  <a:pt x="201" y="81"/>
                  <a:pt x="197" y="80"/>
                  <a:pt x="193" y="79"/>
                </a:cubicBezTo>
                <a:cubicBezTo>
                  <a:pt x="202" y="73"/>
                  <a:pt x="211" y="67"/>
                  <a:pt x="220" y="62"/>
                </a:cubicBezTo>
                <a:cubicBezTo>
                  <a:pt x="220" y="62"/>
                  <a:pt x="221" y="62"/>
                  <a:pt x="221" y="62"/>
                </a:cubicBezTo>
                <a:cubicBezTo>
                  <a:pt x="223" y="63"/>
                  <a:pt x="225" y="62"/>
                  <a:pt x="227" y="61"/>
                </a:cubicBezTo>
                <a:cubicBezTo>
                  <a:pt x="228" y="60"/>
                  <a:pt x="229" y="59"/>
                  <a:pt x="229" y="57"/>
                </a:cubicBezTo>
                <a:cubicBezTo>
                  <a:pt x="230" y="57"/>
                  <a:pt x="230" y="57"/>
                  <a:pt x="231" y="56"/>
                </a:cubicBezTo>
                <a:cubicBezTo>
                  <a:pt x="231" y="58"/>
                  <a:pt x="231" y="59"/>
                  <a:pt x="233" y="60"/>
                </a:cubicBezTo>
                <a:cubicBezTo>
                  <a:pt x="236" y="61"/>
                  <a:pt x="243" y="59"/>
                  <a:pt x="245" y="59"/>
                </a:cubicBezTo>
                <a:cubicBezTo>
                  <a:pt x="247" y="59"/>
                  <a:pt x="259" y="60"/>
                  <a:pt x="262" y="61"/>
                </a:cubicBezTo>
                <a:cubicBezTo>
                  <a:pt x="265" y="63"/>
                  <a:pt x="272" y="63"/>
                  <a:pt x="274" y="66"/>
                </a:cubicBezTo>
                <a:cubicBezTo>
                  <a:pt x="276" y="70"/>
                  <a:pt x="275" y="81"/>
                  <a:pt x="276" y="82"/>
                </a:cubicBezTo>
                <a:cubicBezTo>
                  <a:pt x="277" y="84"/>
                  <a:pt x="282" y="78"/>
                  <a:pt x="283" y="77"/>
                </a:cubicBezTo>
                <a:cubicBezTo>
                  <a:pt x="285" y="75"/>
                  <a:pt x="290" y="76"/>
                  <a:pt x="291" y="78"/>
                </a:cubicBezTo>
                <a:cubicBezTo>
                  <a:pt x="293" y="80"/>
                  <a:pt x="297" y="84"/>
                  <a:pt x="296" y="86"/>
                </a:cubicBezTo>
                <a:cubicBezTo>
                  <a:pt x="296" y="88"/>
                  <a:pt x="295" y="90"/>
                  <a:pt x="293" y="89"/>
                </a:cubicBezTo>
                <a:cubicBezTo>
                  <a:pt x="292" y="88"/>
                  <a:pt x="289" y="98"/>
                  <a:pt x="290" y="96"/>
                </a:cubicBezTo>
                <a:cubicBezTo>
                  <a:pt x="291" y="94"/>
                  <a:pt x="291" y="99"/>
                  <a:pt x="289" y="99"/>
                </a:cubicBezTo>
                <a:cubicBezTo>
                  <a:pt x="287" y="99"/>
                  <a:pt x="285" y="99"/>
                  <a:pt x="285" y="99"/>
                </a:cubicBezTo>
                <a:cubicBezTo>
                  <a:pt x="285" y="99"/>
                  <a:pt x="285" y="98"/>
                  <a:pt x="284" y="96"/>
                </a:cubicBezTo>
                <a:cubicBezTo>
                  <a:pt x="283" y="97"/>
                  <a:pt x="282" y="99"/>
                  <a:pt x="282" y="100"/>
                </a:cubicBezTo>
                <a:cubicBezTo>
                  <a:pt x="282" y="102"/>
                  <a:pt x="285" y="108"/>
                  <a:pt x="286" y="109"/>
                </a:cubicBezTo>
                <a:cubicBezTo>
                  <a:pt x="286" y="110"/>
                  <a:pt x="292" y="111"/>
                  <a:pt x="293" y="112"/>
                </a:cubicBezTo>
                <a:cubicBezTo>
                  <a:pt x="295" y="112"/>
                  <a:pt x="290" y="112"/>
                  <a:pt x="291" y="114"/>
                </a:cubicBezTo>
                <a:cubicBezTo>
                  <a:pt x="292" y="116"/>
                  <a:pt x="294" y="121"/>
                  <a:pt x="297" y="122"/>
                </a:cubicBezTo>
                <a:cubicBezTo>
                  <a:pt x="299" y="123"/>
                  <a:pt x="307" y="128"/>
                  <a:pt x="308" y="130"/>
                </a:cubicBezTo>
                <a:cubicBezTo>
                  <a:pt x="309" y="133"/>
                  <a:pt x="316" y="128"/>
                  <a:pt x="317" y="128"/>
                </a:cubicBezTo>
                <a:cubicBezTo>
                  <a:pt x="318" y="128"/>
                  <a:pt x="318" y="134"/>
                  <a:pt x="322" y="134"/>
                </a:cubicBezTo>
                <a:cubicBezTo>
                  <a:pt x="325" y="135"/>
                  <a:pt x="327" y="134"/>
                  <a:pt x="330" y="131"/>
                </a:cubicBezTo>
                <a:cubicBezTo>
                  <a:pt x="333" y="128"/>
                  <a:pt x="333" y="125"/>
                  <a:pt x="333" y="122"/>
                </a:cubicBezTo>
                <a:cubicBezTo>
                  <a:pt x="333" y="119"/>
                  <a:pt x="333" y="117"/>
                  <a:pt x="337" y="118"/>
                </a:cubicBezTo>
                <a:cubicBezTo>
                  <a:pt x="340" y="119"/>
                  <a:pt x="342" y="117"/>
                  <a:pt x="342" y="115"/>
                </a:cubicBezTo>
                <a:cubicBezTo>
                  <a:pt x="342" y="112"/>
                  <a:pt x="339" y="108"/>
                  <a:pt x="344" y="107"/>
                </a:cubicBezTo>
                <a:cubicBezTo>
                  <a:pt x="350" y="106"/>
                  <a:pt x="353" y="103"/>
                  <a:pt x="357" y="103"/>
                </a:cubicBezTo>
                <a:cubicBezTo>
                  <a:pt x="360" y="103"/>
                  <a:pt x="369" y="104"/>
                  <a:pt x="370" y="103"/>
                </a:cubicBezTo>
                <a:cubicBezTo>
                  <a:pt x="372" y="101"/>
                  <a:pt x="376" y="93"/>
                  <a:pt x="379" y="93"/>
                </a:cubicBezTo>
                <a:cubicBezTo>
                  <a:pt x="382" y="92"/>
                  <a:pt x="390" y="94"/>
                  <a:pt x="396" y="93"/>
                </a:cubicBezTo>
                <a:cubicBezTo>
                  <a:pt x="403" y="92"/>
                  <a:pt x="411" y="88"/>
                  <a:pt x="413" y="88"/>
                </a:cubicBezTo>
                <a:cubicBezTo>
                  <a:pt x="415" y="88"/>
                  <a:pt x="421" y="88"/>
                  <a:pt x="419" y="87"/>
                </a:cubicBezTo>
                <a:cubicBezTo>
                  <a:pt x="417" y="85"/>
                  <a:pt x="415" y="81"/>
                  <a:pt x="411" y="81"/>
                </a:cubicBezTo>
                <a:cubicBezTo>
                  <a:pt x="407" y="81"/>
                  <a:pt x="406" y="73"/>
                  <a:pt x="407" y="73"/>
                </a:cubicBezTo>
                <a:cubicBezTo>
                  <a:pt x="408" y="73"/>
                  <a:pt x="418" y="76"/>
                  <a:pt x="417" y="79"/>
                </a:cubicBezTo>
                <a:cubicBezTo>
                  <a:pt x="417" y="82"/>
                  <a:pt x="419" y="85"/>
                  <a:pt x="424" y="84"/>
                </a:cubicBezTo>
                <a:cubicBezTo>
                  <a:pt x="429" y="83"/>
                  <a:pt x="429" y="79"/>
                  <a:pt x="428" y="78"/>
                </a:cubicBezTo>
                <a:cubicBezTo>
                  <a:pt x="426" y="77"/>
                  <a:pt x="426" y="74"/>
                  <a:pt x="425" y="73"/>
                </a:cubicBezTo>
                <a:cubicBezTo>
                  <a:pt x="423" y="71"/>
                  <a:pt x="421" y="65"/>
                  <a:pt x="426" y="65"/>
                </a:cubicBezTo>
                <a:cubicBezTo>
                  <a:pt x="432" y="65"/>
                  <a:pt x="442" y="70"/>
                  <a:pt x="442" y="66"/>
                </a:cubicBezTo>
                <a:cubicBezTo>
                  <a:pt x="441" y="62"/>
                  <a:pt x="441" y="58"/>
                  <a:pt x="443" y="56"/>
                </a:cubicBezTo>
                <a:cubicBezTo>
                  <a:pt x="444" y="54"/>
                  <a:pt x="447" y="53"/>
                  <a:pt x="445" y="52"/>
                </a:cubicBezTo>
                <a:cubicBezTo>
                  <a:pt x="444" y="51"/>
                  <a:pt x="441" y="53"/>
                  <a:pt x="439" y="50"/>
                </a:cubicBezTo>
                <a:cubicBezTo>
                  <a:pt x="438" y="46"/>
                  <a:pt x="441" y="44"/>
                  <a:pt x="443" y="43"/>
                </a:cubicBezTo>
                <a:cubicBezTo>
                  <a:pt x="445" y="41"/>
                  <a:pt x="454" y="33"/>
                  <a:pt x="460" y="32"/>
                </a:cubicBezTo>
                <a:cubicBezTo>
                  <a:pt x="465" y="31"/>
                  <a:pt x="469" y="26"/>
                  <a:pt x="465" y="25"/>
                </a:cubicBezTo>
                <a:cubicBezTo>
                  <a:pt x="461" y="24"/>
                  <a:pt x="453" y="22"/>
                  <a:pt x="448" y="25"/>
                </a:cubicBezTo>
                <a:cubicBezTo>
                  <a:pt x="443" y="29"/>
                  <a:pt x="441" y="32"/>
                  <a:pt x="435" y="31"/>
                </a:cubicBezTo>
                <a:cubicBezTo>
                  <a:pt x="429" y="29"/>
                  <a:pt x="428" y="24"/>
                  <a:pt x="424" y="22"/>
                </a:cubicBezTo>
                <a:cubicBezTo>
                  <a:pt x="419" y="18"/>
                  <a:pt x="422" y="11"/>
                  <a:pt x="417" y="12"/>
                </a:cubicBezTo>
                <a:cubicBezTo>
                  <a:pt x="412" y="12"/>
                  <a:pt x="412" y="12"/>
                  <a:pt x="412" y="12"/>
                </a:cubicBezTo>
                <a:cubicBezTo>
                  <a:pt x="412" y="12"/>
                  <a:pt x="406" y="12"/>
                  <a:pt x="403" y="12"/>
                </a:cubicBezTo>
                <a:cubicBezTo>
                  <a:pt x="398" y="13"/>
                  <a:pt x="395" y="15"/>
                  <a:pt x="392" y="14"/>
                </a:cubicBezTo>
                <a:cubicBezTo>
                  <a:pt x="387" y="13"/>
                  <a:pt x="382" y="15"/>
                  <a:pt x="381" y="16"/>
                </a:cubicBezTo>
                <a:cubicBezTo>
                  <a:pt x="369" y="17"/>
                  <a:pt x="360" y="15"/>
                  <a:pt x="358" y="15"/>
                </a:cubicBezTo>
                <a:cubicBezTo>
                  <a:pt x="357" y="15"/>
                  <a:pt x="366" y="15"/>
                  <a:pt x="373" y="15"/>
                </a:cubicBezTo>
                <a:cubicBezTo>
                  <a:pt x="379" y="14"/>
                  <a:pt x="389" y="13"/>
                  <a:pt x="393" y="12"/>
                </a:cubicBezTo>
                <a:cubicBezTo>
                  <a:pt x="397" y="12"/>
                  <a:pt x="395" y="11"/>
                  <a:pt x="394" y="11"/>
                </a:cubicBezTo>
                <a:cubicBezTo>
                  <a:pt x="403" y="10"/>
                  <a:pt x="412" y="10"/>
                  <a:pt x="421" y="10"/>
                </a:cubicBezTo>
                <a:cubicBezTo>
                  <a:pt x="509" y="10"/>
                  <a:pt x="592" y="38"/>
                  <a:pt x="659" y="86"/>
                </a:cubicBezTo>
                <a:cubicBezTo>
                  <a:pt x="651" y="83"/>
                  <a:pt x="643" y="80"/>
                  <a:pt x="638" y="81"/>
                </a:cubicBezTo>
                <a:cubicBezTo>
                  <a:pt x="628" y="82"/>
                  <a:pt x="603" y="93"/>
                  <a:pt x="601" y="94"/>
                </a:cubicBezTo>
                <a:cubicBezTo>
                  <a:pt x="600" y="95"/>
                  <a:pt x="598" y="100"/>
                  <a:pt x="593" y="104"/>
                </a:cubicBezTo>
                <a:cubicBezTo>
                  <a:pt x="589" y="108"/>
                  <a:pt x="580" y="112"/>
                  <a:pt x="572" y="113"/>
                </a:cubicBezTo>
                <a:cubicBezTo>
                  <a:pt x="564" y="114"/>
                  <a:pt x="556" y="126"/>
                  <a:pt x="556" y="128"/>
                </a:cubicBezTo>
                <a:cubicBezTo>
                  <a:pt x="556" y="130"/>
                  <a:pt x="560" y="137"/>
                  <a:pt x="559" y="138"/>
                </a:cubicBezTo>
                <a:cubicBezTo>
                  <a:pt x="559" y="139"/>
                  <a:pt x="562" y="146"/>
                  <a:pt x="567" y="149"/>
                </a:cubicBezTo>
                <a:cubicBezTo>
                  <a:pt x="571" y="151"/>
                  <a:pt x="579" y="151"/>
                  <a:pt x="580" y="148"/>
                </a:cubicBezTo>
                <a:cubicBezTo>
                  <a:pt x="580" y="145"/>
                  <a:pt x="585" y="140"/>
                  <a:pt x="586" y="144"/>
                </a:cubicBezTo>
                <a:cubicBezTo>
                  <a:pt x="587" y="148"/>
                  <a:pt x="592" y="154"/>
                  <a:pt x="591" y="157"/>
                </a:cubicBezTo>
                <a:cubicBezTo>
                  <a:pt x="591" y="158"/>
                  <a:pt x="591" y="163"/>
                  <a:pt x="592" y="166"/>
                </a:cubicBezTo>
                <a:cubicBezTo>
                  <a:pt x="591" y="167"/>
                  <a:pt x="591" y="167"/>
                  <a:pt x="590" y="167"/>
                </a:cubicBezTo>
                <a:cubicBezTo>
                  <a:pt x="590" y="167"/>
                  <a:pt x="587" y="166"/>
                  <a:pt x="586" y="162"/>
                </a:cubicBezTo>
                <a:cubicBezTo>
                  <a:pt x="585" y="158"/>
                  <a:pt x="587" y="154"/>
                  <a:pt x="585" y="153"/>
                </a:cubicBezTo>
                <a:cubicBezTo>
                  <a:pt x="582" y="152"/>
                  <a:pt x="575" y="153"/>
                  <a:pt x="574" y="156"/>
                </a:cubicBezTo>
                <a:cubicBezTo>
                  <a:pt x="573" y="159"/>
                  <a:pt x="572" y="164"/>
                  <a:pt x="574" y="166"/>
                </a:cubicBezTo>
                <a:cubicBezTo>
                  <a:pt x="576" y="169"/>
                  <a:pt x="581" y="174"/>
                  <a:pt x="577" y="172"/>
                </a:cubicBezTo>
                <a:cubicBezTo>
                  <a:pt x="572" y="171"/>
                  <a:pt x="566" y="170"/>
                  <a:pt x="562" y="173"/>
                </a:cubicBezTo>
                <a:cubicBezTo>
                  <a:pt x="559" y="175"/>
                  <a:pt x="554" y="181"/>
                  <a:pt x="554" y="181"/>
                </a:cubicBezTo>
                <a:cubicBezTo>
                  <a:pt x="554" y="181"/>
                  <a:pt x="543" y="182"/>
                  <a:pt x="543" y="185"/>
                </a:cubicBezTo>
                <a:cubicBezTo>
                  <a:pt x="543" y="188"/>
                  <a:pt x="543" y="192"/>
                  <a:pt x="539" y="192"/>
                </a:cubicBezTo>
                <a:cubicBezTo>
                  <a:pt x="535" y="192"/>
                  <a:pt x="530" y="194"/>
                  <a:pt x="525" y="194"/>
                </a:cubicBezTo>
                <a:cubicBezTo>
                  <a:pt x="520" y="195"/>
                  <a:pt x="520" y="198"/>
                  <a:pt x="514" y="198"/>
                </a:cubicBezTo>
                <a:cubicBezTo>
                  <a:pt x="508" y="198"/>
                  <a:pt x="507" y="201"/>
                  <a:pt x="513" y="203"/>
                </a:cubicBezTo>
                <a:cubicBezTo>
                  <a:pt x="519" y="204"/>
                  <a:pt x="528" y="208"/>
                  <a:pt x="528" y="213"/>
                </a:cubicBezTo>
                <a:cubicBezTo>
                  <a:pt x="529" y="217"/>
                  <a:pt x="528" y="222"/>
                  <a:pt x="526" y="227"/>
                </a:cubicBezTo>
                <a:cubicBezTo>
                  <a:pt x="525" y="230"/>
                  <a:pt x="516" y="227"/>
                  <a:pt x="510" y="227"/>
                </a:cubicBezTo>
                <a:cubicBezTo>
                  <a:pt x="505" y="227"/>
                  <a:pt x="494" y="225"/>
                  <a:pt x="489" y="227"/>
                </a:cubicBezTo>
                <a:cubicBezTo>
                  <a:pt x="485" y="229"/>
                  <a:pt x="486" y="239"/>
                  <a:pt x="488" y="244"/>
                </a:cubicBezTo>
                <a:cubicBezTo>
                  <a:pt x="489" y="249"/>
                  <a:pt x="487" y="251"/>
                  <a:pt x="485" y="253"/>
                </a:cubicBezTo>
                <a:cubicBezTo>
                  <a:pt x="484" y="254"/>
                  <a:pt x="483" y="259"/>
                  <a:pt x="486" y="261"/>
                </a:cubicBezTo>
                <a:cubicBezTo>
                  <a:pt x="488" y="263"/>
                  <a:pt x="490" y="268"/>
                  <a:pt x="492" y="269"/>
                </a:cubicBezTo>
                <a:cubicBezTo>
                  <a:pt x="494" y="269"/>
                  <a:pt x="500" y="267"/>
                  <a:pt x="502" y="270"/>
                </a:cubicBezTo>
                <a:cubicBezTo>
                  <a:pt x="504" y="273"/>
                  <a:pt x="507" y="279"/>
                  <a:pt x="508" y="278"/>
                </a:cubicBezTo>
                <a:cubicBezTo>
                  <a:pt x="509" y="276"/>
                  <a:pt x="511" y="269"/>
                  <a:pt x="513" y="271"/>
                </a:cubicBezTo>
                <a:cubicBezTo>
                  <a:pt x="516" y="272"/>
                  <a:pt x="521" y="270"/>
                  <a:pt x="525" y="270"/>
                </a:cubicBezTo>
                <a:cubicBezTo>
                  <a:pt x="529" y="270"/>
                  <a:pt x="531" y="264"/>
                  <a:pt x="535" y="262"/>
                </a:cubicBezTo>
                <a:cubicBezTo>
                  <a:pt x="539" y="259"/>
                  <a:pt x="537" y="259"/>
                  <a:pt x="535" y="256"/>
                </a:cubicBezTo>
                <a:cubicBezTo>
                  <a:pt x="534" y="253"/>
                  <a:pt x="539" y="249"/>
                  <a:pt x="542" y="246"/>
                </a:cubicBezTo>
                <a:cubicBezTo>
                  <a:pt x="545" y="242"/>
                  <a:pt x="551" y="245"/>
                  <a:pt x="552" y="241"/>
                </a:cubicBezTo>
                <a:cubicBezTo>
                  <a:pt x="553" y="237"/>
                  <a:pt x="554" y="230"/>
                  <a:pt x="557" y="231"/>
                </a:cubicBezTo>
                <a:cubicBezTo>
                  <a:pt x="561" y="231"/>
                  <a:pt x="566" y="234"/>
                  <a:pt x="569" y="234"/>
                </a:cubicBezTo>
                <a:cubicBezTo>
                  <a:pt x="572" y="234"/>
                  <a:pt x="578" y="229"/>
                  <a:pt x="580" y="228"/>
                </a:cubicBezTo>
                <a:cubicBezTo>
                  <a:pt x="581" y="227"/>
                  <a:pt x="588" y="228"/>
                  <a:pt x="589" y="233"/>
                </a:cubicBezTo>
                <a:cubicBezTo>
                  <a:pt x="590" y="237"/>
                  <a:pt x="598" y="243"/>
                  <a:pt x="599" y="244"/>
                </a:cubicBezTo>
                <a:cubicBezTo>
                  <a:pt x="601" y="245"/>
                  <a:pt x="612" y="250"/>
                  <a:pt x="614" y="252"/>
                </a:cubicBezTo>
                <a:cubicBezTo>
                  <a:pt x="616" y="253"/>
                  <a:pt x="619" y="258"/>
                  <a:pt x="620" y="262"/>
                </a:cubicBezTo>
                <a:cubicBezTo>
                  <a:pt x="621" y="266"/>
                  <a:pt x="626" y="271"/>
                  <a:pt x="626" y="268"/>
                </a:cubicBezTo>
                <a:cubicBezTo>
                  <a:pt x="626" y="264"/>
                  <a:pt x="621" y="252"/>
                  <a:pt x="624" y="253"/>
                </a:cubicBezTo>
                <a:cubicBezTo>
                  <a:pt x="627" y="254"/>
                  <a:pt x="630" y="252"/>
                  <a:pt x="630" y="252"/>
                </a:cubicBezTo>
                <a:cubicBezTo>
                  <a:pt x="630" y="252"/>
                  <a:pt x="622" y="245"/>
                  <a:pt x="619" y="244"/>
                </a:cubicBezTo>
                <a:cubicBezTo>
                  <a:pt x="616" y="242"/>
                  <a:pt x="610" y="239"/>
                  <a:pt x="608" y="233"/>
                </a:cubicBezTo>
                <a:cubicBezTo>
                  <a:pt x="605" y="228"/>
                  <a:pt x="598" y="227"/>
                  <a:pt x="599" y="222"/>
                </a:cubicBezTo>
                <a:cubicBezTo>
                  <a:pt x="599" y="217"/>
                  <a:pt x="605" y="220"/>
                  <a:pt x="608" y="224"/>
                </a:cubicBezTo>
                <a:cubicBezTo>
                  <a:pt x="612" y="229"/>
                  <a:pt x="621" y="235"/>
                  <a:pt x="624" y="238"/>
                </a:cubicBezTo>
                <a:cubicBezTo>
                  <a:pt x="627" y="242"/>
                  <a:pt x="632" y="244"/>
                  <a:pt x="633" y="248"/>
                </a:cubicBezTo>
                <a:cubicBezTo>
                  <a:pt x="634" y="253"/>
                  <a:pt x="638" y="258"/>
                  <a:pt x="640" y="261"/>
                </a:cubicBezTo>
                <a:cubicBezTo>
                  <a:pt x="641" y="263"/>
                  <a:pt x="643" y="279"/>
                  <a:pt x="644" y="282"/>
                </a:cubicBezTo>
                <a:cubicBezTo>
                  <a:pt x="645" y="284"/>
                  <a:pt x="652" y="277"/>
                  <a:pt x="654" y="275"/>
                </a:cubicBezTo>
                <a:cubicBezTo>
                  <a:pt x="656" y="273"/>
                  <a:pt x="660" y="272"/>
                  <a:pt x="660" y="268"/>
                </a:cubicBezTo>
                <a:cubicBezTo>
                  <a:pt x="660" y="264"/>
                  <a:pt x="655" y="260"/>
                  <a:pt x="653" y="259"/>
                </a:cubicBezTo>
                <a:cubicBezTo>
                  <a:pt x="651" y="257"/>
                  <a:pt x="657" y="256"/>
                  <a:pt x="659" y="254"/>
                </a:cubicBezTo>
                <a:cubicBezTo>
                  <a:pt x="661" y="252"/>
                  <a:pt x="664" y="249"/>
                  <a:pt x="666" y="252"/>
                </a:cubicBezTo>
                <a:cubicBezTo>
                  <a:pt x="668" y="255"/>
                  <a:pt x="667" y="267"/>
                  <a:pt x="668" y="269"/>
                </a:cubicBezTo>
                <a:cubicBezTo>
                  <a:pt x="669" y="271"/>
                  <a:pt x="677" y="275"/>
                  <a:pt x="679" y="278"/>
                </a:cubicBezTo>
                <a:cubicBezTo>
                  <a:pt x="680" y="280"/>
                  <a:pt x="687" y="282"/>
                  <a:pt x="688" y="280"/>
                </a:cubicBezTo>
                <a:cubicBezTo>
                  <a:pt x="689" y="279"/>
                  <a:pt x="695" y="282"/>
                  <a:pt x="697" y="282"/>
                </a:cubicBezTo>
                <a:cubicBezTo>
                  <a:pt x="698" y="283"/>
                  <a:pt x="703" y="282"/>
                  <a:pt x="706" y="281"/>
                </a:cubicBezTo>
                <a:cubicBezTo>
                  <a:pt x="709" y="280"/>
                  <a:pt x="711" y="277"/>
                  <a:pt x="711" y="284"/>
                </a:cubicBezTo>
                <a:cubicBezTo>
                  <a:pt x="711" y="290"/>
                  <a:pt x="711" y="300"/>
                  <a:pt x="707" y="305"/>
                </a:cubicBezTo>
                <a:cubicBezTo>
                  <a:pt x="704" y="310"/>
                  <a:pt x="705" y="313"/>
                  <a:pt x="701" y="313"/>
                </a:cubicBezTo>
                <a:cubicBezTo>
                  <a:pt x="700" y="312"/>
                  <a:pt x="698" y="312"/>
                  <a:pt x="697" y="313"/>
                </a:cubicBezTo>
                <a:cubicBezTo>
                  <a:pt x="696" y="310"/>
                  <a:pt x="694" y="308"/>
                  <a:pt x="692" y="309"/>
                </a:cubicBezTo>
                <a:cubicBezTo>
                  <a:pt x="687" y="310"/>
                  <a:pt x="681" y="310"/>
                  <a:pt x="678" y="316"/>
                </a:cubicBezTo>
                <a:cubicBezTo>
                  <a:pt x="674" y="322"/>
                  <a:pt x="672" y="323"/>
                  <a:pt x="671" y="320"/>
                </a:cubicBezTo>
                <a:cubicBezTo>
                  <a:pt x="671" y="318"/>
                  <a:pt x="682" y="310"/>
                  <a:pt x="681" y="307"/>
                </a:cubicBezTo>
                <a:cubicBezTo>
                  <a:pt x="679" y="305"/>
                  <a:pt x="670" y="305"/>
                  <a:pt x="665" y="305"/>
                </a:cubicBezTo>
                <a:cubicBezTo>
                  <a:pt x="659" y="305"/>
                  <a:pt x="655" y="301"/>
                  <a:pt x="651" y="299"/>
                </a:cubicBezTo>
                <a:cubicBezTo>
                  <a:pt x="647" y="298"/>
                  <a:pt x="645" y="309"/>
                  <a:pt x="641" y="314"/>
                </a:cubicBezTo>
                <a:cubicBezTo>
                  <a:pt x="637" y="319"/>
                  <a:pt x="631" y="311"/>
                  <a:pt x="627" y="311"/>
                </a:cubicBezTo>
                <a:cubicBezTo>
                  <a:pt x="623" y="310"/>
                  <a:pt x="616" y="303"/>
                  <a:pt x="616" y="303"/>
                </a:cubicBezTo>
                <a:cubicBezTo>
                  <a:pt x="616" y="303"/>
                  <a:pt x="608" y="299"/>
                  <a:pt x="605" y="299"/>
                </a:cubicBezTo>
                <a:cubicBezTo>
                  <a:pt x="602" y="299"/>
                  <a:pt x="596" y="292"/>
                  <a:pt x="594" y="292"/>
                </a:cubicBezTo>
                <a:cubicBezTo>
                  <a:pt x="593" y="292"/>
                  <a:pt x="588" y="287"/>
                  <a:pt x="591" y="285"/>
                </a:cubicBezTo>
                <a:cubicBezTo>
                  <a:pt x="595" y="283"/>
                  <a:pt x="602" y="288"/>
                  <a:pt x="598" y="276"/>
                </a:cubicBezTo>
                <a:cubicBezTo>
                  <a:pt x="594" y="265"/>
                  <a:pt x="583" y="266"/>
                  <a:pt x="580" y="268"/>
                </a:cubicBezTo>
                <a:cubicBezTo>
                  <a:pt x="577" y="269"/>
                  <a:pt x="555" y="268"/>
                  <a:pt x="553" y="268"/>
                </a:cubicBezTo>
                <a:cubicBezTo>
                  <a:pt x="551" y="268"/>
                  <a:pt x="538" y="273"/>
                  <a:pt x="534" y="275"/>
                </a:cubicBezTo>
                <a:cubicBezTo>
                  <a:pt x="530" y="277"/>
                  <a:pt x="523" y="280"/>
                  <a:pt x="521" y="281"/>
                </a:cubicBezTo>
                <a:cubicBezTo>
                  <a:pt x="519" y="282"/>
                  <a:pt x="510" y="278"/>
                  <a:pt x="506" y="281"/>
                </a:cubicBezTo>
                <a:cubicBezTo>
                  <a:pt x="500" y="284"/>
                  <a:pt x="495" y="290"/>
                  <a:pt x="494" y="290"/>
                </a:cubicBezTo>
                <a:cubicBezTo>
                  <a:pt x="493" y="290"/>
                  <a:pt x="489" y="293"/>
                  <a:pt x="486" y="302"/>
                </a:cubicBezTo>
                <a:cubicBezTo>
                  <a:pt x="483" y="310"/>
                  <a:pt x="487" y="317"/>
                  <a:pt x="481" y="320"/>
                </a:cubicBezTo>
                <a:cubicBezTo>
                  <a:pt x="476" y="322"/>
                  <a:pt x="465" y="327"/>
                  <a:pt x="462" y="331"/>
                </a:cubicBezTo>
                <a:cubicBezTo>
                  <a:pt x="458" y="335"/>
                  <a:pt x="455" y="353"/>
                  <a:pt x="450" y="360"/>
                </a:cubicBezTo>
                <a:cubicBezTo>
                  <a:pt x="446" y="367"/>
                  <a:pt x="450" y="374"/>
                  <a:pt x="451" y="378"/>
                </a:cubicBezTo>
                <a:cubicBezTo>
                  <a:pt x="452" y="383"/>
                  <a:pt x="456" y="391"/>
                  <a:pt x="450" y="399"/>
                </a:cubicBezTo>
                <a:cubicBezTo>
                  <a:pt x="445" y="407"/>
                  <a:pt x="446" y="411"/>
                  <a:pt x="443" y="411"/>
                </a:cubicBezTo>
                <a:cubicBezTo>
                  <a:pt x="441" y="412"/>
                  <a:pt x="446" y="414"/>
                  <a:pt x="447" y="420"/>
                </a:cubicBezTo>
                <a:cubicBezTo>
                  <a:pt x="447" y="425"/>
                  <a:pt x="442" y="431"/>
                  <a:pt x="451" y="436"/>
                </a:cubicBezTo>
                <a:cubicBezTo>
                  <a:pt x="460" y="441"/>
                  <a:pt x="468" y="441"/>
                  <a:pt x="471" y="448"/>
                </a:cubicBezTo>
                <a:cubicBezTo>
                  <a:pt x="473" y="454"/>
                  <a:pt x="481" y="469"/>
                  <a:pt x="481" y="469"/>
                </a:cubicBezTo>
                <a:cubicBezTo>
                  <a:pt x="481" y="469"/>
                  <a:pt x="489" y="478"/>
                  <a:pt x="493" y="482"/>
                </a:cubicBezTo>
                <a:cubicBezTo>
                  <a:pt x="497" y="486"/>
                  <a:pt x="498" y="484"/>
                  <a:pt x="499" y="480"/>
                </a:cubicBezTo>
                <a:cubicBezTo>
                  <a:pt x="500" y="476"/>
                  <a:pt x="506" y="475"/>
                  <a:pt x="512" y="475"/>
                </a:cubicBezTo>
                <a:cubicBezTo>
                  <a:pt x="519" y="475"/>
                  <a:pt x="523" y="477"/>
                  <a:pt x="530" y="475"/>
                </a:cubicBezTo>
                <a:cubicBezTo>
                  <a:pt x="536" y="474"/>
                  <a:pt x="541" y="465"/>
                  <a:pt x="543" y="464"/>
                </a:cubicBezTo>
                <a:cubicBezTo>
                  <a:pt x="545" y="463"/>
                  <a:pt x="555" y="461"/>
                  <a:pt x="561" y="465"/>
                </a:cubicBezTo>
                <a:cubicBezTo>
                  <a:pt x="566" y="469"/>
                  <a:pt x="565" y="475"/>
                  <a:pt x="568" y="479"/>
                </a:cubicBezTo>
                <a:cubicBezTo>
                  <a:pt x="571" y="483"/>
                  <a:pt x="577" y="481"/>
                  <a:pt x="581" y="477"/>
                </a:cubicBezTo>
                <a:cubicBezTo>
                  <a:pt x="585" y="473"/>
                  <a:pt x="583" y="475"/>
                  <a:pt x="588" y="478"/>
                </a:cubicBezTo>
                <a:cubicBezTo>
                  <a:pt x="592" y="481"/>
                  <a:pt x="595" y="484"/>
                  <a:pt x="590" y="489"/>
                </a:cubicBezTo>
                <a:cubicBezTo>
                  <a:pt x="586" y="494"/>
                  <a:pt x="588" y="501"/>
                  <a:pt x="585" y="509"/>
                </a:cubicBezTo>
                <a:cubicBezTo>
                  <a:pt x="582" y="516"/>
                  <a:pt x="587" y="516"/>
                  <a:pt x="592" y="519"/>
                </a:cubicBezTo>
                <a:cubicBezTo>
                  <a:pt x="597" y="522"/>
                  <a:pt x="600" y="542"/>
                  <a:pt x="602" y="546"/>
                </a:cubicBezTo>
                <a:cubicBezTo>
                  <a:pt x="605" y="549"/>
                  <a:pt x="601" y="560"/>
                  <a:pt x="603" y="565"/>
                </a:cubicBezTo>
                <a:cubicBezTo>
                  <a:pt x="606" y="571"/>
                  <a:pt x="607" y="575"/>
                  <a:pt x="603" y="578"/>
                </a:cubicBezTo>
                <a:cubicBezTo>
                  <a:pt x="600" y="581"/>
                  <a:pt x="595" y="587"/>
                  <a:pt x="594" y="597"/>
                </a:cubicBezTo>
                <a:cubicBezTo>
                  <a:pt x="593" y="607"/>
                  <a:pt x="595" y="614"/>
                  <a:pt x="596" y="617"/>
                </a:cubicBezTo>
                <a:cubicBezTo>
                  <a:pt x="597" y="620"/>
                  <a:pt x="601" y="629"/>
                  <a:pt x="603" y="632"/>
                </a:cubicBezTo>
                <a:cubicBezTo>
                  <a:pt x="604" y="635"/>
                  <a:pt x="611" y="641"/>
                  <a:pt x="611" y="646"/>
                </a:cubicBezTo>
                <a:cubicBezTo>
                  <a:pt x="611" y="651"/>
                  <a:pt x="604" y="659"/>
                  <a:pt x="606" y="661"/>
                </a:cubicBezTo>
                <a:cubicBezTo>
                  <a:pt x="608" y="664"/>
                  <a:pt x="608" y="668"/>
                  <a:pt x="612" y="671"/>
                </a:cubicBezTo>
                <a:cubicBezTo>
                  <a:pt x="615" y="674"/>
                  <a:pt x="615" y="682"/>
                  <a:pt x="615" y="682"/>
                </a:cubicBezTo>
                <a:cubicBezTo>
                  <a:pt x="615" y="682"/>
                  <a:pt x="616" y="685"/>
                  <a:pt x="616" y="689"/>
                </a:cubicBezTo>
                <a:cubicBezTo>
                  <a:pt x="615" y="694"/>
                  <a:pt x="615" y="697"/>
                  <a:pt x="619" y="698"/>
                </a:cubicBezTo>
                <a:cubicBezTo>
                  <a:pt x="623" y="700"/>
                  <a:pt x="626" y="700"/>
                  <a:pt x="628" y="698"/>
                </a:cubicBezTo>
                <a:cubicBezTo>
                  <a:pt x="630" y="696"/>
                  <a:pt x="639" y="691"/>
                  <a:pt x="644" y="691"/>
                </a:cubicBezTo>
                <a:cubicBezTo>
                  <a:pt x="649" y="691"/>
                  <a:pt x="656" y="692"/>
                  <a:pt x="662" y="687"/>
                </a:cubicBezTo>
                <a:cubicBezTo>
                  <a:pt x="668" y="683"/>
                  <a:pt x="676" y="672"/>
                  <a:pt x="679" y="669"/>
                </a:cubicBezTo>
                <a:cubicBezTo>
                  <a:pt x="682" y="665"/>
                  <a:pt x="689" y="659"/>
                  <a:pt x="689" y="655"/>
                </a:cubicBezTo>
                <a:cubicBezTo>
                  <a:pt x="688" y="652"/>
                  <a:pt x="685" y="647"/>
                  <a:pt x="688" y="644"/>
                </a:cubicBezTo>
                <a:cubicBezTo>
                  <a:pt x="691" y="642"/>
                  <a:pt x="701" y="640"/>
                  <a:pt x="702" y="637"/>
                </a:cubicBezTo>
                <a:cubicBezTo>
                  <a:pt x="703" y="634"/>
                  <a:pt x="701" y="623"/>
                  <a:pt x="700" y="621"/>
                </a:cubicBezTo>
                <a:cubicBezTo>
                  <a:pt x="700" y="619"/>
                  <a:pt x="703" y="614"/>
                  <a:pt x="706" y="609"/>
                </a:cubicBezTo>
                <a:cubicBezTo>
                  <a:pt x="710" y="604"/>
                  <a:pt x="717" y="598"/>
                  <a:pt x="718" y="596"/>
                </a:cubicBezTo>
                <a:cubicBezTo>
                  <a:pt x="720" y="594"/>
                  <a:pt x="727" y="587"/>
                  <a:pt x="728" y="581"/>
                </a:cubicBezTo>
                <a:cubicBezTo>
                  <a:pt x="729" y="574"/>
                  <a:pt x="727" y="567"/>
                  <a:pt x="729" y="563"/>
                </a:cubicBezTo>
                <a:cubicBezTo>
                  <a:pt x="731" y="560"/>
                  <a:pt x="730" y="557"/>
                  <a:pt x="727" y="554"/>
                </a:cubicBezTo>
                <a:cubicBezTo>
                  <a:pt x="724" y="550"/>
                  <a:pt x="724" y="541"/>
                  <a:pt x="723" y="539"/>
                </a:cubicBezTo>
                <a:cubicBezTo>
                  <a:pt x="722" y="537"/>
                  <a:pt x="725" y="524"/>
                  <a:pt x="727" y="523"/>
                </a:cubicBezTo>
                <a:cubicBezTo>
                  <a:pt x="729" y="521"/>
                  <a:pt x="734" y="511"/>
                  <a:pt x="737" y="507"/>
                </a:cubicBezTo>
                <a:cubicBezTo>
                  <a:pt x="740" y="502"/>
                  <a:pt x="748" y="487"/>
                  <a:pt x="752" y="486"/>
                </a:cubicBezTo>
                <a:cubicBezTo>
                  <a:pt x="755" y="485"/>
                  <a:pt x="761" y="477"/>
                  <a:pt x="761" y="472"/>
                </a:cubicBezTo>
                <a:cubicBezTo>
                  <a:pt x="762" y="468"/>
                  <a:pt x="771" y="450"/>
                  <a:pt x="771" y="447"/>
                </a:cubicBezTo>
                <a:cubicBezTo>
                  <a:pt x="772" y="443"/>
                  <a:pt x="775" y="431"/>
                  <a:pt x="774" y="428"/>
                </a:cubicBezTo>
                <a:cubicBezTo>
                  <a:pt x="773" y="425"/>
                  <a:pt x="760" y="433"/>
                  <a:pt x="759" y="434"/>
                </a:cubicBezTo>
                <a:cubicBezTo>
                  <a:pt x="757" y="435"/>
                  <a:pt x="753" y="439"/>
                  <a:pt x="747" y="439"/>
                </a:cubicBezTo>
                <a:cubicBezTo>
                  <a:pt x="742" y="438"/>
                  <a:pt x="745" y="432"/>
                  <a:pt x="744" y="429"/>
                </a:cubicBezTo>
                <a:cubicBezTo>
                  <a:pt x="744" y="426"/>
                  <a:pt x="738" y="414"/>
                  <a:pt x="737" y="414"/>
                </a:cubicBezTo>
                <a:cubicBezTo>
                  <a:pt x="736" y="413"/>
                  <a:pt x="732" y="407"/>
                  <a:pt x="730" y="401"/>
                </a:cubicBezTo>
                <a:cubicBezTo>
                  <a:pt x="728" y="395"/>
                  <a:pt x="721" y="391"/>
                  <a:pt x="718" y="386"/>
                </a:cubicBezTo>
                <a:cubicBezTo>
                  <a:pt x="715" y="381"/>
                  <a:pt x="718" y="367"/>
                  <a:pt x="715" y="360"/>
                </a:cubicBezTo>
                <a:cubicBezTo>
                  <a:pt x="712" y="352"/>
                  <a:pt x="709" y="343"/>
                  <a:pt x="707" y="336"/>
                </a:cubicBezTo>
                <a:cubicBezTo>
                  <a:pt x="706" y="335"/>
                  <a:pt x="705" y="333"/>
                  <a:pt x="704" y="331"/>
                </a:cubicBezTo>
                <a:cubicBezTo>
                  <a:pt x="708" y="330"/>
                  <a:pt x="713" y="329"/>
                  <a:pt x="713" y="331"/>
                </a:cubicBezTo>
                <a:cubicBezTo>
                  <a:pt x="714" y="335"/>
                  <a:pt x="718" y="343"/>
                  <a:pt x="719" y="349"/>
                </a:cubicBezTo>
                <a:cubicBezTo>
                  <a:pt x="720" y="354"/>
                  <a:pt x="724" y="352"/>
                  <a:pt x="724" y="357"/>
                </a:cubicBezTo>
                <a:cubicBezTo>
                  <a:pt x="725" y="363"/>
                  <a:pt x="728" y="375"/>
                  <a:pt x="730" y="376"/>
                </a:cubicBezTo>
                <a:cubicBezTo>
                  <a:pt x="731" y="378"/>
                  <a:pt x="737" y="386"/>
                  <a:pt x="738" y="389"/>
                </a:cubicBezTo>
                <a:cubicBezTo>
                  <a:pt x="739" y="392"/>
                  <a:pt x="741" y="396"/>
                  <a:pt x="742" y="404"/>
                </a:cubicBezTo>
                <a:cubicBezTo>
                  <a:pt x="743" y="411"/>
                  <a:pt x="744" y="422"/>
                  <a:pt x="746" y="423"/>
                </a:cubicBezTo>
                <a:cubicBezTo>
                  <a:pt x="749" y="424"/>
                  <a:pt x="758" y="420"/>
                  <a:pt x="759" y="419"/>
                </a:cubicBezTo>
                <a:cubicBezTo>
                  <a:pt x="761" y="417"/>
                  <a:pt x="771" y="409"/>
                  <a:pt x="775" y="409"/>
                </a:cubicBezTo>
                <a:cubicBezTo>
                  <a:pt x="778" y="408"/>
                  <a:pt x="779" y="404"/>
                  <a:pt x="783" y="403"/>
                </a:cubicBezTo>
                <a:cubicBezTo>
                  <a:pt x="787" y="401"/>
                  <a:pt x="790" y="396"/>
                  <a:pt x="793" y="392"/>
                </a:cubicBezTo>
                <a:cubicBezTo>
                  <a:pt x="796" y="388"/>
                  <a:pt x="799" y="379"/>
                  <a:pt x="800" y="375"/>
                </a:cubicBezTo>
                <a:cubicBezTo>
                  <a:pt x="801" y="372"/>
                  <a:pt x="804" y="370"/>
                  <a:pt x="802" y="366"/>
                </a:cubicBezTo>
                <a:cubicBezTo>
                  <a:pt x="801" y="362"/>
                  <a:pt x="795" y="356"/>
                  <a:pt x="793" y="356"/>
                </a:cubicBezTo>
                <a:cubicBezTo>
                  <a:pt x="791" y="355"/>
                  <a:pt x="791" y="349"/>
                  <a:pt x="790" y="349"/>
                </a:cubicBezTo>
                <a:cubicBezTo>
                  <a:pt x="788" y="349"/>
                  <a:pt x="789" y="352"/>
                  <a:pt x="786" y="354"/>
                </a:cubicBezTo>
                <a:cubicBezTo>
                  <a:pt x="783" y="357"/>
                  <a:pt x="780" y="361"/>
                  <a:pt x="778" y="360"/>
                </a:cubicBezTo>
                <a:cubicBezTo>
                  <a:pt x="776" y="359"/>
                  <a:pt x="779" y="357"/>
                  <a:pt x="776" y="352"/>
                </a:cubicBezTo>
                <a:cubicBezTo>
                  <a:pt x="772" y="348"/>
                  <a:pt x="771" y="347"/>
                  <a:pt x="771" y="343"/>
                </a:cubicBezTo>
                <a:cubicBezTo>
                  <a:pt x="771" y="340"/>
                  <a:pt x="764" y="333"/>
                  <a:pt x="763" y="328"/>
                </a:cubicBezTo>
                <a:cubicBezTo>
                  <a:pt x="762" y="323"/>
                  <a:pt x="768" y="317"/>
                  <a:pt x="769" y="321"/>
                </a:cubicBezTo>
                <a:cubicBezTo>
                  <a:pt x="771" y="326"/>
                  <a:pt x="772" y="333"/>
                  <a:pt x="776" y="336"/>
                </a:cubicBezTo>
                <a:cubicBezTo>
                  <a:pt x="780" y="339"/>
                  <a:pt x="784" y="344"/>
                  <a:pt x="785" y="345"/>
                </a:cubicBezTo>
                <a:cubicBezTo>
                  <a:pt x="787" y="346"/>
                  <a:pt x="791" y="340"/>
                  <a:pt x="792" y="341"/>
                </a:cubicBezTo>
                <a:cubicBezTo>
                  <a:pt x="794" y="342"/>
                  <a:pt x="797" y="351"/>
                  <a:pt x="799" y="353"/>
                </a:cubicBezTo>
                <a:cubicBezTo>
                  <a:pt x="802" y="354"/>
                  <a:pt x="809" y="355"/>
                  <a:pt x="810" y="355"/>
                </a:cubicBezTo>
                <a:cubicBezTo>
                  <a:pt x="811" y="355"/>
                  <a:pt x="816" y="356"/>
                  <a:pt x="817" y="353"/>
                </a:cubicBezTo>
                <a:cubicBezTo>
                  <a:pt x="818" y="351"/>
                  <a:pt x="822" y="349"/>
                  <a:pt x="825" y="348"/>
                </a:cubicBezTo>
                <a:cubicBezTo>
                  <a:pt x="830" y="371"/>
                  <a:pt x="832" y="396"/>
                  <a:pt x="832" y="421"/>
                </a:cubicBezTo>
                <a:cubicBezTo>
                  <a:pt x="832" y="648"/>
                  <a:pt x="647" y="832"/>
                  <a:pt x="421" y="832"/>
                </a:cubicBezTo>
                <a:close/>
                <a:moveTo>
                  <a:pt x="153" y="225"/>
                </a:moveTo>
                <a:cubicBezTo>
                  <a:pt x="151" y="226"/>
                  <a:pt x="148" y="224"/>
                  <a:pt x="148" y="220"/>
                </a:cubicBezTo>
                <a:cubicBezTo>
                  <a:pt x="148" y="217"/>
                  <a:pt x="145" y="227"/>
                  <a:pt x="146" y="230"/>
                </a:cubicBezTo>
                <a:cubicBezTo>
                  <a:pt x="147" y="233"/>
                  <a:pt x="142" y="237"/>
                  <a:pt x="141" y="237"/>
                </a:cubicBezTo>
                <a:cubicBezTo>
                  <a:pt x="139" y="237"/>
                  <a:pt x="138" y="232"/>
                  <a:pt x="139" y="228"/>
                </a:cubicBezTo>
                <a:cubicBezTo>
                  <a:pt x="140" y="223"/>
                  <a:pt x="137" y="220"/>
                  <a:pt x="133" y="220"/>
                </a:cubicBezTo>
                <a:cubicBezTo>
                  <a:pt x="129" y="221"/>
                  <a:pt x="126" y="226"/>
                  <a:pt x="125" y="227"/>
                </a:cubicBezTo>
                <a:cubicBezTo>
                  <a:pt x="123" y="229"/>
                  <a:pt x="122" y="237"/>
                  <a:pt x="123" y="239"/>
                </a:cubicBezTo>
                <a:cubicBezTo>
                  <a:pt x="123" y="241"/>
                  <a:pt x="123" y="248"/>
                  <a:pt x="119" y="248"/>
                </a:cubicBezTo>
                <a:cubicBezTo>
                  <a:pt x="115" y="248"/>
                  <a:pt x="117" y="239"/>
                  <a:pt x="117" y="236"/>
                </a:cubicBezTo>
                <a:cubicBezTo>
                  <a:pt x="118" y="233"/>
                  <a:pt x="117" y="226"/>
                  <a:pt x="119" y="222"/>
                </a:cubicBezTo>
                <a:cubicBezTo>
                  <a:pt x="120" y="218"/>
                  <a:pt x="125" y="216"/>
                  <a:pt x="128" y="215"/>
                </a:cubicBezTo>
                <a:cubicBezTo>
                  <a:pt x="131" y="215"/>
                  <a:pt x="138" y="217"/>
                  <a:pt x="139" y="217"/>
                </a:cubicBezTo>
                <a:cubicBezTo>
                  <a:pt x="140" y="216"/>
                  <a:pt x="146" y="216"/>
                  <a:pt x="149" y="216"/>
                </a:cubicBezTo>
                <a:cubicBezTo>
                  <a:pt x="151" y="216"/>
                  <a:pt x="155" y="225"/>
                  <a:pt x="153" y="225"/>
                </a:cubicBezTo>
                <a:close/>
                <a:moveTo>
                  <a:pt x="160" y="226"/>
                </a:moveTo>
                <a:cubicBezTo>
                  <a:pt x="161" y="227"/>
                  <a:pt x="170" y="224"/>
                  <a:pt x="171" y="227"/>
                </a:cubicBezTo>
                <a:cubicBezTo>
                  <a:pt x="173" y="229"/>
                  <a:pt x="169" y="230"/>
                  <a:pt x="165" y="232"/>
                </a:cubicBezTo>
                <a:cubicBezTo>
                  <a:pt x="161" y="234"/>
                  <a:pt x="160" y="234"/>
                  <a:pt x="158" y="237"/>
                </a:cubicBezTo>
                <a:cubicBezTo>
                  <a:pt x="156" y="239"/>
                  <a:pt x="151" y="241"/>
                  <a:pt x="148" y="244"/>
                </a:cubicBezTo>
                <a:cubicBezTo>
                  <a:pt x="146" y="247"/>
                  <a:pt x="141" y="249"/>
                  <a:pt x="141" y="247"/>
                </a:cubicBezTo>
                <a:cubicBezTo>
                  <a:pt x="140" y="244"/>
                  <a:pt x="141" y="245"/>
                  <a:pt x="142" y="244"/>
                </a:cubicBezTo>
                <a:cubicBezTo>
                  <a:pt x="142" y="242"/>
                  <a:pt x="149" y="238"/>
                  <a:pt x="149" y="238"/>
                </a:cubicBezTo>
                <a:cubicBezTo>
                  <a:pt x="149" y="238"/>
                  <a:pt x="159" y="226"/>
                  <a:pt x="160" y="226"/>
                </a:cubicBezTo>
                <a:close/>
                <a:moveTo>
                  <a:pt x="129" y="212"/>
                </a:moveTo>
                <a:cubicBezTo>
                  <a:pt x="128" y="212"/>
                  <a:pt x="124" y="211"/>
                  <a:pt x="121" y="211"/>
                </a:cubicBezTo>
                <a:cubicBezTo>
                  <a:pt x="117" y="212"/>
                  <a:pt x="118" y="209"/>
                  <a:pt x="117" y="209"/>
                </a:cubicBezTo>
                <a:cubicBezTo>
                  <a:pt x="115" y="210"/>
                  <a:pt x="111" y="211"/>
                  <a:pt x="109" y="213"/>
                </a:cubicBezTo>
                <a:cubicBezTo>
                  <a:pt x="107" y="214"/>
                  <a:pt x="103" y="215"/>
                  <a:pt x="103" y="212"/>
                </a:cubicBezTo>
                <a:cubicBezTo>
                  <a:pt x="104" y="208"/>
                  <a:pt x="105" y="209"/>
                  <a:pt x="110" y="206"/>
                </a:cubicBezTo>
                <a:cubicBezTo>
                  <a:pt x="115" y="203"/>
                  <a:pt x="121" y="196"/>
                  <a:pt x="123" y="199"/>
                </a:cubicBezTo>
                <a:cubicBezTo>
                  <a:pt x="132" y="205"/>
                  <a:pt x="132" y="205"/>
                  <a:pt x="132" y="205"/>
                </a:cubicBezTo>
                <a:cubicBezTo>
                  <a:pt x="134" y="205"/>
                  <a:pt x="131" y="211"/>
                  <a:pt x="129" y="212"/>
                </a:cubicBezTo>
                <a:close/>
                <a:moveTo>
                  <a:pt x="704" y="499"/>
                </a:moveTo>
                <a:cubicBezTo>
                  <a:pt x="706" y="503"/>
                  <a:pt x="700" y="517"/>
                  <a:pt x="696" y="516"/>
                </a:cubicBezTo>
                <a:cubicBezTo>
                  <a:pt x="693" y="515"/>
                  <a:pt x="695" y="503"/>
                  <a:pt x="696" y="501"/>
                </a:cubicBezTo>
                <a:cubicBezTo>
                  <a:pt x="697" y="498"/>
                  <a:pt x="704" y="497"/>
                  <a:pt x="704" y="499"/>
                </a:cubicBezTo>
                <a:close/>
                <a:moveTo>
                  <a:pt x="480" y="167"/>
                </a:moveTo>
                <a:cubicBezTo>
                  <a:pt x="481" y="171"/>
                  <a:pt x="483" y="173"/>
                  <a:pt x="480" y="175"/>
                </a:cubicBezTo>
                <a:cubicBezTo>
                  <a:pt x="478" y="176"/>
                  <a:pt x="481" y="182"/>
                  <a:pt x="485" y="183"/>
                </a:cubicBezTo>
                <a:cubicBezTo>
                  <a:pt x="488" y="183"/>
                  <a:pt x="492" y="180"/>
                  <a:pt x="495" y="179"/>
                </a:cubicBezTo>
                <a:cubicBezTo>
                  <a:pt x="498" y="177"/>
                  <a:pt x="503" y="175"/>
                  <a:pt x="503" y="170"/>
                </a:cubicBezTo>
                <a:cubicBezTo>
                  <a:pt x="502" y="166"/>
                  <a:pt x="501" y="162"/>
                  <a:pt x="499" y="160"/>
                </a:cubicBezTo>
                <a:cubicBezTo>
                  <a:pt x="498" y="158"/>
                  <a:pt x="494" y="158"/>
                  <a:pt x="492" y="158"/>
                </a:cubicBezTo>
                <a:cubicBezTo>
                  <a:pt x="488" y="159"/>
                  <a:pt x="488" y="163"/>
                  <a:pt x="485" y="163"/>
                </a:cubicBezTo>
                <a:cubicBezTo>
                  <a:pt x="482" y="163"/>
                  <a:pt x="479" y="164"/>
                  <a:pt x="480" y="167"/>
                </a:cubicBezTo>
                <a:close/>
                <a:moveTo>
                  <a:pt x="279" y="93"/>
                </a:moveTo>
                <a:cubicBezTo>
                  <a:pt x="276" y="97"/>
                  <a:pt x="278" y="96"/>
                  <a:pt x="280" y="96"/>
                </a:cubicBezTo>
                <a:cubicBezTo>
                  <a:pt x="281" y="96"/>
                  <a:pt x="282" y="95"/>
                  <a:pt x="284" y="95"/>
                </a:cubicBezTo>
                <a:cubicBezTo>
                  <a:pt x="283" y="92"/>
                  <a:pt x="281" y="90"/>
                  <a:pt x="279" y="93"/>
                </a:cubicBezTo>
                <a:close/>
                <a:moveTo>
                  <a:pt x="506" y="162"/>
                </a:moveTo>
                <a:cubicBezTo>
                  <a:pt x="510" y="164"/>
                  <a:pt x="520" y="167"/>
                  <a:pt x="516" y="168"/>
                </a:cubicBezTo>
                <a:cubicBezTo>
                  <a:pt x="513" y="170"/>
                  <a:pt x="503" y="179"/>
                  <a:pt x="502" y="182"/>
                </a:cubicBezTo>
                <a:cubicBezTo>
                  <a:pt x="501" y="185"/>
                  <a:pt x="514" y="184"/>
                  <a:pt x="514" y="184"/>
                </a:cubicBezTo>
                <a:cubicBezTo>
                  <a:pt x="514" y="184"/>
                  <a:pt x="511" y="188"/>
                  <a:pt x="514" y="189"/>
                </a:cubicBezTo>
                <a:cubicBezTo>
                  <a:pt x="516" y="190"/>
                  <a:pt x="517" y="185"/>
                  <a:pt x="521" y="185"/>
                </a:cubicBezTo>
                <a:cubicBezTo>
                  <a:pt x="524" y="186"/>
                  <a:pt x="531" y="188"/>
                  <a:pt x="535" y="188"/>
                </a:cubicBezTo>
                <a:cubicBezTo>
                  <a:pt x="538" y="188"/>
                  <a:pt x="544" y="183"/>
                  <a:pt x="543" y="180"/>
                </a:cubicBezTo>
                <a:cubicBezTo>
                  <a:pt x="542" y="177"/>
                  <a:pt x="538" y="171"/>
                  <a:pt x="534" y="169"/>
                </a:cubicBezTo>
                <a:cubicBezTo>
                  <a:pt x="530" y="167"/>
                  <a:pt x="525" y="158"/>
                  <a:pt x="522" y="156"/>
                </a:cubicBezTo>
                <a:cubicBezTo>
                  <a:pt x="519" y="154"/>
                  <a:pt x="531" y="149"/>
                  <a:pt x="528" y="145"/>
                </a:cubicBezTo>
                <a:cubicBezTo>
                  <a:pt x="525" y="142"/>
                  <a:pt x="516" y="144"/>
                  <a:pt x="512" y="141"/>
                </a:cubicBezTo>
                <a:cubicBezTo>
                  <a:pt x="508" y="139"/>
                  <a:pt x="505" y="141"/>
                  <a:pt x="503" y="144"/>
                </a:cubicBezTo>
                <a:cubicBezTo>
                  <a:pt x="501" y="147"/>
                  <a:pt x="499" y="144"/>
                  <a:pt x="496" y="144"/>
                </a:cubicBezTo>
                <a:cubicBezTo>
                  <a:pt x="492" y="146"/>
                  <a:pt x="494" y="150"/>
                  <a:pt x="496" y="153"/>
                </a:cubicBezTo>
                <a:cubicBezTo>
                  <a:pt x="498" y="155"/>
                  <a:pt x="501" y="160"/>
                  <a:pt x="506" y="162"/>
                </a:cubicBezTo>
                <a:close/>
                <a:moveTo>
                  <a:pt x="454" y="114"/>
                </a:moveTo>
                <a:cubicBezTo>
                  <a:pt x="455" y="117"/>
                  <a:pt x="457" y="119"/>
                  <a:pt x="462" y="117"/>
                </a:cubicBezTo>
                <a:cubicBezTo>
                  <a:pt x="467" y="116"/>
                  <a:pt x="471" y="115"/>
                  <a:pt x="472" y="114"/>
                </a:cubicBezTo>
                <a:cubicBezTo>
                  <a:pt x="473" y="112"/>
                  <a:pt x="481" y="112"/>
                  <a:pt x="481" y="112"/>
                </a:cubicBezTo>
                <a:cubicBezTo>
                  <a:pt x="481" y="112"/>
                  <a:pt x="487" y="107"/>
                  <a:pt x="485" y="105"/>
                </a:cubicBezTo>
                <a:cubicBezTo>
                  <a:pt x="482" y="103"/>
                  <a:pt x="477" y="102"/>
                  <a:pt x="474" y="101"/>
                </a:cubicBezTo>
                <a:cubicBezTo>
                  <a:pt x="472" y="101"/>
                  <a:pt x="469" y="103"/>
                  <a:pt x="463" y="103"/>
                </a:cubicBezTo>
                <a:cubicBezTo>
                  <a:pt x="458" y="103"/>
                  <a:pt x="454" y="105"/>
                  <a:pt x="452" y="103"/>
                </a:cubicBezTo>
                <a:cubicBezTo>
                  <a:pt x="449" y="101"/>
                  <a:pt x="440" y="99"/>
                  <a:pt x="439" y="101"/>
                </a:cubicBezTo>
                <a:cubicBezTo>
                  <a:pt x="438" y="103"/>
                  <a:pt x="435" y="103"/>
                  <a:pt x="438" y="107"/>
                </a:cubicBezTo>
                <a:cubicBezTo>
                  <a:pt x="440" y="111"/>
                  <a:pt x="442" y="113"/>
                  <a:pt x="444" y="113"/>
                </a:cubicBezTo>
                <a:cubicBezTo>
                  <a:pt x="446" y="112"/>
                  <a:pt x="453" y="112"/>
                  <a:pt x="454" y="114"/>
                </a:cubicBezTo>
                <a:close/>
                <a:moveTo>
                  <a:pt x="213" y="386"/>
                </a:moveTo>
                <a:cubicBezTo>
                  <a:pt x="209" y="387"/>
                  <a:pt x="210" y="396"/>
                  <a:pt x="215" y="395"/>
                </a:cubicBezTo>
                <a:cubicBezTo>
                  <a:pt x="219" y="393"/>
                  <a:pt x="217" y="385"/>
                  <a:pt x="213" y="386"/>
                </a:cubicBezTo>
                <a:close/>
                <a:moveTo>
                  <a:pt x="193" y="379"/>
                </a:moveTo>
                <a:cubicBezTo>
                  <a:pt x="190" y="378"/>
                  <a:pt x="186" y="379"/>
                  <a:pt x="184" y="379"/>
                </a:cubicBezTo>
                <a:cubicBezTo>
                  <a:pt x="181" y="380"/>
                  <a:pt x="174" y="388"/>
                  <a:pt x="174" y="388"/>
                </a:cubicBezTo>
                <a:cubicBezTo>
                  <a:pt x="174" y="388"/>
                  <a:pt x="178" y="389"/>
                  <a:pt x="181" y="389"/>
                </a:cubicBezTo>
                <a:cubicBezTo>
                  <a:pt x="184" y="389"/>
                  <a:pt x="186" y="391"/>
                  <a:pt x="189" y="393"/>
                </a:cubicBezTo>
                <a:cubicBezTo>
                  <a:pt x="191" y="395"/>
                  <a:pt x="196" y="391"/>
                  <a:pt x="198" y="391"/>
                </a:cubicBezTo>
                <a:cubicBezTo>
                  <a:pt x="199" y="391"/>
                  <a:pt x="202" y="397"/>
                  <a:pt x="202" y="390"/>
                </a:cubicBezTo>
                <a:cubicBezTo>
                  <a:pt x="202" y="383"/>
                  <a:pt x="197" y="380"/>
                  <a:pt x="193" y="379"/>
                </a:cubicBezTo>
                <a:close/>
                <a:moveTo>
                  <a:pt x="157" y="353"/>
                </a:moveTo>
                <a:cubicBezTo>
                  <a:pt x="161" y="352"/>
                  <a:pt x="159" y="347"/>
                  <a:pt x="155" y="348"/>
                </a:cubicBezTo>
                <a:cubicBezTo>
                  <a:pt x="152" y="348"/>
                  <a:pt x="152" y="354"/>
                  <a:pt x="157" y="353"/>
                </a:cubicBezTo>
                <a:close/>
                <a:moveTo>
                  <a:pt x="157" y="392"/>
                </a:moveTo>
                <a:cubicBezTo>
                  <a:pt x="153" y="393"/>
                  <a:pt x="154" y="402"/>
                  <a:pt x="158" y="401"/>
                </a:cubicBezTo>
                <a:cubicBezTo>
                  <a:pt x="163" y="399"/>
                  <a:pt x="161" y="391"/>
                  <a:pt x="157" y="392"/>
                </a:cubicBezTo>
                <a:close/>
                <a:moveTo>
                  <a:pt x="161" y="370"/>
                </a:moveTo>
                <a:cubicBezTo>
                  <a:pt x="159" y="371"/>
                  <a:pt x="152" y="366"/>
                  <a:pt x="149" y="363"/>
                </a:cubicBezTo>
                <a:cubicBezTo>
                  <a:pt x="146" y="359"/>
                  <a:pt x="140" y="359"/>
                  <a:pt x="138" y="359"/>
                </a:cubicBezTo>
                <a:cubicBezTo>
                  <a:pt x="135" y="359"/>
                  <a:pt x="126" y="363"/>
                  <a:pt x="126" y="363"/>
                </a:cubicBezTo>
                <a:cubicBezTo>
                  <a:pt x="125" y="368"/>
                  <a:pt x="129" y="367"/>
                  <a:pt x="134" y="367"/>
                </a:cubicBezTo>
                <a:cubicBezTo>
                  <a:pt x="139" y="367"/>
                  <a:pt x="147" y="365"/>
                  <a:pt x="149" y="368"/>
                </a:cubicBezTo>
                <a:cubicBezTo>
                  <a:pt x="150" y="371"/>
                  <a:pt x="158" y="375"/>
                  <a:pt x="160" y="377"/>
                </a:cubicBezTo>
                <a:cubicBezTo>
                  <a:pt x="162" y="379"/>
                  <a:pt x="168" y="380"/>
                  <a:pt x="169" y="377"/>
                </a:cubicBezTo>
                <a:cubicBezTo>
                  <a:pt x="169" y="375"/>
                  <a:pt x="164" y="369"/>
                  <a:pt x="161" y="370"/>
                </a:cubicBez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46" name="Freeform 17"/>
          <p:cNvSpPr>
            <a:spLocks noEditPoints="1"/>
          </p:cNvSpPr>
          <p:nvPr/>
        </p:nvSpPr>
        <p:spPr bwMode="auto">
          <a:xfrm>
            <a:off x="8558614" y="2139315"/>
            <a:ext cx="401409" cy="529537"/>
          </a:xfrm>
          <a:custGeom>
            <a:avLst/>
            <a:gdLst>
              <a:gd name="T0" fmla="*/ 61 w 160"/>
              <a:gd name="T1" fmla="*/ 71 h 211"/>
              <a:gd name="T2" fmla="*/ 24 w 160"/>
              <a:gd name="T3" fmla="*/ 80 h 211"/>
              <a:gd name="T4" fmla="*/ 49 w 160"/>
              <a:gd name="T5" fmla="*/ 108 h 211"/>
              <a:gd name="T6" fmla="*/ 45 w 160"/>
              <a:gd name="T7" fmla="*/ 146 h 211"/>
              <a:gd name="T8" fmla="*/ 80 w 160"/>
              <a:gd name="T9" fmla="*/ 131 h 211"/>
              <a:gd name="T10" fmla="*/ 112 w 160"/>
              <a:gd name="T11" fmla="*/ 147 h 211"/>
              <a:gd name="T12" fmla="*/ 117 w 160"/>
              <a:gd name="T13" fmla="*/ 141 h 211"/>
              <a:gd name="T14" fmla="*/ 135 w 160"/>
              <a:gd name="T15" fmla="*/ 85 h 211"/>
              <a:gd name="T16" fmla="*/ 132 w 160"/>
              <a:gd name="T17" fmla="*/ 76 h 211"/>
              <a:gd name="T18" fmla="*/ 85 w 160"/>
              <a:gd name="T19" fmla="*/ 42 h 211"/>
              <a:gd name="T20" fmla="*/ 75 w 160"/>
              <a:gd name="T21" fmla="*/ 42 h 211"/>
              <a:gd name="T22" fmla="*/ 96 w 160"/>
              <a:gd name="T23" fmla="*/ 74 h 211"/>
              <a:gd name="T24" fmla="*/ 131 w 160"/>
              <a:gd name="T25" fmla="*/ 81 h 211"/>
              <a:gd name="T26" fmla="*/ 132 w 160"/>
              <a:gd name="T27" fmla="*/ 82 h 211"/>
              <a:gd name="T28" fmla="*/ 106 w 160"/>
              <a:gd name="T29" fmla="*/ 108 h 211"/>
              <a:gd name="T30" fmla="*/ 112 w 160"/>
              <a:gd name="T31" fmla="*/ 142 h 211"/>
              <a:gd name="T32" fmla="*/ 81 w 160"/>
              <a:gd name="T33" fmla="*/ 126 h 211"/>
              <a:gd name="T34" fmla="*/ 79 w 160"/>
              <a:gd name="T35" fmla="*/ 126 h 211"/>
              <a:gd name="T36" fmla="*/ 48 w 160"/>
              <a:gd name="T37" fmla="*/ 142 h 211"/>
              <a:gd name="T38" fmla="*/ 54 w 160"/>
              <a:gd name="T39" fmla="*/ 108 h 211"/>
              <a:gd name="T40" fmla="*/ 28 w 160"/>
              <a:gd name="T41" fmla="*/ 82 h 211"/>
              <a:gd name="T42" fmla="*/ 29 w 160"/>
              <a:gd name="T43" fmla="*/ 81 h 211"/>
              <a:gd name="T44" fmla="*/ 64 w 160"/>
              <a:gd name="T45" fmla="*/ 74 h 211"/>
              <a:gd name="T46" fmla="*/ 80 w 160"/>
              <a:gd name="T47" fmla="*/ 44 h 211"/>
              <a:gd name="T48" fmla="*/ 80 w 160"/>
              <a:gd name="T49" fmla="*/ 0 h 211"/>
              <a:gd name="T50" fmla="*/ 0 w 160"/>
              <a:gd name="T51" fmla="*/ 15 h 211"/>
              <a:gd name="T52" fmla="*/ 34 w 160"/>
              <a:gd name="T53" fmla="*/ 184 h 211"/>
              <a:gd name="T54" fmla="*/ 80 w 160"/>
              <a:gd name="T55" fmla="*/ 211 h 211"/>
              <a:gd name="T56" fmla="*/ 125 w 160"/>
              <a:gd name="T57" fmla="*/ 187 h 211"/>
              <a:gd name="T58" fmla="*/ 160 w 160"/>
              <a:gd name="T59" fmla="*/ 15 h 211"/>
              <a:gd name="T60" fmla="*/ 155 w 160"/>
              <a:gd name="T61" fmla="*/ 145 h 211"/>
              <a:gd name="T62" fmla="*/ 37 w 160"/>
              <a:gd name="T63" fmla="*/ 181 h 211"/>
              <a:gd name="T64" fmla="*/ 5 w 160"/>
              <a:gd name="T65" fmla="*/ 17 h 211"/>
              <a:gd name="T66" fmla="*/ 155 w 160"/>
              <a:gd name="T67" fmla="*/ 17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0" h="211">
                <a:moveTo>
                  <a:pt x="75" y="42"/>
                </a:moveTo>
                <a:cubicBezTo>
                  <a:pt x="61" y="71"/>
                  <a:pt x="61" y="71"/>
                  <a:pt x="61" y="71"/>
                </a:cubicBezTo>
                <a:cubicBezTo>
                  <a:pt x="28" y="76"/>
                  <a:pt x="28" y="76"/>
                  <a:pt x="28" y="76"/>
                </a:cubicBezTo>
                <a:cubicBezTo>
                  <a:pt x="26" y="76"/>
                  <a:pt x="24" y="78"/>
                  <a:pt x="24" y="80"/>
                </a:cubicBezTo>
                <a:cubicBezTo>
                  <a:pt x="23" y="81"/>
                  <a:pt x="24" y="84"/>
                  <a:pt x="25" y="85"/>
                </a:cubicBezTo>
                <a:cubicBezTo>
                  <a:pt x="49" y="108"/>
                  <a:pt x="49" y="108"/>
                  <a:pt x="49" y="108"/>
                </a:cubicBezTo>
                <a:cubicBezTo>
                  <a:pt x="43" y="141"/>
                  <a:pt x="43" y="141"/>
                  <a:pt x="43" y="141"/>
                </a:cubicBezTo>
                <a:cubicBezTo>
                  <a:pt x="43" y="143"/>
                  <a:pt x="44" y="145"/>
                  <a:pt x="45" y="146"/>
                </a:cubicBezTo>
                <a:cubicBezTo>
                  <a:pt x="47" y="147"/>
                  <a:pt x="49" y="147"/>
                  <a:pt x="51" y="146"/>
                </a:cubicBezTo>
                <a:cubicBezTo>
                  <a:pt x="80" y="131"/>
                  <a:pt x="80" y="131"/>
                  <a:pt x="80" y="131"/>
                </a:cubicBezTo>
                <a:cubicBezTo>
                  <a:pt x="109" y="146"/>
                  <a:pt x="109" y="146"/>
                  <a:pt x="109" y="146"/>
                </a:cubicBezTo>
                <a:cubicBezTo>
                  <a:pt x="110" y="146"/>
                  <a:pt x="111" y="147"/>
                  <a:pt x="112" y="147"/>
                </a:cubicBezTo>
                <a:cubicBezTo>
                  <a:pt x="113" y="147"/>
                  <a:pt x="114" y="146"/>
                  <a:pt x="115" y="146"/>
                </a:cubicBezTo>
                <a:cubicBezTo>
                  <a:pt x="116" y="145"/>
                  <a:pt x="117" y="143"/>
                  <a:pt x="117" y="141"/>
                </a:cubicBezTo>
                <a:cubicBezTo>
                  <a:pt x="111" y="108"/>
                  <a:pt x="111" y="108"/>
                  <a:pt x="111" y="108"/>
                </a:cubicBezTo>
                <a:cubicBezTo>
                  <a:pt x="135" y="85"/>
                  <a:pt x="135" y="85"/>
                  <a:pt x="135" y="85"/>
                </a:cubicBezTo>
                <a:cubicBezTo>
                  <a:pt x="136" y="84"/>
                  <a:pt x="137" y="81"/>
                  <a:pt x="136" y="80"/>
                </a:cubicBezTo>
                <a:cubicBezTo>
                  <a:pt x="136" y="78"/>
                  <a:pt x="134" y="76"/>
                  <a:pt x="132" y="76"/>
                </a:cubicBezTo>
                <a:cubicBezTo>
                  <a:pt x="99" y="71"/>
                  <a:pt x="99" y="71"/>
                  <a:pt x="99" y="71"/>
                </a:cubicBezTo>
                <a:cubicBezTo>
                  <a:pt x="85" y="42"/>
                  <a:pt x="85" y="42"/>
                  <a:pt x="85" y="42"/>
                </a:cubicBezTo>
                <a:cubicBezTo>
                  <a:pt x="84" y="40"/>
                  <a:pt x="82" y="39"/>
                  <a:pt x="80" y="39"/>
                </a:cubicBezTo>
                <a:cubicBezTo>
                  <a:pt x="78" y="39"/>
                  <a:pt x="76" y="40"/>
                  <a:pt x="75" y="42"/>
                </a:cubicBezTo>
                <a:close/>
                <a:moveTo>
                  <a:pt x="80" y="44"/>
                </a:moveTo>
                <a:cubicBezTo>
                  <a:pt x="96" y="74"/>
                  <a:pt x="96" y="74"/>
                  <a:pt x="96" y="74"/>
                </a:cubicBezTo>
                <a:cubicBezTo>
                  <a:pt x="96" y="75"/>
                  <a:pt x="97" y="76"/>
                  <a:pt x="97" y="76"/>
                </a:cubicBezTo>
                <a:cubicBezTo>
                  <a:pt x="131" y="81"/>
                  <a:pt x="131" y="81"/>
                  <a:pt x="131" y="81"/>
                </a:cubicBezTo>
                <a:cubicBezTo>
                  <a:pt x="132" y="81"/>
                  <a:pt x="132" y="81"/>
                  <a:pt x="132" y="81"/>
                </a:cubicBezTo>
                <a:cubicBezTo>
                  <a:pt x="132" y="81"/>
                  <a:pt x="132" y="81"/>
                  <a:pt x="132" y="82"/>
                </a:cubicBezTo>
                <a:cubicBezTo>
                  <a:pt x="107" y="106"/>
                  <a:pt x="107" y="106"/>
                  <a:pt x="107" y="106"/>
                </a:cubicBezTo>
                <a:cubicBezTo>
                  <a:pt x="106" y="106"/>
                  <a:pt x="106" y="107"/>
                  <a:pt x="106" y="108"/>
                </a:cubicBezTo>
                <a:cubicBezTo>
                  <a:pt x="112" y="141"/>
                  <a:pt x="112" y="141"/>
                  <a:pt x="112" y="141"/>
                </a:cubicBezTo>
                <a:cubicBezTo>
                  <a:pt x="112" y="142"/>
                  <a:pt x="112" y="142"/>
                  <a:pt x="112" y="142"/>
                </a:cubicBezTo>
                <a:cubicBezTo>
                  <a:pt x="112" y="142"/>
                  <a:pt x="112" y="142"/>
                  <a:pt x="111" y="142"/>
                </a:cubicBezTo>
                <a:cubicBezTo>
                  <a:pt x="81" y="126"/>
                  <a:pt x="81" y="126"/>
                  <a:pt x="81" y="126"/>
                </a:cubicBezTo>
                <a:cubicBezTo>
                  <a:pt x="81" y="126"/>
                  <a:pt x="80" y="126"/>
                  <a:pt x="80" y="126"/>
                </a:cubicBezTo>
                <a:cubicBezTo>
                  <a:pt x="80" y="126"/>
                  <a:pt x="79" y="126"/>
                  <a:pt x="79" y="126"/>
                </a:cubicBezTo>
                <a:cubicBezTo>
                  <a:pt x="48" y="142"/>
                  <a:pt x="48" y="142"/>
                  <a:pt x="48" y="142"/>
                </a:cubicBezTo>
                <a:cubicBezTo>
                  <a:pt x="48" y="142"/>
                  <a:pt x="48" y="142"/>
                  <a:pt x="48" y="142"/>
                </a:cubicBezTo>
                <a:cubicBezTo>
                  <a:pt x="48" y="142"/>
                  <a:pt x="48" y="142"/>
                  <a:pt x="48" y="141"/>
                </a:cubicBezTo>
                <a:cubicBezTo>
                  <a:pt x="54" y="108"/>
                  <a:pt x="54" y="108"/>
                  <a:pt x="54" y="108"/>
                </a:cubicBezTo>
                <a:cubicBezTo>
                  <a:pt x="54" y="107"/>
                  <a:pt x="53" y="106"/>
                  <a:pt x="53" y="106"/>
                </a:cubicBezTo>
                <a:cubicBezTo>
                  <a:pt x="28" y="82"/>
                  <a:pt x="28" y="82"/>
                  <a:pt x="28" y="82"/>
                </a:cubicBezTo>
                <a:cubicBezTo>
                  <a:pt x="28" y="81"/>
                  <a:pt x="28" y="81"/>
                  <a:pt x="28" y="81"/>
                </a:cubicBezTo>
                <a:cubicBezTo>
                  <a:pt x="28" y="81"/>
                  <a:pt x="28" y="81"/>
                  <a:pt x="29" y="81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6"/>
                  <a:pt x="64" y="75"/>
                  <a:pt x="64" y="74"/>
                </a:cubicBezTo>
                <a:cubicBezTo>
                  <a:pt x="79" y="44"/>
                  <a:pt x="79" y="44"/>
                  <a:pt x="79" y="44"/>
                </a:cubicBezTo>
                <a:cubicBezTo>
                  <a:pt x="80" y="43"/>
                  <a:pt x="80" y="43"/>
                  <a:pt x="80" y="44"/>
                </a:cubicBezTo>
                <a:close/>
                <a:moveTo>
                  <a:pt x="158" y="13"/>
                </a:moveTo>
                <a:cubicBezTo>
                  <a:pt x="138" y="7"/>
                  <a:pt x="109" y="0"/>
                  <a:pt x="80" y="0"/>
                </a:cubicBezTo>
                <a:cubicBezTo>
                  <a:pt x="56" y="0"/>
                  <a:pt x="31" y="4"/>
                  <a:pt x="2" y="13"/>
                </a:cubicBezTo>
                <a:cubicBezTo>
                  <a:pt x="1" y="13"/>
                  <a:pt x="0" y="14"/>
                  <a:pt x="0" y="15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0"/>
                  <a:pt x="5" y="162"/>
                  <a:pt x="34" y="184"/>
                </a:cubicBezTo>
                <a:cubicBezTo>
                  <a:pt x="52" y="198"/>
                  <a:pt x="72" y="209"/>
                  <a:pt x="79" y="211"/>
                </a:cubicBezTo>
                <a:cubicBezTo>
                  <a:pt x="80" y="211"/>
                  <a:pt x="80" y="211"/>
                  <a:pt x="80" y="211"/>
                </a:cubicBezTo>
                <a:cubicBezTo>
                  <a:pt x="80" y="211"/>
                  <a:pt x="80" y="211"/>
                  <a:pt x="80" y="211"/>
                </a:cubicBezTo>
                <a:cubicBezTo>
                  <a:pt x="87" y="210"/>
                  <a:pt x="107" y="199"/>
                  <a:pt x="125" y="187"/>
                </a:cubicBezTo>
                <a:cubicBezTo>
                  <a:pt x="141" y="175"/>
                  <a:pt x="160" y="159"/>
                  <a:pt x="160" y="145"/>
                </a:cubicBezTo>
                <a:cubicBezTo>
                  <a:pt x="160" y="15"/>
                  <a:pt x="160" y="15"/>
                  <a:pt x="160" y="15"/>
                </a:cubicBezTo>
                <a:cubicBezTo>
                  <a:pt x="160" y="14"/>
                  <a:pt x="159" y="13"/>
                  <a:pt x="158" y="13"/>
                </a:cubicBezTo>
                <a:close/>
                <a:moveTo>
                  <a:pt x="155" y="145"/>
                </a:moveTo>
                <a:cubicBezTo>
                  <a:pt x="155" y="167"/>
                  <a:pt x="94" y="203"/>
                  <a:pt x="80" y="206"/>
                </a:cubicBezTo>
                <a:cubicBezTo>
                  <a:pt x="73" y="205"/>
                  <a:pt x="55" y="195"/>
                  <a:pt x="37" y="181"/>
                </a:cubicBezTo>
                <a:cubicBezTo>
                  <a:pt x="17" y="165"/>
                  <a:pt x="5" y="152"/>
                  <a:pt x="5" y="145"/>
                </a:cubicBezTo>
                <a:cubicBezTo>
                  <a:pt x="5" y="17"/>
                  <a:pt x="5" y="17"/>
                  <a:pt x="5" y="17"/>
                </a:cubicBezTo>
                <a:cubicBezTo>
                  <a:pt x="33" y="9"/>
                  <a:pt x="57" y="5"/>
                  <a:pt x="80" y="5"/>
                </a:cubicBezTo>
                <a:cubicBezTo>
                  <a:pt x="108" y="5"/>
                  <a:pt x="136" y="11"/>
                  <a:pt x="155" y="17"/>
                </a:cubicBezTo>
                <a:lnTo>
                  <a:pt x="155" y="1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18" tIns="60959" rIns="121918" bIns="60959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52" name="Title 51"/>
          <p:cNvSpPr>
            <a:spLocks noGrp="1"/>
          </p:cNvSpPr>
          <p:nvPr>
            <p:ph type="title"/>
          </p:nvPr>
        </p:nvSpPr>
        <p:spPr>
          <a:xfrm>
            <a:off x="838884" y="77675"/>
            <a:ext cx="10514231" cy="1325410"/>
          </a:xfrm>
        </p:spPr>
        <p:txBody>
          <a:bodyPr>
            <a:normAutofit/>
          </a:bodyPr>
          <a:lstStyle/>
          <a:p>
            <a:r>
              <a:rPr lang="en-US" sz="3600" b="1" spc="-53" dirty="0">
                <a:solidFill>
                  <a:srgbClr val="364556"/>
                </a:solidFill>
                <a:latin typeface="Lato Heavy" charset="0"/>
                <a:ea typeface="+mn-ea"/>
                <a:cs typeface="+mn-cs"/>
              </a:rPr>
              <a:t>Global Transaction Risk Landscape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81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0C37E1A-2A89-CAC3-4532-4E904C349204}"/>
              </a:ext>
            </a:extLst>
          </p:cNvPr>
          <p:cNvGrpSpPr/>
          <p:nvPr/>
        </p:nvGrpSpPr>
        <p:grpSpPr>
          <a:xfrm>
            <a:off x="9902874" y="4571864"/>
            <a:ext cx="764849" cy="765049"/>
            <a:chOff x="8409514" y="4616405"/>
            <a:chExt cx="764849" cy="765049"/>
          </a:xfrm>
        </p:grpSpPr>
        <p:sp>
          <p:nvSpPr>
            <p:cNvPr id="144" name="Oval 143"/>
            <p:cNvSpPr/>
            <p:nvPr/>
          </p:nvSpPr>
          <p:spPr bwMode="auto">
            <a:xfrm>
              <a:off x="8409514" y="4616405"/>
              <a:ext cx="764849" cy="76504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09492">
                <a:defRPr/>
              </a:pPr>
              <a:endParaRPr lang="en-US" dirty="0">
                <a:solidFill>
                  <a:prstClr val="white"/>
                </a:solidFill>
                <a:latin typeface="Montserrat Light "/>
              </a:endParaRPr>
            </a:p>
          </p:txBody>
        </p:sp>
        <p:sp>
          <p:nvSpPr>
            <p:cNvPr id="145" name="Freeform 127"/>
            <p:cNvSpPr>
              <a:spLocks noChangeArrowheads="1"/>
            </p:cNvSpPr>
            <p:nvPr/>
          </p:nvSpPr>
          <p:spPr bwMode="auto">
            <a:xfrm>
              <a:off x="8596046" y="4829565"/>
              <a:ext cx="414203" cy="333561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445469"/>
                </a:solidFill>
                <a:latin typeface="Montserrat Light 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853443-BC0A-BFF0-752A-F8AAEE957EE9}"/>
              </a:ext>
            </a:extLst>
          </p:cNvPr>
          <p:cNvGrpSpPr/>
          <p:nvPr/>
        </p:nvGrpSpPr>
        <p:grpSpPr>
          <a:xfrm>
            <a:off x="1275864" y="4616405"/>
            <a:ext cx="764849" cy="765049"/>
            <a:chOff x="3021217" y="4605121"/>
            <a:chExt cx="764849" cy="765049"/>
          </a:xfrm>
        </p:grpSpPr>
        <p:sp>
          <p:nvSpPr>
            <p:cNvPr id="146" name="Oval 145"/>
            <p:cNvSpPr/>
            <p:nvPr/>
          </p:nvSpPr>
          <p:spPr bwMode="auto">
            <a:xfrm>
              <a:off x="3021217" y="4605121"/>
              <a:ext cx="764849" cy="76504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09492">
                <a:defRPr/>
              </a:pPr>
              <a:endParaRPr lang="en-US" dirty="0">
                <a:solidFill>
                  <a:prstClr val="white"/>
                </a:solidFill>
                <a:latin typeface="Montserrat Light "/>
              </a:endParaRPr>
            </a:p>
          </p:txBody>
        </p:sp>
        <p:sp>
          <p:nvSpPr>
            <p:cNvPr id="147" name="Freeform 36"/>
            <p:cNvSpPr>
              <a:spLocks noChangeArrowheads="1"/>
            </p:cNvSpPr>
            <p:nvPr/>
          </p:nvSpPr>
          <p:spPr bwMode="auto">
            <a:xfrm>
              <a:off x="3269630" y="4810577"/>
              <a:ext cx="272691" cy="354868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445469"/>
                </a:solidFill>
                <a:latin typeface="Montserrat Light 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490457" y="5368899"/>
            <a:ext cx="2706149" cy="276981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Transaction Amount </a:t>
            </a:r>
            <a:r>
              <a:rPr lang="en-US" sz="1200" b="1" dirty="0" err="1">
                <a:solidFill>
                  <a:srgbClr val="445469"/>
                </a:solidFill>
                <a:latin typeface="Montserrat "/>
              </a:rPr>
              <a:t>Behaviour</a:t>
            </a:r>
            <a:endParaRPr lang="id-ID" sz="1200" b="1" dirty="0">
              <a:solidFill>
                <a:srgbClr val="445469"/>
              </a:solidFill>
              <a:latin typeface="Montserrat 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508387" y="5573624"/>
            <a:ext cx="2738755" cy="1124136"/>
          </a:xfrm>
          <a:prstGeom prst="rect">
            <a:avLst/>
          </a:prstGeom>
          <a:noFill/>
        </p:spPr>
        <p:txBody>
          <a:bodyPr wrap="square" lIns="91420" tIns="45711" rIns="91420" bIns="45711" rtlCol="0">
            <a:spAutoFit/>
          </a:bodyPr>
          <a:lstStyle/>
          <a:p>
            <a:pPr algn="ctr" defTabSz="323785">
              <a:lnSpc>
                <a:spcPct val="120000"/>
              </a:lnSpc>
              <a:spcBef>
                <a:spcPts val="850"/>
              </a:spcBef>
              <a:defRPr/>
            </a:pPr>
            <a:r>
              <a:rPr lang="en-US" sz="1200" b="1" dirty="0">
                <a:solidFill>
                  <a:srgbClr val="445469"/>
                </a:solidFill>
                <a:latin typeface="Montserrat "/>
              </a:rPr>
              <a:t>Baseline Risk Indicator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Over </a:t>
            </a:r>
            <a:r>
              <a:rPr lang="en-US" sz="800" b="1" dirty="0"/>
              <a:t>70% of laundering transactions fall within normal amount ranges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Extreme values increase risk, but amount alone has </a:t>
            </a:r>
            <a:r>
              <a:rPr lang="en-US" sz="800" b="1" dirty="0"/>
              <a:t>limited standalone predictive power</a:t>
            </a:r>
            <a:endParaRPr lang="es-ES" sz="800" dirty="0">
              <a:solidFill>
                <a:srgbClr val="445469"/>
              </a:solidFill>
              <a:latin typeface="Montserrat 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5E370-714B-3554-7928-5EBFE8BE192D}"/>
              </a:ext>
            </a:extLst>
          </p:cNvPr>
          <p:cNvGrpSpPr/>
          <p:nvPr/>
        </p:nvGrpSpPr>
        <p:grpSpPr>
          <a:xfrm>
            <a:off x="4152044" y="4571864"/>
            <a:ext cx="764849" cy="765049"/>
            <a:chOff x="4827852" y="4605121"/>
            <a:chExt cx="764849" cy="765049"/>
          </a:xfrm>
        </p:grpSpPr>
        <p:sp>
          <p:nvSpPr>
            <p:cNvPr id="150" name="Oval 149"/>
            <p:cNvSpPr/>
            <p:nvPr/>
          </p:nvSpPr>
          <p:spPr bwMode="auto">
            <a:xfrm>
              <a:off x="4827852" y="4605121"/>
              <a:ext cx="764849" cy="7650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09492">
                <a:defRPr/>
              </a:pPr>
              <a:endParaRPr lang="en-US" dirty="0">
                <a:solidFill>
                  <a:prstClr val="white"/>
                </a:solidFill>
                <a:latin typeface="Montserrat Light "/>
              </a:endParaRPr>
            </a:p>
          </p:txBody>
        </p:sp>
        <p:sp>
          <p:nvSpPr>
            <p:cNvPr id="151" name="Freeform 39"/>
            <p:cNvSpPr>
              <a:spLocks noChangeArrowheads="1"/>
            </p:cNvSpPr>
            <p:nvPr/>
          </p:nvSpPr>
          <p:spPr bwMode="auto">
            <a:xfrm>
              <a:off x="5048011" y="4813017"/>
              <a:ext cx="316308" cy="316310"/>
            </a:xfrm>
            <a:custGeom>
              <a:avLst/>
              <a:gdLst>
                <a:gd name="T0" fmla="*/ 399 w 444"/>
                <a:gd name="T1" fmla="*/ 53 h 444"/>
                <a:gd name="T2" fmla="*/ 399 w 444"/>
                <a:gd name="T3" fmla="*/ 53 h 444"/>
                <a:gd name="T4" fmla="*/ 372 w 444"/>
                <a:gd name="T5" fmla="*/ 53 h 444"/>
                <a:gd name="T6" fmla="*/ 372 w 444"/>
                <a:gd name="T7" fmla="*/ 98 h 444"/>
                <a:gd name="T8" fmla="*/ 293 w 444"/>
                <a:gd name="T9" fmla="*/ 98 h 444"/>
                <a:gd name="T10" fmla="*/ 293 w 444"/>
                <a:gd name="T11" fmla="*/ 53 h 444"/>
                <a:gd name="T12" fmla="*/ 151 w 444"/>
                <a:gd name="T13" fmla="*/ 53 h 444"/>
                <a:gd name="T14" fmla="*/ 151 w 444"/>
                <a:gd name="T15" fmla="*/ 98 h 444"/>
                <a:gd name="T16" fmla="*/ 71 w 444"/>
                <a:gd name="T17" fmla="*/ 98 h 444"/>
                <a:gd name="T18" fmla="*/ 71 w 444"/>
                <a:gd name="T19" fmla="*/ 53 h 444"/>
                <a:gd name="T20" fmla="*/ 45 w 444"/>
                <a:gd name="T21" fmla="*/ 53 h 444"/>
                <a:gd name="T22" fmla="*/ 0 w 444"/>
                <a:gd name="T23" fmla="*/ 98 h 444"/>
                <a:gd name="T24" fmla="*/ 0 w 444"/>
                <a:gd name="T25" fmla="*/ 399 h 444"/>
                <a:gd name="T26" fmla="*/ 45 w 444"/>
                <a:gd name="T27" fmla="*/ 443 h 444"/>
                <a:gd name="T28" fmla="*/ 399 w 444"/>
                <a:gd name="T29" fmla="*/ 443 h 444"/>
                <a:gd name="T30" fmla="*/ 443 w 444"/>
                <a:gd name="T31" fmla="*/ 399 h 444"/>
                <a:gd name="T32" fmla="*/ 443 w 444"/>
                <a:gd name="T33" fmla="*/ 98 h 444"/>
                <a:gd name="T34" fmla="*/ 399 w 444"/>
                <a:gd name="T35" fmla="*/ 53 h 444"/>
                <a:gd name="T36" fmla="*/ 399 w 444"/>
                <a:gd name="T37" fmla="*/ 399 h 444"/>
                <a:gd name="T38" fmla="*/ 399 w 444"/>
                <a:gd name="T39" fmla="*/ 399 h 444"/>
                <a:gd name="T40" fmla="*/ 45 w 444"/>
                <a:gd name="T41" fmla="*/ 399 h 444"/>
                <a:gd name="T42" fmla="*/ 45 w 444"/>
                <a:gd name="T43" fmla="*/ 196 h 444"/>
                <a:gd name="T44" fmla="*/ 399 w 444"/>
                <a:gd name="T45" fmla="*/ 196 h 444"/>
                <a:gd name="T46" fmla="*/ 399 w 444"/>
                <a:gd name="T47" fmla="*/ 399 h 444"/>
                <a:gd name="T48" fmla="*/ 124 w 444"/>
                <a:gd name="T49" fmla="*/ 0 h 444"/>
                <a:gd name="T50" fmla="*/ 124 w 444"/>
                <a:gd name="T51" fmla="*/ 0 h 444"/>
                <a:gd name="T52" fmla="*/ 89 w 444"/>
                <a:gd name="T53" fmla="*/ 0 h 444"/>
                <a:gd name="T54" fmla="*/ 89 w 444"/>
                <a:gd name="T55" fmla="*/ 89 h 444"/>
                <a:gd name="T56" fmla="*/ 124 w 444"/>
                <a:gd name="T57" fmla="*/ 89 h 444"/>
                <a:gd name="T58" fmla="*/ 124 w 444"/>
                <a:gd name="T59" fmla="*/ 0 h 444"/>
                <a:gd name="T60" fmla="*/ 354 w 444"/>
                <a:gd name="T61" fmla="*/ 0 h 444"/>
                <a:gd name="T62" fmla="*/ 354 w 444"/>
                <a:gd name="T63" fmla="*/ 0 h 444"/>
                <a:gd name="T64" fmla="*/ 319 w 444"/>
                <a:gd name="T65" fmla="*/ 0 h 444"/>
                <a:gd name="T66" fmla="*/ 319 w 444"/>
                <a:gd name="T67" fmla="*/ 89 h 444"/>
                <a:gd name="T68" fmla="*/ 354 w 444"/>
                <a:gd name="T69" fmla="*/ 89 h 444"/>
                <a:gd name="T70" fmla="*/ 354 w 444"/>
                <a:gd name="T71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4" h="444">
                  <a:moveTo>
                    <a:pt x="399" y="53"/>
                  </a:moveTo>
                  <a:lnTo>
                    <a:pt x="399" y="53"/>
                  </a:lnTo>
                  <a:cubicBezTo>
                    <a:pt x="372" y="53"/>
                    <a:pt x="372" y="53"/>
                    <a:pt x="372" y="53"/>
                  </a:cubicBezTo>
                  <a:cubicBezTo>
                    <a:pt x="372" y="98"/>
                    <a:pt x="372" y="98"/>
                    <a:pt x="372" y="98"/>
                  </a:cubicBezTo>
                  <a:cubicBezTo>
                    <a:pt x="293" y="98"/>
                    <a:pt x="293" y="98"/>
                    <a:pt x="293" y="98"/>
                  </a:cubicBezTo>
                  <a:cubicBezTo>
                    <a:pt x="293" y="53"/>
                    <a:pt x="293" y="53"/>
                    <a:pt x="293" y="53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51" y="98"/>
                    <a:pt x="151" y="98"/>
                    <a:pt x="151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53"/>
                    <a:pt x="71" y="53"/>
                    <a:pt x="71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18" y="53"/>
                    <a:pt x="0" y="71"/>
                    <a:pt x="0" y="98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425"/>
                    <a:pt x="18" y="443"/>
                    <a:pt x="45" y="443"/>
                  </a:cubicBezTo>
                  <a:cubicBezTo>
                    <a:pt x="399" y="443"/>
                    <a:pt x="399" y="443"/>
                    <a:pt x="399" y="443"/>
                  </a:cubicBezTo>
                  <a:cubicBezTo>
                    <a:pt x="425" y="443"/>
                    <a:pt x="443" y="425"/>
                    <a:pt x="443" y="399"/>
                  </a:cubicBezTo>
                  <a:cubicBezTo>
                    <a:pt x="443" y="98"/>
                    <a:pt x="443" y="98"/>
                    <a:pt x="443" y="98"/>
                  </a:cubicBezTo>
                  <a:cubicBezTo>
                    <a:pt x="443" y="71"/>
                    <a:pt x="425" y="53"/>
                    <a:pt x="399" y="53"/>
                  </a:cubicBezTo>
                  <a:close/>
                  <a:moveTo>
                    <a:pt x="399" y="399"/>
                  </a:moveTo>
                  <a:lnTo>
                    <a:pt x="399" y="399"/>
                  </a:lnTo>
                  <a:cubicBezTo>
                    <a:pt x="45" y="399"/>
                    <a:pt x="45" y="399"/>
                    <a:pt x="45" y="399"/>
                  </a:cubicBezTo>
                  <a:cubicBezTo>
                    <a:pt x="45" y="196"/>
                    <a:pt x="45" y="196"/>
                    <a:pt x="45" y="196"/>
                  </a:cubicBezTo>
                  <a:cubicBezTo>
                    <a:pt x="399" y="196"/>
                    <a:pt x="399" y="196"/>
                    <a:pt x="399" y="196"/>
                  </a:cubicBezTo>
                  <a:lnTo>
                    <a:pt x="399" y="399"/>
                  </a:lnTo>
                  <a:close/>
                  <a:moveTo>
                    <a:pt x="124" y="0"/>
                  </a:moveTo>
                  <a:lnTo>
                    <a:pt x="124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89" y="89"/>
                    <a:pt x="89" y="89"/>
                    <a:pt x="89" y="89"/>
                  </a:cubicBezTo>
                  <a:cubicBezTo>
                    <a:pt x="124" y="89"/>
                    <a:pt x="124" y="89"/>
                    <a:pt x="124" y="89"/>
                  </a:cubicBezTo>
                  <a:lnTo>
                    <a:pt x="124" y="0"/>
                  </a:lnTo>
                  <a:close/>
                  <a:moveTo>
                    <a:pt x="354" y="0"/>
                  </a:moveTo>
                  <a:lnTo>
                    <a:pt x="354" y="0"/>
                  </a:lnTo>
                  <a:cubicBezTo>
                    <a:pt x="319" y="0"/>
                    <a:pt x="319" y="0"/>
                    <a:pt x="319" y="0"/>
                  </a:cubicBezTo>
                  <a:cubicBezTo>
                    <a:pt x="319" y="89"/>
                    <a:pt x="319" y="89"/>
                    <a:pt x="319" y="89"/>
                  </a:cubicBezTo>
                  <a:cubicBezTo>
                    <a:pt x="354" y="89"/>
                    <a:pt x="354" y="89"/>
                    <a:pt x="354" y="89"/>
                  </a:cubicBezTo>
                  <a:lnTo>
                    <a:pt x="3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445469"/>
                </a:solidFill>
                <a:latin typeface="Montserrat Light "/>
              </a:endParaRPr>
            </a:p>
          </p:txBody>
        </p:sp>
      </p:grpSp>
      <p:sp>
        <p:nvSpPr>
          <p:cNvPr id="152" name="TextBox 151"/>
          <p:cNvSpPr txBox="1"/>
          <p:nvPr/>
        </p:nvSpPr>
        <p:spPr>
          <a:xfrm>
            <a:off x="3448880" y="5370166"/>
            <a:ext cx="2122657" cy="461647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Payment Channel Risk</a:t>
            </a:r>
          </a:p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High-Impact Risk Driver</a:t>
            </a:r>
            <a:endParaRPr lang="id-ID" sz="1200" b="1" dirty="0">
              <a:solidFill>
                <a:srgbClr val="445469"/>
              </a:solidFill>
              <a:latin typeface="Montserrat 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410470" y="5941297"/>
            <a:ext cx="2549571" cy="639388"/>
          </a:xfrm>
          <a:prstGeom prst="rect">
            <a:avLst/>
          </a:prstGeom>
          <a:noFill/>
        </p:spPr>
        <p:txBody>
          <a:bodyPr wrap="square" lIns="91420" tIns="45711" rIns="91420" bIns="45711" rtlCol="0">
            <a:spAutoFit/>
          </a:bodyPr>
          <a:lstStyle/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Cash deposits show </a:t>
            </a:r>
            <a:r>
              <a:rPr lang="en-US" sz="800" b="1" dirty="0"/>
              <a:t>~11% laundering rate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Significantly higher than digital and card-based channels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66CBF9-F03D-2FED-B93F-FBD66769490E}"/>
              </a:ext>
            </a:extLst>
          </p:cNvPr>
          <p:cNvGrpSpPr/>
          <p:nvPr/>
        </p:nvGrpSpPr>
        <p:grpSpPr>
          <a:xfrm>
            <a:off x="6836247" y="4627455"/>
            <a:ext cx="764849" cy="765049"/>
            <a:chOff x="6604070" y="4605121"/>
            <a:chExt cx="764849" cy="765049"/>
          </a:xfrm>
        </p:grpSpPr>
        <p:sp>
          <p:nvSpPr>
            <p:cNvPr id="154" name="Oval 153"/>
            <p:cNvSpPr/>
            <p:nvPr/>
          </p:nvSpPr>
          <p:spPr bwMode="auto">
            <a:xfrm>
              <a:off x="6604070" y="4605121"/>
              <a:ext cx="764849" cy="76504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09492">
                <a:defRPr/>
              </a:pPr>
              <a:endParaRPr lang="en-US" dirty="0">
                <a:solidFill>
                  <a:prstClr val="white"/>
                </a:solidFill>
                <a:latin typeface="Montserrat Light "/>
              </a:endParaRPr>
            </a:p>
          </p:txBody>
        </p:sp>
        <p:sp>
          <p:nvSpPr>
            <p:cNvPr id="155" name="Freeform 21"/>
            <p:cNvSpPr>
              <a:spLocks noChangeArrowheads="1"/>
            </p:cNvSpPr>
            <p:nvPr/>
          </p:nvSpPr>
          <p:spPr bwMode="auto">
            <a:xfrm>
              <a:off x="6746233" y="4856966"/>
              <a:ext cx="493785" cy="275298"/>
            </a:xfrm>
            <a:custGeom>
              <a:avLst/>
              <a:gdLst>
                <a:gd name="T0" fmla="*/ 249 w 497"/>
                <a:gd name="T1" fmla="*/ 0 h 276"/>
                <a:gd name="T2" fmla="*/ 249 w 497"/>
                <a:gd name="T3" fmla="*/ 0 h 276"/>
                <a:gd name="T4" fmla="*/ 0 w 497"/>
                <a:gd name="T5" fmla="*/ 133 h 276"/>
                <a:gd name="T6" fmla="*/ 249 w 497"/>
                <a:gd name="T7" fmla="*/ 275 h 276"/>
                <a:gd name="T8" fmla="*/ 496 w 497"/>
                <a:gd name="T9" fmla="*/ 133 h 276"/>
                <a:gd name="T10" fmla="*/ 249 w 497"/>
                <a:gd name="T11" fmla="*/ 0 h 276"/>
                <a:gd name="T12" fmla="*/ 249 w 497"/>
                <a:gd name="T13" fmla="*/ 239 h 276"/>
                <a:gd name="T14" fmla="*/ 249 w 497"/>
                <a:gd name="T15" fmla="*/ 239 h 276"/>
                <a:gd name="T16" fmla="*/ 142 w 497"/>
                <a:gd name="T17" fmla="*/ 133 h 276"/>
                <a:gd name="T18" fmla="*/ 249 w 497"/>
                <a:gd name="T19" fmla="*/ 26 h 276"/>
                <a:gd name="T20" fmla="*/ 355 w 497"/>
                <a:gd name="T21" fmla="*/ 133 h 276"/>
                <a:gd name="T22" fmla="*/ 249 w 497"/>
                <a:gd name="T23" fmla="*/ 239 h 276"/>
                <a:gd name="T24" fmla="*/ 249 w 497"/>
                <a:gd name="T25" fmla="*/ 133 h 276"/>
                <a:gd name="T26" fmla="*/ 249 w 497"/>
                <a:gd name="T27" fmla="*/ 133 h 276"/>
                <a:gd name="T28" fmla="*/ 249 w 497"/>
                <a:gd name="T29" fmla="*/ 79 h 276"/>
                <a:gd name="T30" fmla="*/ 195 w 497"/>
                <a:gd name="T31" fmla="*/ 133 h 276"/>
                <a:gd name="T32" fmla="*/ 249 w 497"/>
                <a:gd name="T33" fmla="*/ 186 h 276"/>
                <a:gd name="T34" fmla="*/ 302 w 497"/>
                <a:gd name="T35" fmla="*/ 133 h 276"/>
                <a:gd name="T36" fmla="*/ 249 w 497"/>
                <a:gd name="T37" fmla="*/ 13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7" h="276">
                  <a:moveTo>
                    <a:pt x="249" y="0"/>
                  </a:moveTo>
                  <a:lnTo>
                    <a:pt x="249" y="0"/>
                  </a:lnTo>
                  <a:cubicBezTo>
                    <a:pt x="89" y="0"/>
                    <a:pt x="0" y="115"/>
                    <a:pt x="0" y="133"/>
                  </a:cubicBezTo>
                  <a:cubicBezTo>
                    <a:pt x="0" y="151"/>
                    <a:pt x="89" y="275"/>
                    <a:pt x="249" y="275"/>
                  </a:cubicBezTo>
                  <a:cubicBezTo>
                    <a:pt x="408" y="275"/>
                    <a:pt x="496" y="151"/>
                    <a:pt x="496" y="133"/>
                  </a:cubicBezTo>
                  <a:cubicBezTo>
                    <a:pt x="496" y="115"/>
                    <a:pt x="408" y="0"/>
                    <a:pt x="249" y="0"/>
                  </a:cubicBezTo>
                  <a:close/>
                  <a:moveTo>
                    <a:pt x="249" y="239"/>
                  </a:moveTo>
                  <a:lnTo>
                    <a:pt x="249" y="239"/>
                  </a:lnTo>
                  <a:cubicBezTo>
                    <a:pt x="186" y="239"/>
                    <a:pt x="142" y="195"/>
                    <a:pt x="142" y="133"/>
                  </a:cubicBezTo>
                  <a:cubicBezTo>
                    <a:pt x="142" y="79"/>
                    <a:pt x="186" y="26"/>
                    <a:pt x="249" y="26"/>
                  </a:cubicBezTo>
                  <a:cubicBezTo>
                    <a:pt x="310" y="26"/>
                    <a:pt x="355" y="79"/>
                    <a:pt x="355" y="133"/>
                  </a:cubicBezTo>
                  <a:cubicBezTo>
                    <a:pt x="355" y="195"/>
                    <a:pt x="310" y="239"/>
                    <a:pt x="249" y="239"/>
                  </a:cubicBezTo>
                  <a:close/>
                  <a:moveTo>
                    <a:pt x="249" y="133"/>
                  </a:moveTo>
                  <a:lnTo>
                    <a:pt x="249" y="133"/>
                  </a:lnTo>
                  <a:cubicBezTo>
                    <a:pt x="239" y="123"/>
                    <a:pt x="266" y="79"/>
                    <a:pt x="249" y="79"/>
                  </a:cubicBezTo>
                  <a:cubicBezTo>
                    <a:pt x="221" y="79"/>
                    <a:pt x="195" y="107"/>
                    <a:pt x="195" y="133"/>
                  </a:cubicBezTo>
                  <a:cubicBezTo>
                    <a:pt x="195" y="168"/>
                    <a:pt x="221" y="186"/>
                    <a:pt x="249" y="186"/>
                  </a:cubicBezTo>
                  <a:cubicBezTo>
                    <a:pt x="274" y="186"/>
                    <a:pt x="302" y="168"/>
                    <a:pt x="302" y="133"/>
                  </a:cubicBezTo>
                  <a:cubicBezTo>
                    <a:pt x="302" y="123"/>
                    <a:pt x="257" y="142"/>
                    <a:pt x="249" y="1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445469"/>
                </a:solidFill>
                <a:latin typeface="Montserrat Light "/>
              </a:endParaRP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429483" y="5336913"/>
            <a:ext cx="1903045" cy="461647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Cross-Border Activity</a:t>
            </a:r>
          </a:p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Major Risk Amplifier</a:t>
            </a:r>
            <a:endParaRPr lang="id-ID" sz="1200" b="1" dirty="0">
              <a:solidFill>
                <a:srgbClr val="445469"/>
              </a:solidFill>
              <a:latin typeface="Montserrat 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348545" y="5804867"/>
            <a:ext cx="2122657" cy="754804"/>
          </a:xfrm>
          <a:prstGeom prst="rect">
            <a:avLst/>
          </a:prstGeom>
          <a:noFill/>
        </p:spPr>
        <p:txBody>
          <a:bodyPr wrap="square" lIns="91420" tIns="45711" rIns="91420" bIns="45711" rtlCol="0">
            <a:spAutoFit/>
          </a:bodyPr>
          <a:lstStyle/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Cross-border laundering rate: ~6.1%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Domestic laundering rate: ~1.6%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Nearly </a:t>
            </a:r>
            <a:r>
              <a:rPr lang="en-US" sz="800" b="1" dirty="0"/>
              <a:t>4× higher risk</a:t>
            </a:r>
            <a:endParaRPr lang="en-US" sz="800" dirty="0"/>
          </a:p>
        </p:txBody>
      </p:sp>
      <p:sp>
        <p:nvSpPr>
          <p:cNvPr id="158" name="TextBox 157"/>
          <p:cNvSpPr txBox="1"/>
          <p:nvPr/>
        </p:nvSpPr>
        <p:spPr>
          <a:xfrm>
            <a:off x="8839347" y="5275976"/>
            <a:ext cx="3081251" cy="461647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Foreign Exchange (FX) Transactions</a:t>
            </a:r>
          </a:p>
          <a:p>
            <a:pPr algn="ctr" defTabSz="914217"/>
            <a:r>
              <a:rPr lang="en-US" sz="1200" b="1" dirty="0">
                <a:solidFill>
                  <a:srgbClr val="445469"/>
                </a:solidFill>
                <a:latin typeface="Montserrat "/>
              </a:rPr>
              <a:t>Risk Multiplier</a:t>
            </a:r>
            <a:endParaRPr lang="id-ID" sz="1200" b="1" dirty="0">
              <a:solidFill>
                <a:srgbClr val="445469"/>
              </a:solidFill>
              <a:latin typeface="Montserrat 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9061444" y="5772642"/>
            <a:ext cx="2859154" cy="491655"/>
          </a:xfrm>
          <a:prstGeom prst="rect">
            <a:avLst/>
          </a:prstGeom>
          <a:noFill/>
        </p:spPr>
        <p:txBody>
          <a:bodyPr wrap="square" lIns="91420" tIns="45711" rIns="91420" bIns="45711" rtlCol="0">
            <a:spAutoFit/>
          </a:bodyPr>
          <a:lstStyle/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FX transactions laundering rate: ~6.3%</a:t>
            </a:r>
          </a:p>
          <a:p>
            <a:pPr marL="171450" indent="-171450" defTabSz="323785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/>
            </a:pPr>
            <a:r>
              <a:rPr lang="en-US" sz="800" dirty="0"/>
              <a:t>Same-currency transactions: </a:t>
            </a:r>
            <a:r>
              <a:rPr lang="en-US" sz="800" b="1" dirty="0"/>
              <a:t>~1.5%</a:t>
            </a:r>
            <a:endParaRPr lang="es-ES" sz="800" b="1" dirty="0">
              <a:solidFill>
                <a:srgbClr val="445469"/>
              </a:solidFill>
              <a:latin typeface="Montserrat "/>
            </a:endParaRPr>
          </a:p>
        </p:txBody>
      </p:sp>
      <p:sp>
        <p:nvSpPr>
          <p:cNvPr id="170" name="Freeform 191"/>
          <p:cNvSpPr>
            <a:spLocks noChangeArrowheads="1"/>
          </p:cNvSpPr>
          <p:nvPr/>
        </p:nvSpPr>
        <p:spPr bwMode="auto">
          <a:xfrm>
            <a:off x="4983287" y="2935298"/>
            <a:ext cx="4341" cy="73741"/>
          </a:xfrm>
          <a:custGeom>
            <a:avLst/>
            <a:gdLst>
              <a:gd name="T0" fmla="*/ 0 w 7"/>
              <a:gd name="T1" fmla="*/ 147 h 148"/>
              <a:gd name="T2" fmla="*/ 0 w 7"/>
              <a:gd name="T3" fmla="*/ 147 h 148"/>
              <a:gd name="T4" fmla="*/ 6 w 7"/>
              <a:gd name="T5" fmla="*/ 147 h 148"/>
              <a:gd name="T6" fmla="*/ 0 w 7"/>
              <a:gd name="T7" fmla="*/ 0 h 148"/>
              <a:gd name="T8" fmla="*/ 0 w 7"/>
              <a:gd name="T9" fmla="*/ 14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" h="148">
                <a:moveTo>
                  <a:pt x="0" y="147"/>
                </a:moveTo>
                <a:lnTo>
                  <a:pt x="0" y="147"/>
                </a:lnTo>
                <a:cubicBezTo>
                  <a:pt x="6" y="147"/>
                  <a:pt x="6" y="147"/>
                  <a:pt x="6" y="147"/>
                </a:cubicBezTo>
                <a:cubicBezTo>
                  <a:pt x="6" y="100"/>
                  <a:pt x="0" y="47"/>
                  <a:pt x="0" y="0"/>
                </a:cubicBezTo>
                <a:lnTo>
                  <a:pt x="0" y="147"/>
                </a:lnTo>
              </a:path>
            </a:pathLst>
          </a:custGeom>
          <a:solidFill>
            <a:srgbClr val="FFFEF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60926" tIns="30463" rIns="60926" bIns="30463" anchor="ctr"/>
          <a:lstStyle/>
          <a:p>
            <a:pPr defTabSz="914217"/>
            <a:endParaRPr lang="en-US">
              <a:solidFill>
                <a:srgbClr val="445469"/>
              </a:solidFill>
              <a:latin typeface="Montserrat Light "/>
            </a:endParaRPr>
          </a:p>
        </p:txBody>
      </p:sp>
      <p:sp>
        <p:nvSpPr>
          <p:cNvPr id="172" name="Freeform 193"/>
          <p:cNvSpPr>
            <a:spLocks noChangeArrowheads="1"/>
          </p:cNvSpPr>
          <p:nvPr/>
        </p:nvSpPr>
        <p:spPr bwMode="auto">
          <a:xfrm>
            <a:off x="4983287" y="2859390"/>
            <a:ext cx="4341" cy="75909"/>
          </a:xfrm>
          <a:custGeom>
            <a:avLst/>
            <a:gdLst>
              <a:gd name="T0" fmla="*/ 0 w 7"/>
              <a:gd name="T1" fmla="*/ 0 h 154"/>
              <a:gd name="T2" fmla="*/ 0 w 7"/>
              <a:gd name="T3" fmla="*/ 0 h 154"/>
              <a:gd name="T4" fmla="*/ 0 w 7"/>
              <a:gd name="T5" fmla="*/ 153 h 154"/>
              <a:gd name="T6" fmla="*/ 6 w 7"/>
              <a:gd name="T7" fmla="*/ 0 h 154"/>
              <a:gd name="T8" fmla="*/ 0 w 7"/>
              <a:gd name="T9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" h="154">
                <a:moveTo>
                  <a:pt x="0" y="0"/>
                </a:moveTo>
                <a:lnTo>
                  <a:pt x="0" y="0"/>
                </a:lnTo>
                <a:cubicBezTo>
                  <a:pt x="0" y="153"/>
                  <a:pt x="0" y="153"/>
                  <a:pt x="0" y="153"/>
                </a:cubicBezTo>
                <a:cubicBezTo>
                  <a:pt x="0" y="100"/>
                  <a:pt x="6" y="53"/>
                  <a:pt x="6" y="0"/>
                </a:cubicBezTo>
                <a:lnTo>
                  <a:pt x="0" y="0"/>
                </a:lnTo>
              </a:path>
            </a:pathLst>
          </a:custGeom>
          <a:solidFill>
            <a:srgbClr val="FFFEF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60926" tIns="30463" rIns="60926" bIns="30463" anchor="ctr"/>
          <a:lstStyle/>
          <a:p>
            <a:pPr defTabSz="914217"/>
            <a:endParaRPr lang="en-US">
              <a:solidFill>
                <a:srgbClr val="445469"/>
              </a:solidFill>
              <a:latin typeface="Montserrat Light 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113503" y="1564596"/>
            <a:ext cx="900665" cy="1294795"/>
            <a:chOff x="10223802" y="3129135"/>
            <a:chExt cx="1801356" cy="2589627"/>
          </a:xfrm>
        </p:grpSpPr>
        <p:sp>
          <p:nvSpPr>
            <p:cNvPr id="169" name="Freeform 190"/>
            <p:cNvSpPr>
              <a:spLocks noChangeArrowheads="1"/>
            </p:cNvSpPr>
            <p:nvPr/>
          </p:nvSpPr>
          <p:spPr bwMode="auto">
            <a:xfrm>
              <a:off x="10267206" y="3961978"/>
              <a:ext cx="1757952" cy="1756784"/>
            </a:xfrm>
            <a:custGeom>
              <a:avLst/>
              <a:gdLst>
                <a:gd name="T0" fmla="*/ 1784 w 1785"/>
                <a:gd name="T1" fmla="*/ 618 h 1785"/>
                <a:gd name="T2" fmla="*/ 1784 w 1785"/>
                <a:gd name="T3" fmla="*/ 618 h 1785"/>
                <a:gd name="T4" fmla="*/ 1784 w 1785"/>
                <a:gd name="T5" fmla="*/ 0 h 1785"/>
                <a:gd name="T6" fmla="*/ 0 w 1785"/>
                <a:gd name="T7" fmla="*/ 1784 h 1785"/>
                <a:gd name="T8" fmla="*/ 606 w 1785"/>
                <a:gd name="T9" fmla="*/ 1784 h 1785"/>
                <a:gd name="T10" fmla="*/ 1784 w 1785"/>
                <a:gd name="T11" fmla="*/ 618 h 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5" h="1785">
                  <a:moveTo>
                    <a:pt x="1784" y="618"/>
                  </a:moveTo>
                  <a:lnTo>
                    <a:pt x="1784" y="618"/>
                  </a:lnTo>
                  <a:cubicBezTo>
                    <a:pt x="1784" y="0"/>
                    <a:pt x="1784" y="0"/>
                    <a:pt x="1784" y="0"/>
                  </a:cubicBezTo>
                  <a:cubicBezTo>
                    <a:pt x="836" y="77"/>
                    <a:pt x="76" y="836"/>
                    <a:pt x="0" y="1784"/>
                  </a:cubicBezTo>
                  <a:cubicBezTo>
                    <a:pt x="606" y="1784"/>
                    <a:pt x="606" y="1784"/>
                    <a:pt x="606" y="1784"/>
                  </a:cubicBezTo>
                  <a:cubicBezTo>
                    <a:pt x="665" y="1166"/>
                    <a:pt x="1166" y="677"/>
                    <a:pt x="1784" y="61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76" name="Freeform 197"/>
            <p:cNvSpPr>
              <a:spLocks noChangeArrowheads="1"/>
            </p:cNvSpPr>
            <p:nvPr/>
          </p:nvSpPr>
          <p:spPr bwMode="auto">
            <a:xfrm>
              <a:off x="10440832" y="3354695"/>
              <a:ext cx="894168" cy="728739"/>
            </a:xfrm>
            <a:custGeom>
              <a:avLst/>
              <a:gdLst>
                <a:gd name="T0" fmla="*/ 907 w 908"/>
                <a:gd name="T1" fmla="*/ 742 h 743"/>
                <a:gd name="T2" fmla="*/ 842 w 908"/>
                <a:gd name="T3" fmla="*/ 742 h 743"/>
                <a:gd name="T4" fmla="*/ 842 w 908"/>
                <a:gd name="T5" fmla="*/ 59 h 743"/>
                <a:gd name="T6" fmla="*/ 0 w 908"/>
                <a:gd name="T7" fmla="*/ 59 h 743"/>
                <a:gd name="T8" fmla="*/ 0 w 908"/>
                <a:gd name="T9" fmla="*/ 0 h 743"/>
                <a:gd name="T10" fmla="*/ 907 w 908"/>
                <a:gd name="T11" fmla="*/ 0 h 743"/>
                <a:gd name="T12" fmla="*/ 907 w 908"/>
                <a:gd name="T13" fmla="*/ 742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8" h="743">
                  <a:moveTo>
                    <a:pt x="907" y="742"/>
                  </a:moveTo>
                  <a:lnTo>
                    <a:pt x="842" y="742"/>
                  </a:lnTo>
                  <a:lnTo>
                    <a:pt x="842" y="59"/>
                  </a:lnTo>
                  <a:lnTo>
                    <a:pt x="0" y="59"/>
                  </a:lnTo>
                  <a:lnTo>
                    <a:pt x="0" y="0"/>
                  </a:lnTo>
                  <a:lnTo>
                    <a:pt x="907" y="0"/>
                  </a:lnTo>
                  <a:lnTo>
                    <a:pt x="907" y="74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91" name="Freeform 212"/>
            <p:cNvSpPr>
              <a:spLocks noChangeArrowheads="1"/>
            </p:cNvSpPr>
            <p:nvPr/>
          </p:nvSpPr>
          <p:spPr bwMode="auto">
            <a:xfrm>
              <a:off x="10223802" y="3129135"/>
              <a:ext cx="529555" cy="529203"/>
            </a:xfrm>
            <a:custGeom>
              <a:avLst/>
              <a:gdLst>
                <a:gd name="T0" fmla="*/ 536 w 537"/>
                <a:gd name="T1" fmla="*/ 265 h 537"/>
                <a:gd name="T2" fmla="*/ 536 w 537"/>
                <a:gd name="T3" fmla="*/ 265 h 537"/>
                <a:gd name="T4" fmla="*/ 265 w 537"/>
                <a:gd name="T5" fmla="*/ 536 h 537"/>
                <a:gd name="T6" fmla="*/ 0 w 537"/>
                <a:gd name="T7" fmla="*/ 265 h 537"/>
                <a:gd name="T8" fmla="*/ 265 w 537"/>
                <a:gd name="T9" fmla="*/ 0 h 537"/>
                <a:gd name="T10" fmla="*/ 536 w 537"/>
                <a:gd name="T11" fmla="*/ 265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7" h="537">
                  <a:moveTo>
                    <a:pt x="536" y="265"/>
                  </a:moveTo>
                  <a:lnTo>
                    <a:pt x="536" y="265"/>
                  </a:lnTo>
                  <a:cubicBezTo>
                    <a:pt x="536" y="418"/>
                    <a:pt x="413" y="536"/>
                    <a:pt x="265" y="536"/>
                  </a:cubicBezTo>
                  <a:cubicBezTo>
                    <a:pt x="118" y="536"/>
                    <a:pt x="0" y="418"/>
                    <a:pt x="0" y="265"/>
                  </a:cubicBezTo>
                  <a:cubicBezTo>
                    <a:pt x="0" y="118"/>
                    <a:pt x="118" y="0"/>
                    <a:pt x="265" y="0"/>
                  </a:cubicBezTo>
                  <a:cubicBezTo>
                    <a:pt x="413" y="0"/>
                    <a:pt x="536" y="118"/>
                    <a:pt x="536" y="26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59578" y="3006870"/>
            <a:ext cx="1154589" cy="1299132"/>
            <a:chOff x="12315980" y="6013728"/>
            <a:chExt cx="2309211" cy="2598300"/>
          </a:xfrm>
          <a:solidFill>
            <a:schemeClr val="accent2"/>
          </a:solidFill>
        </p:grpSpPr>
        <p:sp>
          <p:nvSpPr>
            <p:cNvPr id="173" name="Freeform 194"/>
            <p:cNvSpPr>
              <a:spLocks noChangeArrowheads="1"/>
            </p:cNvSpPr>
            <p:nvPr/>
          </p:nvSpPr>
          <p:spPr bwMode="auto">
            <a:xfrm>
              <a:off x="12315980" y="6013728"/>
              <a:ext cx="1757952" cy="1756780"/>
            </a:xfrm>
            <a:custGeom>
              <a:avLst/>
              <a:gdLst>
                <a:gd name="T0" fmla="*/ 0 w 1785"/>
                <a:gd name="T1" fmla="*/ 1131 h 1784"/>
                <a:gd name="T2" fmla="*/ 0 w 1785"/>
                <a:gd name="T3" fmla="*/ 1131 h 1784"/>
                <a:gd name="T4" fmla="*/ 0 w 1785"/>
                <a:gd name="T5" fmla="*/ 1783 h 1784"/>
                <a:gd name="T6" fmla="*/ 1784 w 1785"/>
                <a:gd name="T7" fmla="*/ 0 h 1784"/>
                <a:gd name="T8" fmla="*/ 1113 w 1785"/>
                <a:gd name="T9" fmla="*/ 0 h 1784"/>
                <a:gd name="T10" fmla="*/ 0 w 1785"/>
                <a:gd name="T11" fmla="*/ 1131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5" h="1784">
                  <a:moveTo>
                    <a:pt x="0" y="1131"/>
                  </a:moveTo>
                  <a:lnTo>
                    <a:pt x="0" y="1131"/>
                  </a:lnTo>
                  <a:cubicBezTo>
                    <a:pt x="0" y="1783"/>
                    <a:pt x="0" y="1783"/>
                    <a:pt x="0" y="1783"/>
                  </a:cubicBezTo>
                  <a:cubicBezTo>
                    <a:pt x="948" y="1713"/>
                    <a:pt x="1713" y="954"/>
                    <a:pt x="1784" y="0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42" y="583"/>
                    <a:pt x="583" y="1048"/>
                    <a:pt x="0" y="113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78" name="Freeform 199"/>
            <p:cNvSpPr>
              <a:spLocks noChangeArrowheads="1"/>
            </p:cNvSpPr>
            <p:nvPr/>
          </p:nvSpPr>
          <p:spPr bwMode="auto">
            <a:xfrm>
              <a:off x="13492289" y="7401801"/>
              <a:ext cx="859443" cy="971653"/>
            </a:xfrm>
            <a:custGeom>
              <a:avLst/>
              <a:gdLst>
                <a:gd name="T0" fmla="*/ 872 w 873"/>
                <a:gd name="T1" fmla="*/ 988 h 989"/>
                <a:gd name="T2" fmla="*/ 0 w 873"/>
                <a:gd name="T3" fmla="*/ 988 h 989"/>
                <a:gd name="T4" fmla="*/ 0 w 873"/>
                <a:gd name="T5" fmla="*/ 0 h 989"/>
                <a:gd name="T6" fmla="*/ 65 w 873"/>
                <a:gd name="T7" fmla="*/ 0 h 989"/>
                <a:gd name="T8" fmla="*/ 65 w 873"/>
                <a:gd name="T9" fmla="*/ 930 h 989"/>
                <a:gd name="T10" fmla="*/ 872 w 873"/>
                <a:gd name="T11" fmla="*/ 930 h 989"/>
                <a:gd name="T12" fmla="*/ 872 w 873"/>
                <a:gd name="T13" fmla="*/ 988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3" h="989">
                  <a:moveTo>
                    <a:pt x="872" y="988"/>
                  </a:moveTo>
                  <a:lnTo>
                    <a:pt x="0" y="988"/>
                  </a:lnTo>
                  <a:lnTo>
                    <a:pt x="0" y="0"/>
                  </a:lnTo>
                  <a:lnTo>
                    <a:pt x="65" y="0"/>
                  </a:lnTo>
                  <a:lnTo>
                    <a:pt x="65" y="930"/>
                  </a:lnTo>
                  <a:lnTo>
                    <a:pt x="872" y="930"/>
                  </a:lnTo>
                  <a:lnTo>
                    <a:pt x="872" y="98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92" name="Freeform 213"/>
            <p:cNvSpPr>
              <a:spLocks noChangeArrowheads="1"/>
            </p:cNvSpPr>
            <p:nvPr/>
          </p:nvSpPr>
          <p:spPr bwMode="auto">
            <a:xfrm>
              <a:off x="14095636" y="8078489"/>
              <a:ext cx="529555" cy="533539"/>
            </a:xfrm>
            <a:custGeom>
              <a:avLst/>
              <a:gdLst>
                <a:gd name="T0" fmla="*/ 0 w 536"/>
                <a:gd name="T1" fmla="*/ 271 h 543"/>
                <a:gd name="T2" fmla="*/ 0 w 536"/>
                <a:gd name="T3" fmla="*/ 271 h 543"/>
                <a:gd name="T4" fmla="*/ 265 w 536"/>
                <a:gd name="T5" fmla="*/ 542 h 543"/>
                <a:gd name="T6" fmla="*/ 535 w 536"/>
                <a:gd name="T7" fmla="*/ 271 h 543"/>
                <a:gd name="T8" fmla="*/ 265 w 536"/>
                <a:gd name="T9" fmla="*/ 0 h 543"/>
                <a:gd name="T10" fmla="*/ 0 w 536"/>
                <a:gd name="T11" fmla="*/ 27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" h="543">
                  <a:moveTo>
                    <a:pt x="0" y="271"/>
                  </a:moveTo>
                  <a:lnTo>
                    <a:pt x="0" y="271"/>
                  </a:lnTo>
                  <a:cubicBezTo>
                    <a:pt x="0" y="418"/>
                    <a:pt x="117" y="542"/>
                    <a:pt x="265" y="542"/>
                  </a:cubicBezTo>
                  <a:cubicBezTo>
                    <a:pt x="412" y="542"/>
                    <a:pt x="535" y="418"/>
                    <a:pt x="535" y="271"/>
                  </a:cubicBezTo>
                  <a:cubicBezTo>
                    <a:pt x="535" y="124"/>
                    <a:pt x="412" y="0"/>
                    <a:pt x="265" y="0"/>
                  </a:cubicBezTo>
                  <a:cubicBezTo>
                    <a:pt x="117" y="0"/>
                    <a:pt x="0" y="124"/>
                    <a:pt x="0" y="27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159577" y="1933297"/>
            <a:ext cx="1176291" cy="926093"/>
            <a:chOff x="12315980" y="3866549"/>
            <a:chExt cx="2352616" cy="1852213"/>
          </a:xfrm>
          <a:solidFill>
            <a:schemeClr val="accent1"/>
          </a:solidFill>
        </p:grpSpPr>
        <p:sp>
          <p:nvSpPr>
            <p:cNvPr id="174" name="Freeform 195"/>
            <p:cNvSpPr>
              <a:spLocks noChangeArrowheads="1"/>
            </p:cNvSpPr>
            <p:nvPr/>
          </p:nvSpPr>
          <p:spPr bwMode="auto">
            <a:xfrm>
              <a:off x="12315980" y="3961978"/>
              <a:ext cx="1757952" cy="1756784"/>
            </a:xfrm>
            <a:custGeom>
              <a:avLst/>
              <a:gdLst>
                <a:gd name="T0" fmla="*/ 1119 w 1785"/>
                <a:gd name="T1" fmla="*/ 1784 h 1785"/>
                <a:gd name="T2" fmla="*/ 1119 w 1785"/>
                <a:gd name="T3" fmla="*/ 1784 h 1785"/>
                <a:gd name="T4" fmla="*/ 1784 w 1785"/>
                <a:gd name="T5" fmla="*/ 1784 h 1785"/>
                <a:gd name="T6" fmla="*/ 0 w 1785"/>
                <a:gd name="T7" fmla="*/ 0 h 1785"/>
                <a:gd name="T8" fmla="*/ 0 w 1785"/>
                <a:gd name="T9" fmla="*/ 630 h 1785"/>
                <a:gd name="T10" fmla="*/ 1119 w 1785"/>
                <a:gd name="T11" fmla="*/ 1784 h 1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5" h="1785">
                  <a:moveTo>
                    <a:pt x="1119" y="1784"/>
                  </a:moveTo>
                  <a:lnTo>
                    <a:pt x="1119" y="1784"/>
                  </a:lnTo>
                  <a:cubicBezTo>
                    <a:pt x="1784" y="1784"/>
                    <a:pt x="1784" y="1784"/>
                    <a:pt x="1784" y="1784"/>
                  </a:cubicBezTo>
                  <a:cubicBezTo>
                    <a:pt x="1713" y="836"/>
                    <a:pt x="948" y="77"/>
                    <a:pt x="0" y="0"/>
                  </a:cubicBezTo>
                  <a:cubicBezTo>
                    <a:pt x="0" y="630"/>
                    <a:pt x="0" y="630"/>
                    <a:pt x="0" y="630"/>
                  </a:cubicBezTo>
                  <a:cubicBezTo>
                    <a:pt x="595" y="706"/>
                    <a:pt x="1060" y="1189"/>
                    <a:pt x="1119" y="17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75" name="Freeform 196"/>
            <p:cNvSpPr>
              <a:spLocks noChangeArrowheads="1"/>
            </p:cNvSpPr>
            <p:nvPr/>
          </p:nvSpPr>
          <p:spPr bwMode="auto">
            <a:xfrm>
              <a:off x="13948052" y="4322010"/>
              <a:ext cx="486150" cy="537879"/>
            </a:xfrm>
            <a:custGeom>
              <a:avLst/>
              <a:gdLst>
                <a:gd name="T0" fmla="*/ 494 w 495"/>
                <a:gd name="T1" fmla="*/ 548 h 549"/>
                <a:gd name="T2" fmla="*/ 0 w 495"/>
                <a:gd name="T3" fmla="*/ 548 h 549"/>
                <a:gd name="T4" fmla="*/ 0 w 495"/>
                <a:gd name="T5" fmla="*/ 489 h 549"/>
                <a:gd name="T6" fmla="*/ 429 w 495"/>
                <a:gd name="T7" fmla="*/ 489 h 549"/>
                <a:gd name="T8" fmla="*/ 429 w 495"/>
                <a:gd name="T9" fmla="*/ 0 h 549"/>
                <a:gd name="T10" fmla="*/ 494 w 495"/>
                <a:gd name="T11" fmla="*/ 0 h 549"/>
                <a:gd name="T12" fmla="*/ 494 w 495"/>
                <a:gd name="T13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5" h="549">
                  <a:moveTo>
                    <a:pt x="494" y="548"/>
                  </a:moveTo>
                  <a:lnTo>
                    <a:pt x="0" y="548"/>
                  </a:lnTo>
                  <a:lnTo>
                    <a:pt x="0" y="489"/>
                  </a:lnTo>
                  <a:lnTo>
                    <a:pt x="429" y="489"/>
                  </a:lnTo>
                  <a:lnTo>
                    <a:pt x="429" y="0"/>
                  </a:lnTo>
                  <a:lnTo>
                    <a:pt x="494" y="0"/>
                  </a:lnTo>
                  <a:lnTo>
                    <a:pt x="494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93" name="Freeform 214"/>
            <p:cNvSpPr>
              <a:spLocks noChangeArrowheads="1"/>
            </p:cNvSpPr>
            <p:nvPr/>
          </p:nvSpPr>
          <p:spPr bwMode="auto">
            <a:xfrm>
              <a:off x="14139041" y="3866549"/>
              <a:ext cx="529555" cy="529203"/>
            </a:xfrm>
            <a:custGeom>
              <a:avLst/>
              <a:gdLst>
                <a:gd name="T0" fmla="*/ 536 w 537"/>
                <a:gd name="T1" fmla="*/ 265 h 537"/>
                <a:gd name="T2" fmla="*/ 536 w 537"/>
                <a:gd name="T3" fmla="*/ 265 h 537"/>
                <a:gd name="T4" fmla="*/ 265 w 537"/>
                <a:gd name="T5" fmla="*/ 536 h 537"/>
                <a:gd name="T6" fmla="*/ 0 w 537"/>
                <a:gd name="T7" fmla="*/ 265 h 537"/>
                <a:gd name="T8" fmla="*/ 265 w 537"/>
                <a:gd name="T9" fmla="*/ 0 h 537"/>
                <a:gd name="T10" fmla="*/ 536 w 537"/>
                <a:gd name="T11" fmla="*/ 265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7" h="537">
                  <a:moveTo>
                    <a:pt x="536" y="265"/>
                  </a:moveTo>
                  <a:lnTo>
                    <a:pt x="536" y="265"/>
                  </a:lnTo>
                  <a:cubicBezTo>
                    <a:pt x="536" y="418"/>
                    <a:pt x="418" y="536"/>
                    <a:pt x="265" y="536"/>
                  </a:cubicBezTo>
                  <a:cubicBezTo>
                    <a:pt x="118" y="536"/>
                    <a:pt x="0" y="418"/>
                    <a:pt x="0" y="265"/>
                  </a:cubicBezTo>
                  <a:cubicBezTo>
                    <a:pt x="0" y="118"/>
                    <a:pt x="118" y="0"/>
                    <a:pt x="265" y="0"/>
                  </a:cubicBezTo>
                  <a:cubicBezTo>
                    <a:pt x="418" y="0"/>
                    <a:pt x="536" y="118"/>
                    <a:pt x="536" y="26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135205" y="3006870"/>
            <a:ext cx="878963" cy="1234067"/>
            <a:chOff x="10267206" y="6013728"/>
            <a:chExt cx="1757952" cy="2468168"/>
          </a:xfrm>
          <a:solidFill>
            <a:schemeClr val="accent3"/>
          </a:solidFill>
        </p:grpSpPr>
        <p:sp>
          <p:nvSpPr>
            <p:cNvPr id="171" name="Freeform 192"/>
            <p:cNvSpPr>
              <a:spLocks noChangeArrowheads="1"/>
            </p:cNvSpPr>
            <p:nvPr/>
          </p:nvSpPr>
          <p:spPr bwMode="auto">
            <a:xfrm>
              <a:off x="10267206" y="6013728"/>
              <a:ext cx="1757952" cy="1756780"/>
            </a:xfrm>
            <a:custGeom>
              <a:avLst/>
              <a:gdLst>
                <a:gd name="T0" fmla="*/ 606 w 1785"/>
                <a:gd name="T1" fmla="*/ 0 h 1784"/>
                <a:gd name="T2" fmla="*/ 606 w 1785"/>
                <a:gd name="T3" fmla="*/ 0 h 1784"/>
                <a:gd name="T4" fmla="*/ 0 w 1785"/>
                <a:gd name="T5" fmla="*/ 0 h 1784"/>
                <a:gd name="T6" fmla="*/ 1784 w 1785"/>
                <a:gd name="T7" fmla="*/ 1783 h 1784"/>
                <a:gd name="T8" fmla="*/ 1784 w 1785"/>
                <a:gd name="T9" fmla="*/ 1137 h 1784"/>
                <a:gd name="T10" fmla="*/ 606 w 1785"/>
                <a:gd name="T11" fmla="*/ 0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5" h="1784">
                  <a:moveTo>
                    <a:pt x="606" y="0"/>
                  </a:moveTo>
                  <a:lnTo>
                    <a:pt x="606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76" y="954"/>
                    <a:pt x="836" y="1713"/>
                    <a:pt x="1784" y="1783"/>
                  </a:cubicBezTo>
                  <a:cubicBezTo>
                    <a:pt x="1784" y="1137"/>
                    <a:pt x="1784" y="1137"/>
                    <a:pt x="1784" y="1137"/>
                  </a:cubicBezTo>
                  <a:cubicBezTo>
                    <a:pt x="1171" y="1084"/>
                    <a:pt x="683" y="607"/>
                    <a:pt x="60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77" name="Freeform 198"/>
            <p:cNvSpPr>
              <a:spLocks noChangeArrowheads="1"/>
            </p:cNvSpPr>
            <p:nvPr/>
          </p:nvSpPr>
          <p:spPr bwMode="auto">
            <a:xfrm>
              <a:off x="10636161" y="7783523"/>
              <a:ext cx="894168" cy="451125"/>
            </a:xfrm>
            <a:custGeom>
              <a:avLst/>
              <a:gdLst>
                <a:gd name="T0" fmla="*/ 907 w 908"/>
                <a:gd name="T1" fmla="*/ 459 h 460"/>
                <a:gd name="T2" fmla="*/ 0 w 908"/>
                <a:gd name="T3" fmla="*/ 459 h 460"/>
                <a:gd name="T4" fmla="*/ 0 w 908"/>
                <a:gd name="T5" fmla="*/ 394 h 460"/>
                <a:gd name="T6" fmla="*/ 842 w 908"/>
                <a:gd name="T7" fmla="*/ 394 h 460"/>
                <a:gd name="T8" fmla="*/ 842 w 908"/>
                <a:gd name="T9" fmla="*/ 0 h 460"/>
                <a:gd name="T10" fmla="*/ 907 w 908"/>
                <a:gd name="T11" fmla="*/ 0 h 460"/>
                <a:gd name="T12" fmla="*/ 907 w 908"/>
                <a:gd name="T13" fmla="*/ 459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8" h="460">
                  <a:moveTo>
                    <a:pt x="907" y="459"/>
                  </a:moveTo>
                  <a:lnTo>
                    <a:pt x="0" y="459"/>
                  </a:lnTo>
                  <a:lnTo>
                    <a:pt x="0" y="394"/>
                  </a:lnTo>
                  <a:lnTo>
                    <a:pt x="842" y="394"/>
                  </a:lnTo>
                  <a:lnTo>
                    <a:pt x="842" y="0"/>
                  </a:lnTo>
                  <a:lnTo>
                    <a:pt x="907" y="0"/>
                  </a:lnTo>
                  <a:lnTo>
                    <a:pt x="907" y="45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  <p:sp>
          <p:nvSpPr>
            <p:cNvPr id="194" name="Freeform 215"/>
            <p:cNvSpPr>
              <a:spLocks noChangeArrowheads="1"/>
            </p:cNvSpPr>
            <p:nvPr/>
          </p:nvSpPr>
          <p:spPr bwMode="auto">
            <a:xfrm>
              <a:off x="10340999" y="7948357"/>
              <a:ext cx="529555" cy="533539"/>
            </a:xfrm>
            <a:custGeom>
              <a:avLst/>
              <a:gdLst>
                <a:gd name="T0" fmla="*/ 536 w 537"/>
                <a:gd name="T1" fmla="*/ 271 h 542"/>
                <a:gd name="T2" fmla="*/ 536 w 537"/>
                <a:gd name="T3" fmla="*/ 271 h 542"/>
                <a:gd name="T4" fmla="*/ 271 w 537"/>
                <a:gd name="T5" fmla="*/ 541 h 542"/>
                <a:gd name="T6" fmla="*/ 0 w 537"/>
                <a:gd name="T7" fmla="*/ 271 h 542"/>
                <a:gd name="T8" fmla="*/ 271 w 537"/>
                <a:gd name="T9" fmla="*/ 0 h 542"/>
                <a:gd name="T10" fmla="*/ 536 w 537"/>
                <a:gd name="T11" fmla="*/ 271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7" h="542">
                  <a:moveTo>
                    <a:pt x="536" y="271"/>
                  </a:moveTo>
                  <a:lnTo>
                    <a:pt x="536" y="271"/>
                  </a:lnTo>
                  <a:cubicBezTo>
                    <a:pt x="536" y="418"/>
                    <a:pt x="418" y="541"/>
                    <a:pt x="271" y="541"/>
                  </a:cubicBezTo>
                  <a:cubicBezTo>
                    <a:pt x="118" y="541"/>
                    <a:pt x="0" y="418"/>
                    <a:pt x="0" y="271"/>
                  </a:cubicBezTo>
                  <a:cubicBezTo>
                    <a:pt x="0" y="123"/>
                    <a:pt x="118" y="0"/>
                    <a:pt x="271" y="0"/>
                  </a:cubicBezTo>
                  <a:cubicBezTo>
                    <a:pt x="418" y="0"/>
                    <a:pt x="536" y="123"/>
                    <a:pt x="536" y="27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60926" tIns="30463" rIns="60926" bIns="30463" anchor="ctr"/>
            <a:lstStyle/>
            <a:p>
              <a:pPr defTabSz="914217"/>
              <a:endParaRPr lang="en-US">
                <a:solidFill>
                  <a:srgbClr val="445469"/>
                </a:solidFill>
                <a:latin typeface="Montserrat Light "/>
              </a:endParaRPr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7359115" y="3979783"/>
            <a:ext cx="785752" cy="369314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defTabSz="914217"/>
            <a:r>
              <a:rPr lang="id-ID" b="1" dirty="0">
                <a:solidFill>
                  <a:srgbClr val="445469"/>
                </a:solidFill>
                <a:latin typeface="Montserrat Light "/>
                <a:cs typeface="Lato Regular"/>
              </a:rPr>
              <a:t>~30%</a:t>
            </a:r>
            <a:endParaRPr lang="id-ID" sz="2000" b="1" dirty="0">
              <a:solidFill>
                <a:srgbClr val="445469"/>
              </a:solidFill>
              <a:latin typeface="Montserrat Light "/>
              <a:cs typeface="Lato Regular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7357779" y="1857084"/>
            <a:ext cx="715220" cy="369314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defTabSz="914217"/>
            <a:r>
              <a:rPr lang="id-ID" b="1" dirty="0">
                <a:solidFill>
                  <a:srgbClr val="445469"/>
                </a:solidFill>
                <a:latin typeface="Montserrat Light "/>
                <a:cs typeface="Lato Regular"/>
              </a:rPr>
              <a:t>~15%</a:t>
            </a:r>
            <a:endParaRPr lang="id-ID" sz="2000" b="1" dirty="0">
              <a:solidFill>
                <a:srgbClr val="445469"/>
              </a:solidFill>
              <a:latin typeface="Montserrat Light "/>
              <a:cs typeface="Lato Regular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4339053" y="1517824"/>
            <a:ext cx="763310" cy="369314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r" defTabSz="914217"/>
            <a:r>
              <a:rPr lang="id-ID" b="1" dirty="0">
                <a:solidFill>
                  <a:srgbClr val="445469"/>
                </a:solidFill>
                <a:latin typeface="Montserrat Light "/>
                <a:cs typeface="Lato Regular"/>
              </a:rPr>
              <a:t>~25%</a:t>
            </a:r>
            <a:endParaRPr lang="id-ID" sz="2000" b="1" dirty="0">
              <a:solidFill>
                <a:srgbClr val="445469"/>
              </a:solidFill>
              <a:latin typeface="Montserrat Light "/>
              <a:cs typeface="Lato Regular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4388341" y="3925555"/>
            <a:ext cx="785752" cy="369314"/>
          </a:xfrm>
          <a:prstGeom prst="rect">
            <a:avLst/>
          </a:prstGeom>
          <a:noFill/>
        </p:spPr>
        <p:txBody>
          <a:bodyPr wrap="none" lIns="91420" tIns="45711" rIns="91420" bIns="45711" rtlCol="0">
            <a:spAutoFit/>
          </a:bodyPr>
          <a:lstStyle/>
          <a:p>
            <a:pPr algn="r" defTabSz="914217"/>
            <a:r>
              <a:rPr lang="id-ID" b="1" dirty="0">
                <a:solidFill>
                  <a:srgbClr val="445469"/>
                </a:solidFill>
                <a:latin typeface="Montserrat Light "/>
                <a:cs typeface="Lato Regular"/>
              </a:rPr>
              <a:t>~30%</a:t>
            </a:r>
            <a:endParaRPr lang="id-ID" sz="2000" b="1" dirty="0">
              <a:solidFill>
                <a:srgbClr val="445469"/>
              </a:solidFill>
              <a:latin typeface="Montserrat Light "/>
              <a:cs typeface="Lato Regular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16836-19FF-45D4-8D1D-29DF1507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84" y="57340"/>
            <a:ext cx="10514231" cy="1325410"/>
          </a:xfrm>
        </p:spPr>
        <p:txBody>
          <a:bodyPr>
            <a:normAutofit/>
          </a:bodyPr>
          <a:lstStyle/>
          <a:p>
            <a:r>
              <a:rPr lang="en-US" sz="3600" b="1" spc="-53" dirty="0">
                <a:solidFill>
                  <a:srgbClr val="364556"/>
                </a:solidFill>
                <a:latin typeface="Lato Heavy" charset="0"/>
                <a:ea typeface="+mn-ea"/>
                <a:cs typeface="+mn-cs"/>
              </a:rPr>
              <a:t>Key Contributors to AML Risk Detection</a:t>
            </a:r>
          </a:p>
        </p:txBody>
      </p:sp>
    </p:spTree>
    <p:extLst>
      <p:ext uri="{BB962C8B-B14F-4D97-AF65-F5344CB8AC3E}">
        <p14:creationId xmlns:p14="http://schemas.microsoft.com/office/powerpoint/2010/main" val="3084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xmlns:p14="http://schemas.microsoft.com/office/powerpoint/2010/main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3400165" y="112049"/>
            <a:ext cx="5391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3600" b="1" spc="-53" dirty="0">
                <a:solidFill>
                  <a:srgbClr val="364556"/>
                </a:solidFill>
                <a:latin typeface="Lato Heavy" charset="0"/>
              </a:rPr>
              <a:t>Key Insights &amp; Learnings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2390997" y="716296"/>
            <a:ext cx="7347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100" dirty="0">
                <a:solidFill>
                  <a:srgbClr val="99999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What the analysis reveals about real-world AML risk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432ED0-34AE-6244-B442-DE6C2C23DBF2}"/>
              </a:ext>
            </a:extLst>
          </p:cNvPr>
          <p:cNvSpPr/>
          <p:nvPr/>
        </p:nvSpPr>
        <p:spPr>
          <a:xfrm>
            <a:off x="8146727" y="3295044"/>
            <a:ext cx="1534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b="1" dirty="0">
                <a:solidFill>
                  <a:srgbClr val="363E48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Planning</a:t>
            </a:r>
            <a:endParaRPr lang="en-US" sz="270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827AC7-7BB5-BF44-9317-AD2D067D80F3}"/>
              </a:ext>
            </a:extLst>
          </p:cNvPr>
          <p:cNvSpPr/>
          <p:nvPr/>
        </p:nvSpPr>
        <p:spPr>
          <a:xfrm>
            <a:off x="7808415" y="5229875"/>
            <a:ext cx="1534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b="1" dirty="0">
                <a:solidFill>
                  <a:srgbClr val="363E48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Execution</a:t>
            </a:r>
            <a:endParaRPr lang="en-US" sz="270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A9C7DE-3E3E-D345-AF1B-1F00028690D7}"/>
              </a:ext>
            </a:extLst>
          </p:cNvPr>
          <p:cNvSpPr/>
          <p:nvPr/>
        </p:nvSpPr>
        <p:spPr>
          <a:xfrm>
            <a:off x="2795580" y="5459512"/>
            <a:ext cx="1534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17"/>
            <a:r>
              <a:rPr lang="en-US" b="1" dirty="0">
                <a:solidFill>
                  <a:srgbClr val="363E48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Control</a:t>
            </a:r>
            <a:endParaRPr lang="en-US" sz="270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0044B3-ED4A-184C-A88E-5C31591010B2}"/>
              </a:ext>
            </a:extLst>
          </p:cNvPr>
          <p:cNvSpPr/>
          <p:nvPr/>
        </p:nvSpPr>
        <p:spPr>
          <a:xfrm>
            <a:off x="5262465" y="1162844"/>
            <a:ext cx="1436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363E48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Initiation</a:t>
            </a:r>
            <a:endParaRPr lang="en-US" sz="270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44FDC4-694E-EC47-9045-38151D08F904}"/>
              </a:ext>
            </a:extLst>
          </p:cNvPr>
          <p:cNvSpPr/>
          <p:nvPr/>
        </p:nvSpPr>
        <p:spPr>
          <a:xfrm>
            <a:off x="2460667" y="3289710"/>
            <a:ext cx="1534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17"/>
            <a:r>
              <a:rPr lang="en-US" b="1" dirty="0">
                <a:solidFill>
                  <a:srgbClr val="363E48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Closure</a:t>
            </a:r>
            <a:endParaRPr lang="en-US" sz="270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D78D71-BCED-E74B-A8C4-8513A36D45D9}"/>
              </a:ext>
            </a:extLst>
          </p:cNvPr>
          <p:cNvGrpSpPr/>
          <p:nvPr/>
        </p:nvGrpSpPr>
        <p:grpSpPr>
          <a:xfrm>
            <a:off x="3867097" y="2410323"/>
            <a:ext cx="4313291" cy="4223899"/>
            <a:chOff x="8384297" y="6044342"/>
            <a:chExt cx="7320024" cy="7168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E713DB9-8A14-0B4D-B555-C4B2C618E450}"/>
                </a:ext>
              </a:extLst>
            </p:cNvPr>
            <p:cNvGrpSpPr/>
            <p:nvPr/>
          </p:nvGrpSpPr>
          <p:grpSpPr>
            <a:xfrm rot="2151179">
              <a:off x="8384297" y="6044342"/>
              <a:ext cx="7320024" cy="7168318"/>
              <a:chOff x="7796698" y="4924929"/>
              <a:chExt cx="8495224" cy="8319163"/>
            </a:xfrm>
          </p:grpSpPr>
          <p:sp>
            <p:nvSpPr>
              <p:cNvPr id="36" name="Фигура">
                <a:extLst>
                  <a:ext uri="{FF2B5EF4-FFF2-40B4-BE49-F238E27FC236}">
                    <a16:creationId xmlns:a16="http://schemas.microsoft.com/office/drawing/2014/main" id="{22786C6F-A85A-7C47-ACFE-84779819F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5830" y="5026032"/>
                <a:ext cx="7245651" cy="6921121"/>
              </a:xfrm>
              <a:custGeom>
                <a:avLst/>
                <a:gdLst>
                  <a:gd name="T0" fmla="*/ 1535419163 w 21573"/>
                  <a:gd name="T1" fmla="*/ 1399489203 h 21595"/>
                  <a:gd name="T2" fmla="*/ 1535419163 w 21573"/>
                  <a:gd name="T3" fmla="*/ 1399489203 h 21595"/>
                  <a:gd name="T4" fmla="*/ 1535419163 w 21573"/>
                  <a:gd name="T5" fmla="*/ 1399489203 h 21595"/>
                  <a:gd name="T6" fmla="*/ 1535419163 w 21573"/>
                  <a:gd name="T7" fmla="*/ 1399489203 h 21595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73" h="21595" extrusionOk="0">
                    <a:moveTo>
                      <a:pt x="10306" y="154"/>
                    </a:moveTo>
                    <a:lnTo>
                      <a:pt x="354" y="7732"/>
                    </a:lnTo>
                    <a:cubicBezTo>
                      <a:pt x="216" y="7840"/>
                      <a:pt x="112" y="7988"/>
                      <a:pt x="53" y="8157"/>
                    </a:cubicBezTo>
                    <a:cubicBezTo>
                      <a:pt x="-10" y="8339"/>
                      <a:pt x="-17" y="8538"/>
                      <a:pt x="33" y="8725"/>
                    </a:cubicBezTo>
                    <a:lnTo>
                      <a:pt x="3873" y="21077"/>
                    </a:lnTo>
                    <a:cubicBezTo>
                      <a:pt x="3939" y="21223"/>
                      <a:pt x="4042" y="21348"/>
                      <a:pt x="4170" y="21438"/>
                    </a:cubicBezTo>
                    <a:cubicBezTo>
                      <a:pt x="4306" y="21533"/>
                      <a:pt x="4465" y="21586"/>
                      <a:pt x="4629" y="21589"/>
                    </a:cubicBezTo>
                    <a:lnTo>
                      <a:pt x="16913" y="21594"/>
                    </a:lnTo>
                    <a:cubicBezTo>
                      <a:pt x="17097" y="21596"/>
                      <a:pt x="17277" y="21537"/>
                      <a:pt x="17426" y="21424"/>
                    </a:cubicBezTo>
                    <a:cubicBezTo>
                      <a:pt x="17567" y="21319"/>
                      <a:pt x="17674" y="21172"/>
                      <a:pt x="17734" y="21003"/>
                    </a:cubicBezTo>
                    <a:lnTo>
                      <a:pt x="21542" y="8714"/>
                    </a:lnTo>
                    <a:cubicBezTo>
                      <a:pt x="21583" y="8556"/>
                      <a:pt x="21583" y="8390"/>
                      <a:pt x="21543" y="8232"/>
                    </a:cubicBezTo>
                    <a:cubicBezTo>
                      <a:pt x="21497" y="8051"/>
                      <a:pt x="21401" y="7889"/>
                      <a:pt x="21268" y="7766"/>
                    </a:cubicBezTo>
                    <a:lnTo>
                      <a:pt x="11238" y="133"/>
                    </a:lnTo>
                    <a:cubicBezTo>
                      <a:pt x="11098" y="42"/>
                      <a:pt x="10935" y="-4"/>
                      <a:pt x="10770" y="0"/>
                    </a:cubicBezTo>
                    <a:cubicBezTo>
                      <a:pt x="10604" y="3"/>
                      <a:pt x="10443" y="57"/>
                      <a:pt x="10306" y="154"/>
                    </a:cubicBezTo>
                    <a:close/>
                  </a:path>
                </a:pathLst>
              </a:custGeom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lIns="19050" tIns="19050" rIns="19050" bIns="19050" anchor="ctr"/>
              <a:lstStyle/>
              <a:p>
                <a:pPr defTabSz="914217"/>
                <a:endParaRPr lang="en-US">
                  <a:solidFill>
                    <a:srgbClr val="999999"/>
                  </a:solidFill>
                  <a:latin typeface="Calibri" panose="020F0502020204030204"/>
                </a:endParaRPr>
              </a:p>
            </p:txBody>
          </p:sp>
          <p:sp>
            <p:nvSpPr>
              <p:cNvPr id="37" name="Фигура">
                <a:extLst>
                  <a:ext uri="{FF2B5EF4-FFF2-40B4-BE49-F238E27FC236}">
                    <a16:creationId xmlns:a16="http://schemas.microsoft.com/office/drawing/2014/main" id="{02706C1E-AD92-FE4D-9875-9A96E60C672F}"/>
                  </a:ext>
                </a:extLst>
              </p:cNvPr>
              <p:cNvSpPr/>
              <p:nvPr/>
            </p:nvSpPr>
            <p:spPr bwMode="auto">
              <a:xfrm>
                <a:off x="8630504" y="5081291"/>
                <a:ext cx="3058224" cy="33027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19" extrusionOk="0">
                    <a:moveTo>
                      <a:pt x="201" y="12267"/>
                    </a:moveTo>
                    <a:lnTo>
                      <a:pt x="18333" y="115"/>
                    </a:lnTo>
                    <a:cubicBezTo>
                      <a:pt x="18525" y="-16"/>
                      <a:pt x="18778" y="-37"/>
                      <a:pt x="18992" y="59"/>
                    </a:cubicBezTo>
                    <a:cubicBezTo>
                      <a:pt x="19205" y="156"/>
                      <a:pt x="19342" y="353"/>
                      <a:pt x="19349" y="572"/>
                    </a:cubicBezTo>
                    <a:lnTo>
                      <a:pt x="21542" y="20670"/>
                    </a:lnTo>
                    <a:cubicBezTo>
                      <a:pt x="21565" y="20943"/>
                      <a:pt x="21433" y="21208"/>
                      <a:pt x="21193" y="21368"/>
                    </a:cubicBezTo>
                    <a:cubicBezTo>
                      <a:pt x="20954" y="21529"/>
                      <a:pt x="20642" y="21563"/>
                      <a:pt x="20368" y="21459"/>
                    </a:cubicBezTo>
                    <a:lnTo>
                      <a:pt x="317" y="13135"/>
                    </a:lnTo>
                    <a:cubicBezTo>
                      <a:pt x="166" y="13068"/>
                      <a:pt x="55" y="12942"/>
                      <a:pt x="15" y="12791"/>
                    </a:cubicBezTo>
                    <a:cubicBezTo>
                      <a:pt x="-35" y="12598"/>
                      <a:pt x="37" y="12395"/>
                      <a:pt x="201" y="12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lIns="19050" tIns="19050" rIns="19050" bIns="19050" anchor="ctr"/>
              <a:lstStyle/>
              <a:p>
                <a:pPr defTabSz="914217">
                  <a:defRPr>
                    <a:solidFill>
                      <a:srgbClr val="FEFCFF"/>
                    </a:solidFill>
                  </a:defRPr>
                </a:pPr>
                <a:endParaRPr kern="0">
                  <a:solidFill>
                    <a:srgbClr val="FEF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Фигура">
                <a:extLst>
                  <a:ext uri="{FF2B5EF4-FFF2-40B4-BE49-F238E27FC236}">
                    <a16:creationId xmlns:a16="http://schemas.microsoft.com/office/drawing/2014/main" id="{0F593DAA-5059-3347-A19A-4E770FEC6152}"/>
                  </a:ext>
                </a:extLst>
              </p:cNvPr>
              <p:cNvSpPr>
                <a:spLocks/>
              </p:cNvSpPr>
              <p:nvPr/>
            </p:nvSpPr>
            <p:spPr bwMode="auto">
              <a:xfrm rot="4319130">
                <a:off x="11925558" y="4802764"/>
                <a:ext cx="3058250" cy="3302579"/>
              </a:xfrm>
              <a:custGeom>
                <a:avLst/>
                <a:gdLst>
                  <a:gd name="T0" fmla="*/ 273885730 w 21545"/>
                  <a:gd name="T1" fmla="*/ 319791604 h 21519"/>
                  <a:gd name="T2" fmla="*/ 273885730 w 21545"/>
                  <a:gd name="T3" fmla="*/ 319791604 h 21519"/>
                  <a:gd name="T4" fmla="*/ 273885730 w 21545"/>
                  <a:gd name="T5" fmla="*/ 319791604 h 21519"/>
                  <a:gd name="T6" fmla="*/ 273885730 w 21545"/>
                  <a:gd name="T7" fmla="*/ 319791604 h 2151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5" h="21519" extrusionOk="0">
                    <a:moveTo>
                      <a:pt x="201" y="12267"/>
                    </a:moveTo>
                    <a:lnTo>
                      <a:pt x="18333" y="115"/>
                    </a:lnTo>
                    <a:cubicBezTo>
                      <a:pt x="18525" y="-16"/>
                      <a:pt x="18778" y="-37"/>
                      <a:pt x="18992" y="59"/>
                    </a:cubicBezTo>
                    <a:cubicBezTo>
                      <a:pt x="19205" y="156"/>
                      <a:pt x="19342" y="353"/>
                      <a:pt x="19349" y="572"/>
                    </a:cubicBezTo>
                    <a:lnTo>
                      <a:pt x="21542" y="20670"/>
                    </a:lnTo>
                    <a:cubicBezTo>
                      <a:pt x="21565" y="20943"/>
                      <a:pt x="21433" y="21208"/>
                      <a:pt x="21193" y="21368"/>
                    </a:cubicBezTo>
                    <a:cubicBezTo>
                      <a:pt x="20954" y="21529"/>
                      <a:pt x="20642" y="21563"/>
                      <a:pt x="20368" y="21459"/>
                    </a:cubicBezTo>
                    <a:lnTo>
                      <a:pt x="317" y="13135"/>
                    </a:lnTo>
                    <a:cubicBezTo>
                      <a:pt x="166" y="13068"/>
                      <a:pt x="55" y="12942"/>
                      <a:pt x="15" y="12791"/>
                    </a:cubicBezTo>
                    <a:cubicBezTo>
                      <a:pt x="-35" y="12598"/>
                      <a:pt x="37" y="12395"/>
                      <a:pt x="201" y="122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/>
              <a:p>
                <a:pPr defTabSz="914217"/>
                <a:endParaRPr lang="en-US">
                  <a:solidFill>
                    <a:srgbClr val="999999"/>
                  </a:solidFill>
                  <a:latin typeface="Calibri" panose="020F0502020204030204"/>
                </a:endParaRPr>
              </a:p>
            </p:txBody>
          </p:sp>
          <p:sp>
            <p:nvSpPr>
              <p:cNvPr id="39" name="Фигура">
                <a:extLst>
                  <a:ext uri="{FF2B5EF4-FFF2-40B4-BE49-F238E27FC236}">
                    <a16:creationId xmlns:a16="http://schemas.microsoft.com/office/drawing/2014/main" id="{DD73D928-B1EB-E046-A046-E3DB01AFCC36}"/>
                  </a:ext>
                </a:extLst>
              </p:cNvPr>
              <p:cNvSpPr/>
              <p:nvPr/>
            </p:nvSpPr>
            <p:spPr bwMode="auto">
              <a:xfrm rot="12953457">
                <a:off x="10739039" y="9941380"/>
                <a:ext cx="3058224" cy="33027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19" extrusionOk="0">
                    <a:moveTo>
                      <a:pt x="201" y="12267"/>
                    </a:moveTo>
                    <a:lnTo>
                      <a:pt x="18333" y="115"/>
                    </a:lnTo>
                    <a:cubicBezTo>
                      <a:pt x="18525" y="-16"/>
                      <a:pt x="18778" y="-37"/>
                      <a:pt x="18992" y="59"/>
                    </a:cubicBezTo>
                    <a:cubicBezTo>
                      <a:pt x="19205" y="156"/>
                      <a:pt x="19342" y="353"/>
                      <a:pt x="19349" y="572"/>
                    </a:cubicBezTo>
                    <a:lnTo>
                      <a:pt x="21542" y="20670"/>
                    </a:lnTo>
                    <a:cubicBezTo>
                      <a:pt x="21565" y="20943"/>
                      <a:pt x="21433" y="21208"/>
                      <a:pt x="21193" y="21368"/>
                    </a:cubicBezTo>
                    <a:cubicBezTo>
                      <a:pt x="20954" y="21529"/>
                      <a:pt x="20642" y="21563"/>
                      <a:pt x="20368" y="21459"/>
                    </a:cubicBezTo>
                    <a:lnTo>
                      <a:pt x="317" y="13135"/>
                    </a:lnTo>
                    <a:cubicBezTo>
                      <a:pt x="166" y="13068"/>
                      <a:pt x="55" y="12942"/>
                      <a:pt x="15" y="12791"/>
                    </a:cubicBezTo>
                    <a:cubicBezTo>
                      <a:pt x="-35" y="12598"/>
                      <a:pt x="37" y="12395"/>
                      <a:pt x="201" y="1226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lIns="19050" tIns="19050" rIns="19050" bIns="19050" anchor="ctr"/>
              <a:lstStyle/>
              <a:p>
                <a:pPr defTabSz="914217">
                  <a:defRPr>
                    <a:solidFill>
                      <a:srgbClr val="FEFCFF"/>
                    </a:solidFill>
                  </a:defRPr>
                </a:pPr>
                <a:endParaRPr kern="0">
                  <a:solidFill>
                    <a:srgbClr val="FEF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Фигура">
                <a:extLst>
                  <a:ext uri="{FF2B5EF4-FFF2-40B4-BE49-F238E27FC236}">
                    <a16:creationId xmlns:a16="http://schemas.microsoft.com/office/drawing/2014/main" id="{98932DF1-9561-6447-9260-9C2D6B2067EF}"/>
                  </a:ext>
                </a:extLst>
              </p:cNvPr>
              <p:cNvSpPr>
                <a:spLocks/>
              </p:cNvSpPr>
              <p:nvPr/>
            </p:nvSpPr>
            <p:spPr bwMode="auto">
              <a:xfrm rot="8633889">
                <a:off x="13233717" y="7777075"/>
                <a:ext cx="3058205" cy="3302627"/>
              </a:xfrm>
              <a:custGeom>
                <a:avLst/>
                <a:gdLst>
                  <a:gd name="T0" fmla="*/ 273885730 w 21545"/>
                  <a:gd name="T1" fmla="*/ 319791604 h 21519"/>
                  <a:gd name="T2" fmla="*/ 273885730 w 21545"/>
                  <a:gd name="T3" fmla="*/ 319791604 h 21519"/>
                  <a:gd name="T4" fmla="*/ 273885730 w 21545"/>
                  <a:gd name="T5" fmla="*/ 319791604 h 21519"/>
                  <a:gd name="T6" fmla="*/ 273885730 w 21545"/>
                  <a:gd name="T7" fmla="*/ 319791604 h 2151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5" h="21519" extrusionOk="0">
                    <a:moveTo>
                      <a:pt x="201" y="12267"/>
                    </a:moveTo>
                    <a:lnTo>
                      <a:pt x="18333" y="115"/>
                    </a:lnTo>
                    <a:cubicBezTo>
                      <a:pt x="18525" y="-16"/>
                      <a:pt x="18778" y="-37"/>
                      <a:pt x="18992" y="59"/>
                    </a:cubicBezTo>
                    <a:cubicBezTo>
                      <a:pt x="19205" y="156"/>
                      <a:pt x="19342" y="353"/>
                      <a:pt x="19349" y="572"/>
                    </a:cubicBezTo>
                    <a:lnTo>
                      <a:pt x="21542" y="20670"/>
                    </a:lnTo>
                    <a:cubicBezTo>
                      <a:pt x="21565" y="20943"/>
                      <a:pt x="21433" y="21208"/>
                      <a:pt x="21193" y="21368"/>
                    </a:cubicBezTo>
                    <a:cubicBezTo>
                      <a:pt x="20954" y="21529"/>
                      <a:pt x="20642" y="21563"/>
                      <a:pt x="20368" y="21459"/>
                    </a:cubicBezTo>
                    <a:lnTo>
                      <a:pt x="317" y="13135"/>
                    </a:lnTo>
                    <a:cubicBezTo>
                      <a:pt x="166" y="13068"/>
                      <a:pt x="55" y="12942"/>
                      <a:pt x="15" y="12791"/>
                    </a:cubicBezTo>
                    <a:cubicBezTo>
                      <a:pt x="-35" y="12598"/>
                      <a:pt x="37" y="12395"/>
                      <a:pt x="201" y="1226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/>
              <a:p>
                <a:pPr defTabSz="914217"/>
                <a:endParaRPr lang="en-US">
                  <a:solidFill>
                    <a:srgbClr val="999999"/>
                  </a:solidFill>
                  <a:latin typeface="Calibri" panose="020F0502020204030204"/>
                </a:endParaRPr>
              </a:p>
            </p:txBody>
          </p:sp>
          <p:sp>
            <p:nvSpPr>
              <p:cNvPr id="41" name="Фигура">
                <a:extLst>
                  <a:ext uri="{FF2B5EF4-FFF2-40B4-BE49-F238E27FC236}">
                    <a16:creationId xmlns:a16="http://schemas.microsoft.com/office/drawing/2014/main" id="{0BC8B4FD-5D68-AE4C-857D-E3D708B77B50}"/>
                  </a:ext>
                </a:extLst>
              </p:cNvPr>
              <p:cNvSpPr/>
              <p:nvPr/>
            </p:nvSpPr>
            <p:spPr bwMode="auto">
              <a:xfrm rot="17273240">
                <a:off x="7918943" y="8246214"/>
                <a:ext cx="3058224" cy="33027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19" extrusionOk="0">
                    <a:moveTo>
                      <a:pt x="201" y="12267"/>
                    </a:moveTo>
                    <a:lnTo>
                      <a:pt x="18333" y="115"/>
                    </a:lnTo>
                    <a:cubicBezTo>
                      <a:pt x="18525" y="-16"/>
                      <a:pt x="18778" y="-37"/>
                      <a:pt x="18992" y="59"/>
                    </a:cubicBezTo>
                    <a:cubicBezTo>
                      <a:pt x="19205" y="156"/>
                      <a:pt x="19342" y="353"/>
                      <a:pt x="19349" y="572"/>
                    </a:cubicBezTo>
                    <a:lnTo>
                      <a:pt x="21542" y="20670"/>
                    </a:lnTo>
                    <a:cubicBezTo>
                      <a:pt x="21565" y="20943"/>
                      <a:pt x="21433" y="21208"/>
                      <a:pt x="21193" y="21368"/>
                    </a:cubicBezTo>
                    <a:cubicBezTo>
                      <a:pt x="20954" y="21529"/>
                      <a:pt x="20642" y="21563"/>
                      <a:pt x="20368" y="21459"/>
                    </a:cubicBezTo>
                    <a:lnTo>
                      <a:pt x="317" y="13135"/>
                    </a:lnTo>
                    <a:cubicBezTo>
                      <a:pt x="166" y="13068"/>
                      <a:pt x="55" y="12942"/>
                      <a:pt x="15" y="12791"/>
                    </a:cubicBezTo>
                    <a:cubicBezTo>
                      <a:pt x="-35" y="12598"/>
                      <a:pt x="37" y="12395"/>
                      <a:pt x="201" y="1226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lIns="19050" tIns="19050" rIns="19050" bIns="19050" anchor="ctr"/>
              <a:lstStyle/>
              <a:p>
                <a:pPr defTabSz="914217">
                  <a:defRPr>
                    <a:solidFill>
                      <a:srgbClr val="FEFCFF"/>
                    </a:solidFill>
                  </a:defRPr>
                </a:pPr>
                <a:endParaRPr kern="0">
                  <a:solidFill>
                    <a:srgbClr val="FEF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Кружок">
                <a:extLst>
                  <a:ext uri="{FF2B5EF4-FFF2-40B4-BE49-F238E27FC236}">
                    <a16:creationId xmlns:a16="http://schemas.microsoft.com/office/drawing/2014/main" id="{DA97C779-280A-C448-8F27-44CA8C5D2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1245" y="6216929"/>
                <a:ext cx="1305526" cy="130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9pPr>
              </a:lstStyle>
              <a:p>
                <a:pPr defTabSz="914217"/>
                <a:endParaRPr lang="ru-RU" altLang="ru-RU" sz="1000"/>
              </a:p>
            </p:txBody>
          </p:sp>
          <p:sp>
            <p:nvSpPr>
              <p:cNvPr id="20" name="Кружок">
                <a:extLst>
                  <a:ext uri="{FF2B5EF4-FFF2-40B4-BE49-F238E27FC236}">
                    <a16:creationId xmlns:a16="http://schemas.microsoft.com/office/drawing/2014/main" id="{0BC98566-697B-7541-93A7-8BA7787F2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9369" y="6216929"/>
                <a:ext cx="1305526" cy="130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9pPr>
              </a:lstStyle>
              <a:p>
                <a:pPr defTabSz="914217"/>
                <a:endParaRPr lang="ru-RU" altLang="ru-RU" sz="1000"/>
              </a:p>
            </p:txBody>
          </p:sp>
          <p:sp>
            <p:nvSpPr>
              <p:cNvPr id="17" name="Кружок">
                <a:extLst>
                  <a:ext uri="{FF2B5EF4-FFF2-40B4-BE49-F238E27FC236}">
                    <a16:creationId xmlns:a16="http://schemas.microsoft.com/office/drawing/2014/main" id="{0A5D54B5-2A32-454C-AA7D-A430DF68D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9719" y="8911841"/>
                <a:ext cx="1305526" cy="130554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9pPr>
              </a:lstStyle>
              <a:p>
                <a:pPr defTabSz="914217"/>
                <a:endParaRPr lang="ru-RU" altLang="ru-RU" sz="1000"/>
              </a:p>
            </p:txBody>
          </p:sp>
          <p:sp>
            <p:nvSpPr>
              <p:cNvPr id="14" name="Кружок">
                <a:extLst>
                  <a:ext uri="{FF2B5EF4-FFF2-40B4-BE49-F238E27FC236}">
                    <a16:creationId xmlns:a16="http://schemas.microsoft.com/office/drawing/2014/main" id="{F7286EF3-CDAB-F645-85D0-442489B09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5762" y="10628824"/>
                <a:ext cx="1305526" cy="130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9pPr>
              </a:lstStyle>
              <a:p>
                <a:pPr defTabSz="914217"/>
                <a:endParaRPr lang="ru-RU" altLang="ru-RU" sz="1000"/>
              </a:p>
            </p:txBody>
          </p:sp>
          <p:sp>
            <p:nvSpPr>
              <p:cNvPr id="11" name="Кружок">
                <a:extLst>
                  <a:ext uri="{FF2B5EF4-FFF2-40B4-BE49-F238E27FC236}">
                    <a16:creationId xmlns:a16="http://schemas.microsoft.com/office/drawing/2014/main" id="{119E7602-4C2A-2247-AF7E-895C61B8A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12292" y="8911841"/>
                <a:ext cx="1305527" cy="130554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/>
              <a:lstStyle>
                <a:lvl1pPr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252D30"/>
                    </a:solidFill>
                    <a:latin typeface="Arial" panose="020B0604020202020204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 panose="020B0604020202020204" pitchFamily="34" charset="0"/>
                  </a:defRPr>
                </a:lvl9pPr>
              </a:lstStyle>
              <a:p>
                <a:pPr defTabSz="914217"/>
                <a:endParaRPr lang="ru-RU" altLang="ru-RU" sz="1000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87EBCC7-32CD-C746-863F-AA4526167A16}"/>
                </a:ext>
              </a:extLst>
            </p:cNvPr>
            <p:cNvSpPr/>
            <p:nvPr/>
          </p:nvSpPr>
          <p:spPr>
            <a:xfrm>
              <a:off x="11256718" y="6987311"/>
              <a:ext cx="1715119" cy="783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2400" b="1" dirty="0">
                  <a:solidFill>
                    <a:srgbClr val="2BC5E0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0CF9C9-0D8E-BB48-820F-E2EC76B8F622}"/>
                </a:ext>
              </a:extLst>
            </p:cNvPr>
            <p:cNvSpPr/>
            <p:nvPr/>
          </p:nvSpPr>
          <p:spPr>
            <a:xfrm>
              <a:off x="13309037" y="8430030"/>
              <a:ext cx="1715119" cy="783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2400" b="1" dirty="0">
                  <a:solidFill>
                    <a:srgbClr val="2299C0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2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B4BFE5-1566-5845-AE91-73EB9C9D072C}"/>
                </a:ext>
              </a:extLst>
            </p:cNvPr>
            <p:cNvSpPr/>
            <p:nvPr/>
          </p:nvSpPr>
          <p:spPr>
            <a:xfrm>
              <a:off x="9305998" y="8430030"/>
              <a:ext cx="1715119" cy="783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2400" b="1" dirty="0">
                  <a:solidFill>
                    <a:srgbClr val="0C5198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D08A049-6A7F-9846-9598-95DDDB666D9F}"/>
                </a:ext>
              </a:extLst>
            </p:cNvPr>
            <p:cNvSpPr/>
            <p:nvPr/>
          </p:nvSpPr>
          <p:spPr>
            <a:xfrm>
              <a:off x="10057837" y="10807471"/>
              <a:ext cx="1715119" cy="783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2400" b="1" dirty="0">
                  <a:solidFill>
                    <a:srgbClr val="0F6195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4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38FD68C-D8FA-AB4A-8CE8-213D7D27C0E9}"/>
                </a:ext>
              </a:extLst>
            </p:cNvPr>
            <p:cNvSpPr/>
            <p:nvPr/>
          </p:nvSpPr>
          <p:spPr>
            <a:xfrm>
              <a:off x="12557198" y="10807471"/>
              <a:ext cx="1715119" cy="783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sz="2400" b="1" dirty="0">
                  <a:solidFill>
                    <a:srgbClr val="228BB9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3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1687727-2CE7-8875-A5B4-2C3A20C5BFF3}"/>
              </a:ext>
            </a:extLst>
          </p:cNvPr>
          <p:cNvSpPr/>
          <p:nvPr/>
        </p:nvSpPr>
        <p:spPr>
          <a:xfrm>
            <a:off x="4353180" y="1575616"/>
            <a:ext cx="348563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sz="1050" b="1" dirty="0"/>
              <a:t>Why Traditional Indicators Fall Short</a:t>
            </a:r>
            <a:br>
              <a:rPr lang="en-US" sz="1050" dirty="0"/>
            </a:br>
            <a:r>
              <a:rPr lang="en-US" sz="1050" dirty="0"/>
              <a:t>Money laundering transactions are designed to appear normal, with over </a:t>
            </a:r>
            <a:r>
              <a:rPr lang="en-US" sz="1050" b="1" dirty="0"/>
              <a:t>70% falling within typical transaction ranges</a:t>
            </a:r>
            <a:r>
              <a:rPr lang="en-US" sz="1050" dirty="0"/>
              <a:t>, making transaction size alone an unreliable indicator.</a:t>
            </a:r>
          </a:p>
          <a:p>
            <a:pPr algn="ctr" defTabSz="914217"/>
            <a:endParaRPr lang="en-US" sz="105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25FA4-1173-C527-6866-BBE9124390D0}"/>
              </a:ext>
            </a:extLst>
          </p:cNvPr>
          <p:cNvSpPr/>
          <p:nvPr/>
        </p:nvSpPr>
        <p:spPr>
          <a:xfrm>
            <a:off x="8146727" y="3627409"/>
            <a:ext cx="351902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050" b="1" dirty="0"/>
              <a:t>Shift to </a:t>
            </a:r>
            <a:r>
              <a:rPr lang="en-US" sz="1050" b="1" dirty="0" err="1"/>
              <a:t>Behavioural</a:t>
            </a:r>
            <a:r>
              <a:rPr lang="en-US" sz="1050" b="1" dirty="0"/>
              <a:t> Analysis</a:t>
            </a:r>
            <a:br>
              <a:rPr lang="en-US" sz="1050" dirty="0"/>
            </a:br>
            <a:r>
              <a:rPr lang="en-US" sz="1050" dirty="0" err="1"/>
              <a:t>Behavioural</a:t>
            </a:r>
            <a:r>
              <a:rPr lang="en-US" sz="1050" dirty="0"/>
              <a:t> patterns provide stronger and more reliable signals than single-rule thresholds when </a:t>
            </a:r>
            <a:r>
              <a:rPr lang="en-US" sz="1050" dirty="0" err="1"/>
              <a:t>analysing</a:t>
            </a:r>
            <a:r>
              <a:rPr lang="en-US" sz="1050" dirty="0"/>
              <a:t> AML risk.</a:t>
            </a:r>
            <a:endParaRPr lang="en-US" sz="105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460CD-EE5A-430D-9530-5E40EB2CBD44}"/>
              </a:ext>
            </a:extLst>
          </p:cNvPr>
          <p:cNvSpPr/>
          <p:nvPr/>
        </p:nvSpPr>
        <p:spPr>
          <a:xfrm>
            <a:off x="7820229" y="5571442"/>
            <a:ext cx="3845520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/>
              <a:t>Identification of High-Risk Factors</a:t>
            </a:r>
            <a:br>
              <a:rPr lang="en-US" sz="1050" dirty="0"/>
            </a:br>
            <a:r>
              <a:rPr lang="en-US" sz="1050" dirty="0"/>
              <a:t>The analysis highlights specific factors that significantly amplify laundering risk: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Cash transactions:</a:t>
            </a:r>
            <a:r>
              <a:rPr lang="en-US" sz="1050" dirty="0"/>
              <a:t> ~11% laundering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Cross-border activity:</a:t>
            </a:r>
            <a:r>
              <a:rPr lang="en-US" sz="1050" dirty="0"/>
              <a:t> ~6.1% vs ~1.6% domestic (≈4× higher 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Foreign exchange transactions:</a:t>
            </a:r>
            <a:r>
              <a:rPr lang="en-US" sz="1050" dirty="0"/>
              <a:t> ~6.3% vs ~1.5% same-currency</a:t>
            </a:r>
          </a:p>
          <a:p>
            <a:pPr defTabSz="914217"/>
            <a:endParaRPr lang="en-US" sz="105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945FC-EBE0-08E1-7ACB-692BA13D3B0D}"/>
              </a:ext>
            </a:extLst>
          </p:cNvPr>
          <p:cNvSpPr/>
          <p:nvPr/>
        </p:nvSpPr>
        <p:spPr>
          <a:xfrm>
            <a:off x="1306287" y="5743968"/>
            <a:ext cx="29583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17"/>
            <a:r>
              <a:rPr lang="en-US" sz="1050" b="1" dirty="0"/>
              <a:t>Multi-Factor Risk Assessment</a:t>
            </a:r>
            <a:br>
              <a:rPr lang="en-US" sz="1050" dirty="0"/>
            </a:br>
            <a:r>
              <a:rPr lang="en-US" sz="1050" dirty="0"/>
              <a:t>Combining transaction amount, payment channel, geography, and currency delivers more effective detection than traditional rule-based AML systems.</a:t>
            </a:r>
            <a:endParaRPr lang="en-US" sz="105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E79FF7-4FB6-70EE-87E1-85C048203B1E}"/>
              </a:ext>
            </a:extLst>
          </p:cNvPr>
          <p:cNvSpPr/>
          <p:nvPr/>
        </p:nvSpPr>
        <p:spPr>
          <a:xfrm>
            <a:off x="1106226" y="3629752"/>
            <a:ext cx="28178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17"/>
            <a:r>
              <a:rPr lang="en-US" sz="1050" b="1" dirty="0"/>
              <a:t>Final Insight</a:t>
            </a:r>
            <a:br>
              <a:rPr lang="en-US" sz="1050" dirty="0"/>
            </a:br>
            <a:r>
              <a:rPr lang="en-US" sz="1050" dirty="0"/>
              <a:t>A risk-based, data-driven approach aligns more closely with real-world AML challenges and regulatory expectations.</a:t>
            </a:r>
            <a:endParaRPr lang="en-US" sz="1050" b="1" dirty="0">
              <a:solidFill>
                <a:srgbClr val="363E48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8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2F8C25D-A284-AE48-A554-DD1EF77E4B5F}"/>
              </a:ext>
            </a:extLst>
          </p:cNvPr>
          <p:cNvGrpSpPr/>
          <p:nvPr/>
        </p:nvGrpSpPr>
        <p:grpSpPr>
          <a:xfrm>
            <a:off x="237741" y="2093876"/>
            <a:ext cx="5318449" cy="2032211"/>
            <a:chOff x="2668308" y="1046901"/>
            <a:chExt cx="7869063" cy="4064422"/>
          </a:xfrm>
        </p:grpSpPr>
        <p:sp>
          <p:nvSpPr>
            <p:cNvPr id="44" name="CuadroTexto 350">
              <a:extLst>
                <a:ext uri="{FF2B5EF4-FFF2-40B4-BE49-F238E27FC236}">
                  <a16:creationId xmlns:a16="http://schemas.microsoft.com/office/drawing/2014/main" id="{EB85846B-B4DD-D346-BE0C-37F878C3F360}"/>
                </a:ext>
              </a:extLst>
            </p:cNvPr>
            <p:cNvSpPr txBox="1"/>
            <p:nvPr/>
          </p:nvSpPr>
          <p:spPr>
            <a:xfrm>
              <a:off x="2668308" y="1046901"/>
              <a:ext cx="7869063" cy="3508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sz="3600" b="1" spc="-53" dirty="0">
                  <a:solidFill>
                    <a:srgbClr val="364556"/>
                  </a:solidFill>
                  <a:latin typeface="Lato Heavy" charset="0"/>
                </a:rPr>
                <a:t>Conclusion: Business Impact &amp; Future Scope</a:t>
              </a:r>
            </a:p>
          </p:txBody>
        </p:sp>
        <p:sp>
          <p:nvSpPr>
            <p:cNvPr id="45" name="CuadroTexto 351">
              <a:extLst>
                <a:ext uri="{FF2B5EF4-FFF2-40B4-BE49-F238E27FC236}">
                  <a16:creationId xmlns:a16="http://schemas.microsoft.com/office/drawing/2014/main" id="{14CCF53B-4E8A-804A-9EAC-C1FF6A3EC7E9}"/>
                </a:ext>
              </a:extLst>
            </p:cNvPr>
            <p:cNvSpPr txBox="1"/>
            <p:nvPr/>
          </p:nvSpPr>
          <p:spPr>
            <a:xfrm>
              <a:off x="2668309" y="3880217"/>
              <a:ext cx="556129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From analytical insights to real-world AML value</a:t>
              </a:r>
              <a:r>
                <a:rPr lang="en-US" dirty="0">
                  <a:solidFill>
                    <a:srgbClr val="999999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728F5B-7F49-624A-B619-8F419BEB18E5}"/>
              </a:ext>
            </a:extLst>
          </p:cNvPr>
          <p:cNvGrpSpPr/>
          <p:nvPr/>
        </p:nvGrpSpPr>
        <p:grpSpPr>
          <a:xfrm>
            <a:off x="5291139" y="779604"/>
            <a:ext cx="5847841" cy="5413212"/>
            <a:chOff x="11932414" y="3067970"/>
            <a:chExt cx="8989058" cy="8320964"/>
          </a:xfrm>
        </p:grpSpPr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CCA14D14-6EA8-174F-B573-45F9363B09AA}"/>
                </a:ext>
              </a:extLst>
            </p:cNvPr>
            <p:cNvSpPr/>
            <p:nvPr/>
          </p:nvSpPr>
          <p:spPr>
            <a:xfrm rot="900000">
              <a:off x="11932414" y="7348445"/>
              <a:ext cx="4040489" cy="4040489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" name="Teardrop 7">
              <a:extLst>
                <a:ext uri="{FF2B5EF4-FFF2-40B4-BE49-F238E27FC236}">
                  <a16:creationId xmlns:a16="http://schemas.microsoft.com/office/drawing/2014/main" id="{9BF4C966-C1F4-624E-9673-FFD4D2435C02}"/>
                </a:ext>
              </a:extLst>
            </p:cNvPr>
            <p:cNvSpPr/>
            <p:nvPr/>
          </p:nvSpPr>
          <p:spPr>
            <a:xfrm rot="8100000">
              <a:off x="14401546" y="3067970"/>
              <a:ext cx="4040489" cy="4040489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" name="Teardrop 8">
              <a:extLst>
                <a:ext uri="{FF2B5EF4-FFF2-40B4-BE49-F238E27FC236}">
                  <a16:creationId xmlns:a16="http://schemas.microsoft.com/office/drawing/2014/main" id="{79EF4BE9-EED0-B84D-BBC0-363E2304D798}"/>
                </a:ext>
              </a:extLst>
            </p:cNvPr>
            <p:cNvSpPr/>
            <p:nvPr/>
          </p:nvSpPr>
          <p:spPr>
            <a:xfrm rot="20700000" flipH="1">
              <a:off x="16880983" y="7348444"/>
              <a:ext cx="4040489" cy="4040489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E51D187-E0DE-2B4B-B8BB-3BC2F53D1E2E}"/>
              </a:ext>
            </a:extLst>
          </p:cNvPr>
          <p:cNvSpPr/>
          <p:nvPr/>
        </p:nvSpPr>
        <p:spPr>
          <a:xfrm>
            <a:off x="6979521" y="1448118"/>
            <a:ext cx="24643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</a:rPr>
              <a:t>Business Impact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73E96-486D-8040-850E-10E6E6D1B6CA}"/>
              </a:ext>
            </a:extLst>
          </p:cNvPr>
          <p:cNvSpPr txBox="1"/>
          <p:nvPr/>
        </p:nvSpPr>
        <p:spPr>
          <a:xfrm>
            <a:off x="6913117" y="1858587"/>
            <a:ext cx="26207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proposed AML framework helps compliance teams prioritize high-risk transactions, reduce manual review effort, and strengthen regulatory confidence through data-driven decision-making.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320231-B59D-9644-8E91-AE05F20C4551}"/>
              </a:ext>
            </a:extLst>
          </p:cNvPr>
          <p:cNvSpPr/>
          <p:nvPr/>
        </p:nvSpPr>
        <p:spPr>
          <a:xfrm>
            <a:off x="8577868" y="4123615"/>
            <a:ext cx="2491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</a:rPr>
              <a:t>Operational 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DA43DC-657C-DE47-9A6D-86F86E629879}"/>
              </a:ext>
            </a:extLst>
          </p:cNvPr>
          <p:cNvSpPr txBox="1"/>
          <p:nvPr/>
        </p:nvSpPr>
        <p:spPr>
          <a:xfrm>
            <a:off x="8775131" y="4560248"/>
            <a:ext cx="21883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By focusing on high-risk channels such as cash, cross-border, and FX transactions, institutions can allocate resources more efficiently while maintaining strong AML coverage.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C682BC-5553-0F4E-B9F6-20F4D2BC270A}"/>
              </a:ext>
            </a:extLst>
          </p:cNvPr>
          <p:cNvSpPr/>
          <p:nvPr/>
        </p:nvSpPr>
        <p:spPr>
          <a:xfrm>
            <a:off x="5737594" y="4123615"/>
            <a:ext cx="18717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</a:rPr>
              <a:t>Future Scope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0FFB16-FA32-B147-9531-96BE251677B4}"/>
              </a:ext>
            </a:extLst>
          </p:cNvPr>
          <p:cNvSpPr txBox="1"/>
          <p:nvPr/>
        </p:nvSpPr>
        <p:spPr>
          <a:xfrm>
            <a:off x="5555835" y="4501073"/>
            <a:ext cx="2235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model can be enhanced by integrating customer profiling, transaction timelines, and network analysis to further improve detection accuracy and adapt to evolving laundering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27100970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INF - 29 Light">
      <a:dk1>
        <a:srgbClr val="999999"/>
      </a:dk1>
      <a:lt1>
        <a:srgbClr val="FFFFFF"/>
      </a:lt1>
      <a:dk2>
        <a:srgbClr val="364556"/>
      </a:dk2>
      <a:lt2>
        <a:srgbClr val="FFFFFF"/>
      </a:lt2>
      <a:accent1>
        <a:srgbClr val="31364C"/>
      </a:accent1>
      <a:accent2>
        <a:srgbClr val="C41162"/>
      </a:accent2>
      <a:accent3>
        <a:srgbClr val="FE444F"/>
      </a:accent3>
      <a:accent4>
        <a:srgbClr val="FEBF46"/>
      </a:accent4>
      <a:accent5>
        <a:srgbClr val="06ABC0"/>
      </a:accent5>
      <a:accent6>
        <a:srgbClr val="31364C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1_Default Theme">
  <a:themeElements>
    <a:clrScheme name="Stampede - Light">
      <a:dk1>
        <a:srgbClr val="445469"/>
      </a:dk1>
      <a:lt1>
        <a:sysClr val="window" lastClr="FFFFFF"/>
      </a:lt1>
      <a:dk2>
        <a:srgbClr val="445469"/>
      </a:dk2>
      <a:lt2>
        <a:srgbClr val="FFFFFF"/>
      </a:lt2>
      <a:accent1>
        <a:srgbClr val="2686A7"/>
      </a:accent1>
      <a:accent2>
        <a:srgbClr val="54BE71"/>
      </a:accent2>
      <a:accent3>
        <a:srgbClr val="8BC248"/>
      </a:accent3>
      <a:accent4>
        <a:srgbClr val="EF9527"/>
      </a:accent4>
      <a:accent5>
        <a:srgbClr val="ED423D"/>
      </a:accent5>
      <a:accent6>
        <a:srgbClr val="202F3E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eaningful Template">
  <a:themeElements>
    <a:clrScheme name="Meaningful Template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8D248D"/>
      </a:accent6>
      <a:hlink>
        <a:srgbClr val="2A9D8F"/>
      </a:hlink>
      <a:folHlink>
        <a:srgbClr val="000000"/>
      </a:folHlink>
    </a:clrScheme>
    <a:fontScheme name="Custom 77">
      <a:majorFont>
        <a:latin typeface="Open Sans"/>
        <a:ea typeface=""/>
        <a:cs typeface=""/>
      </a:majorFont>
      <a:minorFont>
        <a:latin typeface="Open San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Custom 17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0074CF"/>
      </a:accent1>
      <a:accent2>
        <a:srgbClr val="E98300"/>
      </a:accent2>
      <a:accent3>
        <a:srgbClr val="00B299"/>
      </a:accent3>
      <a:accent4>
        <a:srgbClr val="F0AB00"/>
      </a:accent4>
      <a:accent5>
        <a:srgbClr val="009B3A"/>
      </a:accent5>
      <a:accent6>
        <a:srgbClr val="8D248D"/>
      </a:accent6>
      <a:hlink>
        <a:srgbClr val="0073CF"/>
      </a:hlink>
      <a:folHlink>
        <a:srgbClr val="394957"/>
      </a:folHlink>
    </a:clrScheme>
    <a:fontScheme name="Custom 57">
      <a:majorFont>
        <a:latin typeface="Montserrat "/>
        <a:ea typeface=""/>
        <a:cs typeface=""/>
      </a:majorFont>
      <a:minorFont>
        <a:latin typeface="Montserrat Light 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2020 BUSINESS 92">
      <a:dk1>
        <a:srgbClr val="999999"/>
      </a:dk1>
      <a:lt1>
        <a:srgbClr val="FFFFFF"/>
      </a:lt1>
      <a:dk2>
        <a:srgbClr val="363E48"/>
      </a:dk2>
      <a:lt2>
        <a:srgbClr val="FFFFFF"/>
      </a:lt2>
      <a:accent1>
        <a:srgbClr val="2BC5E0"/>
      </a:accent1>
      <a:accent2>
        <a:srgbClr val="2299C0"/>
      </a:accent2>
      <a:accent3>
        <a:srgbClr val="228BB9"/>
      </a:accent3>
      <a:accent4>
        <a:srgbClr val="0F6195"/>
      </a:accent4>
      <a:accent5>
        <a:srgbClr val="0C5198"/>
      </a:accent5>
      <a:accent6>
        <a:srgbClr val="0A396C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959</Words>
  <Application>Microsoft Macintosh PowerPoint</Application>
  <PresentationFormat>Widescreen</PresentationFormat>
  <Paragraphs>131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Lato</vt:lpstr>
      <vt:lpstr>Lato Heavy</vt:lpstr>
      <vt:lpstr>Lato Light</vt:lpstr>
      <vt:lpstr>Lato Regular</vt:lpstr>
      <vt:lpstr>Leto</vt:lpstr>
      <vt:lpstr>Montserrat</vt:lpstr>
      <vt:lpstr>Montserrat </vt:lpstr>
      <vt:lpstr>Montserrat Light</vt:lpstr>
      <vt:lpstr>Montserrat Light </vt:lpstr>
      <vt:lpstr>Open Sans Light</vt:lpstr>
      <vt:lpstr>Poppins</vt:lpstr>
      <vt:lpstr>Poppins SemiBold</vt:lpstr>
      <vt:lpstr>Roboto</vt:lpstr>
      <vt:lpstr>Roboto Light</vt:lpstr>
      <vt:lpstr>Tahoma</vt:lpstr>
      <vt:lpstr>Times New Roman</vt:lpstr>
      <vt:lpstr>1_Office Theme</vt:lpstr>
      <vt:lpstr>1_Default Theme</vt:lpstr>
      <vt:lpstr>Meaningful Template</vt:lpstr>
      <vt:lpstr>Тема Office</vt:lpstr>
      <vt:lpstr>Office Theme</vt:lpstr>
      <vt:lpstr>PowerPoint Presentation</vt:lpstr>
      <vt:lpstr>PowerPoint Presentation</vt:lpstr>
      <vt:lpstr>PowerPoint Presentation</vt:lpstr>
      <vt:lpstr>Global Transaction Risk Landscape</vt:lpstr>
      <vt:lpstr>Key Contributors to AML Risk Detection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Verma, Sachin</dc:creator>
  <cp:lastModifiedBy>Verma, Sachin</cp:lastModifiedBy>
  <cp:revision>5</cp:revision>
  <dcterms:created xsi:type="dcterms:W3CDTF">2026-02-07T12:48:12Z</dcterms:created>
  <dcterms:modified xsi:type="dcterms:W3CDTF">2026-02-07T15:30:50Z</dcterms:modified>
</cp:coreProperties>
</file>